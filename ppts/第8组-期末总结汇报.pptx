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1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63" r:id="rId3"/>
    <p:sldId id="269" r:id="rId4"/>
    <p:sldId id="287" r:id="rId5"/>
    <p:sldId id="300" r:id="rId6"/>
    <p:sldId id="270" r:id="rId7"/>
    <p:sldId id="297" r:id="rId8"/>
    <p:sldId id="271" r:id="rId9"/>
    <p:sldId id="306" r:id="rId10"/>
    <p:sldId id="307" r:id="rId11"/>
    <p:sldId id="299" r:id="rId12"/>
    <p:sldId id="308" r:id="rId13"/>
    <p:sldId id="272" r:id="rId14"/>
    <p:sldId id="301" r:id="rId15"/>
    <p:sldId id="305" r:id="rId16"/>
    <p:sldId id="273" r:id="rId17"/>
    <p:sldId id="302" r:id="rId18"/>
    <p:sldId id="304" r:id="rId19"/>
    <p:sldId id="298" r:id="rId20"/>
    <p:sldId id="257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C4B"/>
    <a:srgbClr val="1CBC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100" y="316"/>
      </p:cViewPr>
      <p:guideLst>
        <p:guide orient="horz" pos="221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>
          <a:gsLst>
            <a:gs pos="0">
              <a:srgbClr val="1CBCD3">
                <a:alpha val="100000"/>
                <a:lumMod val="5000"/>
                <a:lumOff val="95000"/>
              </a:srgbClr>
            </a:gs>
            <a:gs pos="100000">
              <a:srgbClr val="1CBCD3">
                <a:alpha val="100000"/>
                <a:lumMod val="30000"/>
                <a:lumOff val="7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2892" y="432563"/>
            <a:ext cx="11175059" cy="596137"/>
            <a:chOff x="362892" y="432563"/>
            <a:chExt cx="11175059" cy="596137"/>
          </a:xfrm>
        </p:grpSpPr>
        <p:sp>
          <p:nvSpPr>
            <p:cNvPr id="3" name="AutoShape 3"/>
            <p:cNvSpPr/>
            <p:nvPr/>
          </p:nvSpPr>
          <p:spPr>
            <a:xfrm>
              <a:off x="362892" y="432563"/>
              <a:ext cx="7527209" cy="596137"/>
            </a:xfrm>
            <a:prstGeom prst="round2DiagRect">
              <a:avLst>
                <a:gd name="adj1" fmla="val 0"/>
                <a:gd name="adj2" fmla="val 50000"/>
              </a:avLst>
            </a:prstGeom>
            <a:gradFill>
              <a:gsLst>
                <a:gs pos="0">
                  <a:srgbClr val="1CBCD3">
                    <a:alpha val="0"/>
                    <a:lumMod val="40000"/>
                    <a:lumOff val="60000"/>
                  </a:srgbClr>
                </a:gs>
                <a:gs pos="95999">
                  <a:srgbClr val="1CBCD3">
                    <a:alpha val="50196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>
              <a:off x="7223815" y="559177"/>
              <a:ext cx="356036" cy="356036"/>
              <a:chOff x="7944314" y="1322805"/>
              <a:chExt cx="356036" cy="356036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7944314" y="1322805"/>
                <a:ext cx="356036" cy="356036"/>
              </a:xfrm>
              <a:prstGeom prst="ellipse">
                <a:avLst/>
              </a:prstGeom>
              <a:solidFill>
                <a:srgbClr val="1CBCD3">
                  <a:alpha val="100000"/>
                  <a:lumMod val="40000"/>
                  <a:lumOff val="6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AutoShape 6"/>
              <p:cNvSpPr/>
              <p:nvPr/>
            </p:nvSpPr>
            <p:spPr>
              <a:xfrm rot="5400000">
                <a:off x="8068839" y="1448550"/>
                <a:ext cx="121272" cy="104548"/>
              </a:xfrm>
              <a:prstGeom prst="triangle">
                <a:avLst/>
              </a:prstGeom>
              <a:solidFill>
                <a:srgbClr val="1CBC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7" name="AutoShape 7"/>
            <p:cNvSpPr/>
            <p:nvPr/>
          </p:nvSpPr>
          <p:spPr>
            <a:xfrm>
              <a:off x="7734300" y="1013460"/>
              <a:ext cx="3803651" cy="0"/>
            </a:xfrm>
            <a:prstGeom prst="line">
              <a:avLst/>
            </a:prstGeom>
            <a:ln w="15875">
              <a:solidFill>
                <a:srgbClr val="1CBCD3">
                  <a:alpha val="40000"/>
                </a:srgbClr>
              </a:solidFill>
              <a:prstDash val="dash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gradFill>
          <a:gsLst>
            <a:gs pos="0">
              <a:srgbClr val="1CBCD3">
                <a:alpha val="100000"/>
                <a:lumMod val="5000"/>
                <a:lumOff val="95000"/>
              </a:srgbClr>
            </a:gs>
            <a:gs pos="73000">
              <a:srgbClr val="1CBCD3">
                <a:alpha val="100000"/>
                <a:lumMod val="30000"/>
                <a:lumOff val="7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01225" y="0"/>
            <a:ext cx="9588913" cy="6858073"/>
            <a:chOff x="2601225" y="0"/>
            <a:chExt cx="9588913" cy="6858073"/>
          </a:xfrm>
        </p:grpSpPr>
        <p:sp>
          <p:nvSpPr>
            <p:cNvPr id="3" name="AutoShape 3"/>
            <p:cNvSpPr/>
            <p:nvPr/>
          </p:nvSpPr>
          <p:spPr>
            <a:xfrm>
              <a:off x="4555091" y="356896"/>
              <a:ext cx="7619335" cy="6262823"/>
            </a:xfrm>
            <a:custGeom>
              <a:avLst/>
              <a:gdLst/>
              <a:ahLst/>
              <a:cxnLst/>
              <a:rect l="l" t="t" r="r" b="b"/>
              <a:pathLst>
                <a:path w="7619335" h="6262823">
                  <a:moveTo>
                    <a:pt x="146573" y="6262824"/>
                  </a:moveTo>
                  <a:cubicBezTo>
                    <a:pt x="48654" y="6003098"/>
                    <a:pt x="-29680" y="5732949"/>
                    <a:pt x="10976" y="5461607"/>
                  </a:cubicBezTo>
                  <a:cubicBezTo>
                    <a:pt x="60345" y="5132631"/>
                    <a:pt x="355664" y="4815868"/>
                    <a:pt x="683894" y="4870077"/>
                  </a:cubicBezTo>
                  <a:cubicBezTo>
                    <a:pt x="806832" y="4890405"/>
                    <a:pt x="916739" y="4958240"/>
                    <a:pt x="1037219" y="4990333"/>
                  </a:cubicBezTo>
                  <a:cubicBezTo>
                    <a:pt x="1157625" y="5022427"/>
                    <a:pt x="1308933" y="5005524"/>
                    <a:pt x="1372747" y="4898521"/>
                  </a:cubicBezTo>
                  <a:cubicBezTo>
                    <a:pt x="1458081" y="4755255"/>
                    <a:pt x="1330378" y="4581013"/>
                    <a:pt x="1318539" y="4414663"/>
                  </a:cubicBezTo>
                  <a:cubicBezTo>
                    <a:pt x="1302827" y="4194329"/>
                    <a:pt x="1506557" y="4007353"/>
                    <a:pt x="1722796" y="3962006"/>
                  </a:cubicBezTo>
                  <a:cubicBezTo>
                    <a:pt x="1745135" y="3957315"/>
                    <a:pt x="1767473" y="3953740"/>
                    <a:pt x="1789961" y="3951209"/>
                  </a:cubicBezTo>
                  <a:cubicBezTo>
                    <a:pt x="2129585" y="3912413"/>
                    <a:pt x="2326092" y="3545313"/>
                    <a:pt x="2167784" y="3242400"/>
                  </a:cubicBezTo>
                  <a:cubicBezTo>
                    <a:pt x="2166518" y="3239942"/>
                    <a:pt x="2165178" y="3237411"/>
                    <a:pt x="2163912" y="3234953"/>
                  </a:cubicBezTo>
                  <a:cubicBezTo>
                    <a:pt x="2033602" y="2986621"/>
                    <a:pt x="1883560" y="2739777"/>
                    <a:pt x="1842085" y="2462404"/>
                  </a:cubicBezTo>
                  <a:cubicBezTo>
                    <a:pt x="1800684" y="2185032"/>
                    <a:pt x="1901655" y="1862236"/>
                    <a:pt x="2155572" y="1743171"/>
                  </a:cubicBezTo>
                  <a:cubicBezTo>
                    <a:pt x="2363993" y="1645401"/>
                    <a:pt x="2607188" y="1707578"/>
                    <a:pt x="2835415" y="1737512"/>
                  </a:cubicBezTo>
                  <a:cubicBezTo>
                    <a:pt x="3063643" y="1767446"/>
                    <a:pt x="3339080" y="1739894"/>
                    <a:pt x="3455613" y="1541377"/>
                  </a:cubicBezTo>
                  <a:cubicBezTo>
                    <a:pt x="3593518" y="1306597"/>
                    <a:pt x="3415702" y="1015672"/>
                    <a:pt x="3412127" y="743437"/>
                  </a:cubicBezTo>
                  <a:cubicBezTo>
                    <a:pt x="3406394" y="301129"/>
                    <a:pt x="3892783" y="-19209"/>
                    <a:pt x="4334719" y="896"/>
                  </a:cubicBezTo>
                  <a:cubicBezTo>
                    <a:pt x="4776654" y="21001"/>
                    <a:pt x="5168178" y="279163"/>
                    <a:pt x="5526566" y="538516"/>
                  </a:cubicBezTo>
                  <a:cubicBezTo>
                    <a:pt x="5696490" y="661453"/>
                    <a:pt x="5869764" y="789231"/>
                    <a:pt x="6071929" y="845227"/>
                  </a:cubicBezTo>
                  <a:cubicBezTo>
                    <a:pt x="6274095" y="901148"/>
                    <a:pt x="6515279" y="869427"/>
                    <a:pt x="6653184" y="711418"/>
                  </a:cubicBezTo>
                  <a:cubicBezTo>
                    <a:pt x="6707393" y="649316"/>
                    <a:pt x="6742092" y="572620"/>
                    <a:pt x="6792876" y="507688"/>
                  </a:cubicBezTo>
                  <a:cubicBezTo>
                    <a:pt x="6979851" y="268887"/>
                    <a:pt x="7343005" y="255707"/>
                    <a:pt x="7619336" y="392197"/>
                  </a:cubicBezTo>
                  <a:lnTo>
                    <a:pt x="7619336" y="6262824"/>
                  </a:lnTo>
                  <a:lnTo>
                    <a:pt x="146573" y="6262824"/>
                  </a:lnTo>
                  <a:close/>
                </a:path>
              </a:pathLst>
            </a:custGeom>
            <a:solidFill>
              <a:srgbClr val="1CBCD3">
                <a:alpha val="41176"/>
                <a:lumMod val="40000"/>
                <a:lumOff val="6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7924030" y="2729275"/>
              <a:ext cx="4250172" cy="3442701"/>
            </a:xfrm>
            <a:custGeom>
              <a:avLst/>
              <a:gdLst/>
              <a:ahLst/>
              <a:cxnLst/>
              <a:rect l="l" t="t" r="r" b="b"/>
              <a:pathLst>
                <a:path w="4250172" h="3442701">
                  <a:moveTo>
                    <a:pt x="4250173" y="0"/>
                  </a:moveTo>
                  <a:cubicBezTo>
                    <a:pt x="3815908" y="272086"/>
                    <a:pt x="3467273" y="668227"/>
                    <a:pt x="3254087" y="1138756"/>
                  </a:cubicBezTo>
                  <a:cubicBezTo>
                    <a:pt x="2909549" y="786995"/>
                    <a:pt x="2429340" y="568596"/>
                    <a:pt x="1898050" y="568596"/>
                  </a:cubicBezTo>
                  <a:cubicBezTo>
                    <a:pt x="849766" y="568596"/>
                    <a:pt x="0" y="1418363"/>
                    <a:pt x="0" y="2466646"/>
                  </a:cubicBezTo>
                  <a:cubicBezTo>
                    <a:pt x="0" y="2823620"/>
                    <a:pt x="98588" y="3157510"/>
                    <a:pt x="270001" y="3442701"/>
                  </a:cubicBezTo>
                  <a:lnTo>
                    <a:pt x="4250173" y="3442701"/>
                  </a:lnTo>
                  <a:lnTo>
                    <a:pt x="4250173" y="0"/>
                  </a:lnTo>
                  <a:close/>
                </a:path>
              </a:pathLst>
            </a:custGeom>
            <a:solidFill>
              <a:srgbClr val="FFB574">
                <a:alpha val="100000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>
              <a:off x="2601225" y="5897878"/>
              <a:ext cx="9588913" cy="960195"/>
              <a:chOff x="2601225" y="5897878"/>
              <a:chExt cx="9588913" cy="960195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2604948" y="5897878"/>
                <a:ext cx="9569255" cy="960121"/>
              </a:xfrm>
              <a:custGeom>
                <a:avLst/>
                <a:gdLst/>
                <a:ahLst/>
                <a:cxnLst/>
                <a:rect l="l" t="t" r="r" b="b"/>
                <a:pathLst>
                  <a:path w="9569255" h="960121">
                    <a:moveTo>
                      <a:pt x="9569255" y="156298"/>
                    </a:moveTo>
                    <a:cubicBezTo>
                      <a:pt x="8413894" y="8118"/>
                      <a:pt x="7292191" y="-12285"/>
                      <a:pt x="6151425" y="5288"/>
                    </a:cubicBezTo>
                    <a:cubicBezTo>
                      <a:pt x="5168519" y="18021"/>
                      <a:pt x="4222845" y="145203"/>
                      <a:pt x="3225047" y="291448"/>
                    </a:cubicBezTo>
                    <a:cubicBezTo>
                      <a:pt x="2069910" y="463456"/>
                      <a:pt x="1017754" y="754530"/>
                      <a:pt x="0" y="960121"/>
                    </a:cubicBezTo>
                    <a:lnTo>
                      <a:pt x="9569255" y="960121"/>
                    </a:lnTo>
                    <a:lnTo>
                      <a:pt x="9569255" y="156298"/>
                    </a:lnTo>
                    <a:close/>
                  </a:path>
                </a:pathLst>
              </a:custGeom>
              <a:solidFill>
                <a:srgbClr val="F4E8D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/>
            </p:nvSpPr>
            <p:spPr>
              <a:xfrm>
                <a:off x="2601225" y="6031957"/>
                <a:ext cx="9572978" cy="826042"/>
              </a:xfrm>
              <a:custGeom>
                <a:avLst/>
                <a:gdLst/>
                <a:ahLst/>
                <a:cxnLst/>
                <a:rect l="l" t="t" r="r" b="b"/>
                <a:pathLst>
                  <a:path w="9572978" h="826042">
                    <a:moveTo>
                      <a:pt x="9572978" y="134881"/>
                    </a:moveTo>
                    <a:cubicBezTo>
                      <a:pt x="8416278" y="7029"/>
                      <a:pt x="7293382" y="-10619"/>
                      <a:pt x="6151425" y="4572"/>
                    </a:cubicBezTo>
                    <a:cubicBezTo>
                      <a:pt x="5168519" y="15518"/>
                      <a:pt x="4222845" y="124903"/>
                      <a:pt x="3225047" y="250745"/>
                    </a:cubicBezTo>
                    <a:cubicBezTo>
                      <a:pt x="2069910" y="398776"/>
                      <a:pt x="1017754" y="649194"/>
                      <a:pt x="0" y="826042"/>
                    </a:cubicBezTo>
                    <a:lnTo>
                      <a:pt x="9572978" y="826042"/>
                    </a:lnTo>
                    <a:lnTo>
                      <a:pt x="9572978" y="134881"/>
                    </a:lnTo>
                    <a:close/>
                  </a:path>
                </a:pathLst>
              </a:custGeom>
              <a:solidFill>
                <a:srgbClr val="00788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8" name="Group 8"/>
              <p:cNvGrpSpPr/>
              <p:nvPr/>
            </p:nvGrpSpPr>
            <p:grpSpPr>
              <a:xfrm>
                <a:off x="4426376" y="6032359"/>
                <a:ext cx="7763762" cy="825715"/>
                <a:chOff x="4426376" y="6032359"/>
                <a:chExt cx="7763762" cy="825715"/>
              </a:xfrm>
              <a:solidFill>
                <a:srgbClr val="005361">
                  <a:alpha val="100000"/>
                </a:srgbClr>
              </a:solidFill>
            </p:grpSpPr>
            <p:sp>
              <p:nvSpPr>
                <p:cNvPr id="9" name="AutoShape 9"/>
                <p:cNvSpPr/>
                <p:nvPr/>
              </p:nvSpPr>
              <p:spPr>
                <a:xfrm>
                  <a:off x="4773222" y="6096545"/>
                  <a:ext cx="2748263" cy="7614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263" h="761454">
                      <a:moveTo>
                        <a:pt x="2535077" y="18467"/>
                      </a:moveTo>
                      <a:cubicBezTo>
                        <a:pt x="2419139" y="38423"/>
                        <a:pt x="2303350" y="60091"/>
                        <a:pt x="2187709" y="83696"/>
                      </a:cubicBezTo>
                      <a:cubicBezTo>
                        <a:pt x="1433329" y="237312"/>
                        <a:pt x="701363" y="464348"/>
                        <a:pt x="0" y="761454"/>
                      </a:cubicBezTo>
                      <a:lnTo>
                        <a:pt x="40210" y="761454"/>
                      </a:lnTo>
                      <a:cubicBezTo>
                        <a:pt x="907996" y="397853"/>
                        <a:pt x="1820162" y="142075"/>
                        <a:pt x="2748264" y="0"/>
                      </a:cubicBezTo>
                      <a:cubicBezTo>
                        <a:pt x="2677226" y="5808"/>
                        <a:pt x="2606189" y="11988"/>
                        <a:pt x="2535077" y="18467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0" name="AutoShape 10"/>
                <p:cNvSpPr/>
                <p:nvPr/>
              </p:nvSpPr>
              <p:spPr>
                <a:xfrm>
                  <a:off x="5973037" y="6052166"/>
                  <a:ext cx="2233801" cy="80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3801" h="805833">
                      <a:moveTo>
                        <a:pt x="2133203" y="4914"/>
                      </a:moveTo>
                      <a:cubicBezTo>
                        <a:pt x="1939600" y="47730"/>
                        <a:pt x="1747338" y="97546"/>
                        <a:pt x="1557384" y="154510"/>
                      </a:cubicBezTo>
                      <a:cubicBezTo>
                        <a:pt x="1090951" y="294425"/>
                        <a:pt x="635016" y="477454"/>
                        <a:pt x="202315" y="698607"/>
                      </a:cubicBezTo>
                      <a:cubicBezTo>
                        <a:pt x="134330" y="733307"/>
                        <a:pt x="66942" y="769198"/>
                        <a:pt x="0" y="805833"/>
                      </a:cubicBezTo>
                      <a:lnTo>
                        <a:pt x="32540" y="805833"/>
                      </a:lnTo>
                      <a:cubicBezTo>
                        <a:pt x="722957" y="431734"/>
                        <a:pt x="1467806" y="159871"/>
                        <a:pt x="2233802" y="0"/>
                      </a:cubicBezTo>
                      <a:cubicBezTo>
                        <a:pt x="2200219" y="1563"/>
                        <a:pt x="2166711" y="3127"/>
                        <a:pt x="2133203" y="4914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1" name="AutoShape 11"/>
                <p:cNvSpPr/>
                <p:nvPr/>
              </p:nvSpPr>
              <p:spPr>
                <a:xfrm>
                  <a:off x="6961825" y="6036454"/>
                  <a:ext cx="1791345" cy="821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1345" h="821545">
                      <a:moveTo>
                        <a:pt x="1787101" y="75"/>
                      </a:moveTo>
                      <a:cubicBezTo>
                        <a:pt x="1770794" y="224"/>
                        <a:pt x="1754561" y="521"/>
                        <a:pt x="1738328" y="745"/>
                      </a:cubicBezTo>
                      <a:cubicBezTo>
                        <a:pt x="1142553" y="187423"/>
                        <a:pt x="517366" y="464870"/>
                        <a:pt x="0" y="821545"/>
                      </a:cubicBezTo>
                      <a:lnTo>
                        <a:pt x="82505" y="821545"/>
                      </a:lnTo>
                      <a:cubicBezTo>
                        <a:pt x="607912" y="461966"/>
                        <a:pt x="1186188" y="184146"/>
                        <a:pt x="1791345" y="0"/>
                      </a:cubicBezTo>
                      <a:cubicBezTo>
                        <a:pt x="1789931" y="0"/>
                        <a:pt x="1788516" y="0"/>
                        <a:pt x="1787101" y="75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2" name="AutoShape 12"/>
                <p:cNvSpPr/>
                <p:nvPr/>
              </p:nvSpPr>
              <p:spPr>
                <a:xfrm>
                  <a:off x="8313544" y="6032359"/>
                  <a:ext cx="1302200" cy="825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2200" h="825640">
                      <a:moveTo>
                        <a:pt x="1267129" y="0"/>
                      </a:moveTo>
                      <a:cubicBezTo>
                        <a:pt x="810078" y="213261"/>
                        <a:pt x="382663" y="491900"/>
                        <a:pt x="0" y="825641"/>
                      </a:cubicBezTo>
                      <a:lnTo>
                        <a:pt x="85408" y="825641"/>
                      </a:lnTo>
                      <a:cubicBezTo>
                        <a:pt x="471720" y="490857"/>
                        <a:pt x="840682" y="212144"/>
                        <a:pt x="1302201" y="224"/>
                      </a:cubicBezTo>
                      <a:cubicBezTo>
                        <a:pt x="1290510" y="149"/>
                        <a:pt x="1278820" y="75"/>
                        <a:pt x="1267129" y="0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3" name="AutoShape 13"/>
                <p:cNvSpPr/>
                <p:nvPr/>
              </p:nvSpPr>
              <p:spPr>
                <a:xfrm>
                  <a:off x="9702121" y="6048368"/>
                  <a:ext cx="782973" cy="809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2973" h="809705">
                      <a:moveTo>
                        <a:pt x="782974" y="744"/>
                      </a:moveTo>
                      <a:cubicBezTo>
                        <a:pt x="775602" y="521"/>
                        <a:pt x="768156" y="223"/>
                        <a:pt x="760784" y="0"/>
                      </a:cubicBezTo>
                      <a:cubicBezTo>
                        <a:pt x="478422" y="239918"/>
                        <a:pt x="223164" y="511706"/>
                        <a:pt x="0" y="809706"/>
                      </a:cubicBezTo>
                      <a:lnTo>
                        <a:pt x="18616" y="809706"/>
                      </a:lnTo>
                      <a:cubicBezTo>
                        <a:pt x="242822" y="511706"/>
                        <a:pt x="499271" y="240142"/>
                        <a:pt x="782974" y="744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4" name="AutoShape 14"/>
                <p:cNvSpPr/>
                <p:nvPr/>
              </p:nvSpPr>
              <p:spPr>
                <a:xfrm>
                  <a:off x="10887788" y="6077036"/>
                  <a:ext cx="224504" cy="7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504" h="780963">
                      <a:moveTo>
                        <a:pt x="209240" y="0"/>
                      </a:moveTo>
                      <a:cubicBezTo>
                        <a:pt x="132693" y="258013"/>
                        <a:pt x="62847" y="518780"/>
                        <a:pt x="0" y="780963"/>
                      </a:cubicBezTo>
                      <a:lnTo>
                        <a:pt x="15340" y="780963"/>
                      </a:lnTo>
                      <a:cubicBezTo>
                        <a:pt x="78186" y="519079"/>
                        <a:pt x="148032" y="258608"/>
                        <a:pt x="224505" y="894"/>
                      </a:cubicBezTo>
                      <a:cubicBezTo>
                        <a:pt x="219367" y="596"/>
                        <a:pt x="214303" y="298"/>
                        <a:pt x="209240" y="0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5" name="AutoShape 15"/>
                <p:cNvSpPr/>
                <p:nvPr/>
              </p:nvSpPr>
              <p:spPr>
                <a:xfrm>
                  <a:off x="11814996" y="6130947"/>
                  <a:ext cx="375142" cy="4055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142" h="405523">
                      <a:moveTo>
                        <a:pt x="375142" y="405523"/>
                      </a:moveTo>
                      <a:lnTo>
                        <a:pt x="374100" y="381323"/>
                      </a:lnTo>
                      <a:cubicBezTo>
                        <a:pt x="262480" y="249971"/>
                        <a:pt x="145426" y="123459"/>
                        <a:pt x="23232" y="2085"/>
                      </a:cubicBezTo>
                      <a:cubicBezTo>
                        <a:pt x="15488" y="1340"/>
                        <a:pt x="7744" y="670"/>
                        <a:pt x="0" y="0"/>
                      </a:cubicBezTo>
                      <a:cubicBezTo>
                        <a:pt x="131054" y="129341"/>
                        <a:pt x="256226" y="264640"/>
                        <a:pt x="375142" y="405523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6" name="AutoShape 16"/>
                <p:cNvSpPr/>
                <p:nvPr/>
              </p:nvSpPr>
              <p:spPr>
                <a:xfrm>
                  <a:off x="4426376" y="6172200"/>
                  <a:ext cx="2317348" cy="685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7348" h="685799">
                      <a:moveTo>
                        <a:pt x="2156435" y="18169"/>
                      </a:moveTo>
                      <a:cubicBezTo>
                        <a:pt x="1812642" y="96355"/>
                        <a:pt x="1428564" y="185039"/>
                        <a:pt x="1090876" y="294871"/>
                      </a:cubicBezTo>
                      <a:cubicBezTo>
                        <a:pt x="743434" y="407831"/>
                        <a:pt x="332922" y="541938"/>
                        <a:pt x="0" y="685800"/>
                      </a:cubicBezTo>
                      <a:lnTo>
                        <a:pt x="155403" y="685800"/>
                      </a:lnTo>
                      <a:cubicBezTo>
                        <a:pt x="851405" y="388396"/>
                        <a:pt x="1577489" y="158084"/>
                        <a:pt x="2317349" y="0"/>
                      </a:cubicBezTo>
                      <a:cubicBezTo>
                        <a:pt x="2263885" y="5957"/>
                        <a:pt x="2210197" y="11988"/>
                        <a:pt x="2156435" y="18169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7" name="AutoShape 17"/>
                <p:cNvSpPr/>
                <p:nvPr/>
              </p:nvSpPr>
              <p:spPr>
                <a:xfrm>
                  <a:off x="7277844" y="6033997"/>
                  <a:ext cx="1683746" cy="8239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3746" h="823926">
                      <a:moveTo>
                        <a:pt x="1630283" y="595"/>
                      </a:moveTo>
                      <a:cubicBezTo>
                        <a:pt x="1181795" y="140585"/>
                        <a:pt x="750136" y="339102"/>
                        <a:pt x="341038" y="594062"/>
                      </a:cubicBezTo>
                      <a:cubicBezTo>
                        <a:pt x="223983" y="667035"/>
                        <a:pt x="110279" y="743731"/>
                        <a:pt x="0" y="823928"/>
                      </a:cubicBezTo>
                      <a:lnTo>
                        <a:pt x="24349" y="823928"/>
                      </a:lnTo>
                      <a:cubicBezTo>
                        <a:pt x="526748" y="460104"/>
                        <a:pt x="1089313" y="179604"/>
                        <a:pt x="1683747" y="0"/>
                      </a:cubicBezTo>
                      <a:cubicBezTo>
                        <a:pt x="1665951" y="223"/>
                        <a:pt x="1648154" y="447"/>
                        <a:pt x="1630283" y="595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8" name="AutoShape 18"/>
                <p:cNvSpPr/>
                <p:nvPr/>
              </p:nvSpPr>
              <p:spPr>
                <a:xfrm>
                  <a:off x="9522145" y="6045241"/>
                  <a:ext cx="863914" cy="81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3914" h="812758">
                      <a:moveTo>
                        <a:pt x="863914" y="670"/>
                      </a:moveTo>
                      <a:cubicBezTo>
                        <a:pt x="856319" y="447"/>
                        <a:pt x="848724" y="224"/>
                        <a:pt x="841129" y="0"/>
                      </a:cubicBezTo>
                      <a:cubicBezTo>
                        <a:pt x="539332" y="247514"/>
                        <a:pt x="257789" y="519674"/>
                        <a:pt x="0" y="812759"/>
                      </a:cubicBezTo>
                      <a:lnTo>
                        <a:pt x="19956" y="812759"/>
                      </a:lnTo>
                      <a:cubicBezTo>
                        <a:pt x="278639" y="519749"/>
                        <a:pt x="561075" y="247812"/>
                        <a:pt x="863914" y="670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9" name="AutoShape 19"/>
                <p:cNvSpPr/>
                <p:nvPr/>
              </p:nvSpPr>
              <p:spPr>
                <a:xfrm>
                  <a:off x="11937710" y="6142563"/>
                  <a:ext cx="243493" cy="186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492" h="186528">
                      <a:moveTo>
                        <a:pt x="242673" y="166945"/>
                      </a:moveTo>
                      <a:cubicBezTo>
                        <a:pt x="171860" y="111396"/>
                        <a:pt x="100450" y="56666"/>
                        <a:pt x="28520" y="2830"/>
                      </a:cubicBezTo>
                      <a:cubicBezTo>
                        <a:pt x="18988" y="1862"/>
                        <a:pt x="9531" y="968"/>
                        <a:pt x="0" y="0"/>
                      </a:cubicBezTo>
                      <a:cubicBezTo>
                        <a:pt x="81909" y="61059"/>
                        <a:pt x="163073" y="123310"/>
                        <a:pt x="243493" y="186529"/>
                      </a:cubicBezTo>
                      <a:lnTo>
                        <a:pt x="242673" y="166945"/>
                      </a:ln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</p:grpSp>
        <p:grpSp>
          <p:nvGrpSpPr>
            <p:cNvPr id="20" name="Group 20"/>
            <p:cNvGrpSpPr/>
            <p:nvPr/>
          </p:nvGrpSpPr>
          <p:grpSpPr>
            <a:xfrm>
              <a:off x="7793274" y="1596253"/>
              <a:ext cx="4024476" cy="2785122"/>
              <a:chOff x="7793274" y="1596253"/>
              <a:chExt cx="4024476" cy="2785122"/>
            </a:xfrm>
          </p:grpSpPr>
          <p:grpSp>
            <p:nvGrpSpPr>
              <p:cNvPr id="21" name="Group 21"/>
              <p:cNvGrpSpPr/>
              <p:nvPr/>
            </p:nvGrpSpPr>
            <p:grpSpPr>
              <a:xfrm>
                <a:off x="10860163" y="2082493"/>
                <a:ext cx="430095" cy="423542"/>
                <a:chOff x="10860163" y="2082493"/>
                <a:chExt cx="430095" cy="423542"/>
              </a:xfrm>
            </p:grpSpPr>
            <p:sp>
              <p:nvSpPr>
                <p:cNvPr id="22" name="AutoShape 22"/>
                <p:cNvSpPr/>
                <p:nvPr/>
              </p:nvSpPr>
              <p:spPr>
                <a:xfrm>
                  <a:off x="10860163" y="2082493"/>
                  <a:ext cx="430095" cy="423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095" h="423541">
                      <a:moveTo>
                        <a:pt x="430096" y="140287"/>
                      </a:moveTo>
                      <a:lnTo>
                        <a:pt x="319146" y="423543"/>
                      </a:lnTo>
                      <a:cubicBezTo>
                        <a:pt x="214080" y="385716"/>
                        <a:pt x="107598" y="351910"/>
                        <a:pt x="0" y="322199"/>
                      </a:cubicBezTo>
                      <a:lnTo>
                        <a:pt x="119586" y="0"/>
                      </a:lnTo>
                      <a:cubicBezTo>
                        <a:pt x="224727" y="42965"/>
                        <a:pt x="328380" y="89727"/>
                        <a:pt x="430096" y="140287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23" name="Group 23"/>
                <p:cNvGrpSpPr/>
                <p:nvPr/>
              </p:nvGrpSpPr>
              <p:grpSpPr>
                <a:xfrm>
                  <a:off x="10916010" y="2137372"/>
                  <a:ext cx="318401" cy="313636"/>
                  <a:chOff x="10916010" y="2137372"/>
                  <a:chExt cx="318401" cy="313636"/>
                </a:xfrm>
              </p:grpSpPr>
              <p:sp>
                <p:nvSpPr>
                  <p:cNvPr id="24" name="AutoShape 24"/>
                  <p:cNvSpPr/>
                  <p:nvPr/>
                </p:nvSpPr>
                <p:spPr>
                  <a:xfrm>
                    <a:off x="10916010" y="2137372"/>
                    <a:ext cx="147361" cy="2586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7361" h="258682">
                        <a:moveTo>
                          <a:pt x="85259" y="214452"/>
                        </a:moveTo>
                        <a:cubicBezTo>
                          <a:pt x="106109" y="151680"/>
                          <a:pt x="124278" y="87121"/>
                          <a:pt x="147362" y="24721"/>
                        </a:cubicBezTo>
                        <a:cubicBezTo>
                          <a:pt x="127853" y="16307"/>
                          <a:pt x="108269" y="8116"/>
                          <a:pt x="88536" y="0"/>
                        </a:cubicBezTo>
                        <a:lnTo>
                          <a:pt x="0" y="238504"/>
                        </a:lnTo>
                        <a:cubicBezTo>
                          <a:pt x="23381" y="244982"/>
                          <a:pt x="46614" y="251758"/>
                          <a:pt x="69771" y="258683"/>
                        </a:cubicBezTo>
                        <a:cubicBezTo>
                          <a:pt x="75132" y="244088"/>
                          <a:pt x="80345" y="229345"/>
                          <a:pt x="85259" y="214452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5" name="AutoShape 25"/>
                  <p:cNvSpPr/>
                  <p:nvPr/>
                </p:nvSpPr>
                <p:spPr>
                  <a:xfrm>
                    <a:off x="11104623" y="2217941"/>
                    <a:ext cx="129788" cy="233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9788" h="233067">
                        <a:moveTo>
                          <a:pt x="81537" y="0"/>
                        </a:moveTo>
                        <a:cubicBezTo>
                          <a:pt x="60836" y="74314"/>
                          <a:pt x="29934" y="145202"/>
                          <a:pt x="0" y="216388"/>
                        </a:cubicBezTo>
                        <a:cubicBezTo>
                          <a:pt x="15935" y="221824"/>
                          <a:pt x="31870" y="227334"/>
                          <a:pt x="47731" y="233068"/>
                        </a:cubicBezTo>
                        <a:lnTo>
                          <a:pt x="129789" y="23381"/>
                        </a:lnTo>
                        <a:cubicBezTo>
                          <a:pt x="113779" y="15414"/>
                          <a:pt x="97695" y="7670"/>
                          <a:pt x="81537" y="0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26" name="Group 26"/>
                  <p:cNvGrpSpPr/>
                  <p:nvPr/>
                </p:nvGrpSpPr>
                <p:grpSpPr>
                  <a:xfrm>
                    <a:off x="10999705" y="2168274"/>
                    <a:ext cx="172752" cy="261363"/>
                    <a:chOff x="10999705" y="2168274"/>
                    <a:chExt cx="172752" cy="261363"/>
                  </a:xfrm>
                  <a:solidFill>
                    <a:srgbClr val="005361">
                      <a:alpha val="100000"/>
                    </a:srgbClr>
                  </a:solidFill>
                </p:grpSpPr>
                <p:sp>
                  <p:nvSpPr>
                    <p:cNvPr id="27" name="AutoShape 27"/>
                    <p:cNvSpPr/>
                    <p:nvPr/>
                  </p:nvSpPr>
                  <p:spPr>
                    <a:xfrm>
                      <a:off x="11035969" y="2168274"/>
                      <a:ext cx="78260" cy="137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8260" h="137904">
                          <a:moveTo>
                            <a:pt x="32167" y="137905"/>
                          </a:moveTo>
                          <a:cubicBezTo>
                            <a:pt x="46986" y="97174"/>
                            <a:pt x="62251" y="56592"/>
                            <a:pt x="78260" y="16382"/>
                          </a:cubicBezTo>
                          <a:cubicBezTo>
                            <a:pt x="65899" y="10871"/>
                            <a:pt x="53613" y="5361"/>
                            <a:pt x="41178" y="0"/>
                          </a:cubicBezTo>
                          <a:cubicBezTo>
                            <a:pt x="26136" y="41252"/>
                            <a:pt x="13255" y="83324"/>
                            <a:pt x="0" y="125172"/>
                          </a:cubicBezTo>
                          <a:cubicBezTo>
                            <a:pt x="10574" y="129863"/>
                            <a:pt x="21296" y="134107"/>
                            <a:pt x="32167" y="137905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8" name="AutoShape 28"/>
                    <p:cNvSpPr/>
                    <p:nvPr/>
                  </p:nvSpPr>
                  <p:spPr>
                    <a:xfrm>
                      <a:off x="11021671" y="2307594"/>
                      <a:ext cx="41401" cy="375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401" h="37529">
                          <a:moveTo>
                            <a:pt x="9755" y="0"/>
                          </a:moveTo>
                          <a:cubicBezTo>
                            <a:pt x="6553" y="10052"/>
                            <a:pt x="3351" y="20105"/>
                            <a:pt x="0" y="30083"/>
                          </a:cubicBezTo>
                          <a:cubicBezTo>
                            <a:pt x="10872" y="32242"/>
                            <a:pt x="21594" y="34700"/>
                            <a:pt x="32243" y="37529"/>
                          </a:cubicBezTo>
                          <a:cubicBezTo>
                            <a:pt x="35222" y="29115"/>
                            <a:pt x="38348" y="20775"/>
                            <a:pt x="41402" y="12435"/>
                          </a:cubicBezTo>
                          <a:cubicBezTo>
                            <a:pt x="30679" y="8712"/>
                            <a:pt x="20180" y="4542"/>
                            <a:pt x="9755" y="0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9" name="AutoShape 29"/>
                    <p:cNvSpPr/>
                    <p:nvPr/>
                  </p:nvSpPr>
                  <p:spPr>
                    <a:xfrm>
                      <a:off x="10999705" y="2361877"/>
                      <a:ext cx="45198" cy="4832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198" h="48326">
                          <a:moveTo>
                            <a:pt x="13775" y="0"/>
                          </a:moveTo>
                          <a:cubicBezTo>
                            <a:pt x="9308" y="12882"/>
                            <a:pt x="4691" y="25690"/>
                            <a:pt x="0" y="38497"/>
                          </a:cubicBezTo>
                          <a:cubicBezTo>
                            <a:pt x="10574" y="41699"/>
                            <a:pt x="21073" y="45050"/>
                            <a:pt x="31647" y="48326"/>
                          </a:cubicBezTo>
                          <a:cubicBezTo>
                            <a:pt x="36114" y="35221"/>
                            <a:pt x="40656" y="22115"/>
                            <a:pt x="45198" y="9010"/>
                          </a:cubicBezTo>
                          <a:cubicBezTo>
                            <a:pt x="34700" y="6031"/>
                            <a:pt x="24200" y="3053"/>
                            <a:pt x="13775" y="0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0" name="AutoShape 30"/>
                    <p:cNvSpPr/>
                    <p:nvPr/>
                  </p:nvSpPr>
                  <p:spPr>
                    <a:xfrm>
                      <a:off x="11085561" y="2190762"/>
                      <a:ext cx="86897" cy="13105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897" h="131054">
                          <a:moveTo>
                            <a:pt x="2755" y="111917"/>
                          </a:moveTo>
                          <a:cubicBezTo>
                            <a:pt x="17573" y="120108"/>
                            <a:pt x="33285" y="126140"/>
                            <a:pt x="49443" y="131054"/>
                          </a:cubicBezTo>
                          <a:cubicBezTo>
                            <a:pt x="63590" y="94865"/>
                            <a:pt x="76547" y="58230"/>
                            <a:pt x="86897" y="20701"/>
                          </a:cubicBezTo>
                          <a:cubicBezTo>
                            <a:pt x="72079" y="13701"/>
                            <a:pt x="57187" y="6776"/>
                            <a:pt x="42220" y="0"/>
                          </a:cubicBezTo>
                          <a:cubicBezTo>
                            <a:pt x="27551" y="36785"/>
                            <a:pt x="13626" y="73867"/>
                            <a:pt x="0" y="111024"/>
                          </a:cubicBezTo>
                          <a:cubicBezTo>
                            <a:pt x="968" y="111173"/>
                            <a:pt x="1862" y="111396"/>
                            <a:pt x="2755" y="111917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1" name="AutoShape 31"/>
                    <p:cNvSpPr/>
                    <p:nvPr/>
                  </p:nvSpPr>
                  <p:spPr>
                    <a:xfrm>
                      <a:off x="11045500" y="2375131"/>
                      <a:ext cx="61803" cy="5450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1803" h="54506">
                          <a:moveTo>
                            <a:pt x="13701" y="0"/>
                          </a:moveTo>
                          <a:cubicBezTo>
                            <a:pt x="9084" y="13180"/>
                            <a:pt x="4468" y="26434"/>
                            <a:pt x="0" y="39688"/>
                          </a:cubicBezTo>
                          <a:cubicBezTo>
                            <a:pt x="15042" y="44529"/>
                            <a:pt x="30082" y="49518"/>
                            <a:pt x="45049" y="54507"/>
                          </a:cubicBezTo>
                          <a:cubicBezTo>
                            <a:pt x="50634" y="41252"/>
                            <a:pt x="56219" y="27998"/>
                            <a:pt x="61803" y="14669"/>
                          </a:cubicBezTo>
                          <a:cubicBezTo>
                            <a:pt x="45868" y="9531"/>
                            <a:pt x="29785" y="4691"/>
                            <a:pt x="13701" y="0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</p:grpSp>
          <p:grpSp>
            <p:nvGrpSpPr>
              <p:cNvPr id="32" name="Group 32"/>
              <p:cNvGrpSpPr/>
              <p:nvPr/>
            </p:nvGrpSpPr>
            <p:grpSpPr>
              <a:xfrm>
                <a:off x="11322575" y="2255842"/>
                <a:ext cx="453029" cy="482889"/>
                <a:chOff x="11322575" y="2255842"/>
                <a:chExt cx="453029" cy="482889"/>
              </a:xfrm>
            </p:grpSpPr>
            <p:sp>
              <p:nvSpPr>
                <p:cNvPr id="33" name="AutoShape 33"/>
                <p:cNvSpPr/>
                <p:nvPr/>
              </p:nvSpPr>
              <p:spPr>
                <a:xfrm>
                  <a:off x="11322575" y="2255842"/>
                  <a:ext cx="453029" cy="482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028" h="482888">
                      <a:moveTo>
                        <a:pt x="453030" y="167243"/>
                      </a:moveTo>
                      <a:cubicBezTo>
                        <a:pt x="396067" y="265459"/>
                        <a:pt x="353995" y="372238"/>
                        <a:pt x="328603" y="482889"/>
                      </a:cubicBezTo>
                      <a:cubicBezTo>
                        <a:pt x="220558" y="433968"/>
                        <a:pt x="110875" y="388620"/>
                        <a:pt x="0" y="346772"/>
                      </a:cubicBezTo>
                      <a:lnTo>
                        <a:pt x="151978" y="0"/>
                      </a:lnTo>
                      <a:cubicBezTo>
                        <a:pt x="253917" y="52794"/>
                        <a:pt x="354292" y="108566"/>
                        <a:pt x="453030" y="167243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34" name="Group 34"/>
                <p:cNvGrpSpPr/>
                <p:nvPr/>
              </p:nvGrpSpPr>
              <p:grpSpPr>
                <a:xfrm>
                  <a:off x="11378422" y="2315412"/>
                  <a:ext cx="341261" cy="363749"/>
                  <a:chOff x="11378422" y="2315412"/>
                  <a:chExt cx="341261" cy="363749"/>
                </a:xfrm>
              </p:grpSpPr>
              <p:sp>
                <p:nvSpPr>
                  <p:cNvPr id="35" name="AutoShape 35"/>
                  <p:cNvSpPr/>
                  <p:nvPr/>
                </p:nvSpPr>
                <p:spPr>
                  <a:xfrm>
                    <a:off x="11378422" y="2315412"/>
                    <a:ext cx="198517" cy="303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8517" h="303955">
                        <a:moveTo>
                          <a:pt x="137830" y="222271"/>
                        </a:moveTo>
                        <a:cubicBezTo>
                          <a:pt x="158307" y="166647"/>
                          <a:pt x="175211" y="103801"/>
                          <a:pt x="198517" y="44752"/>
                        </a:cubicBezTo>
                        <a:cubicBezTo>
                          <a:pt x="170668" y="29562"/>
                          <a:pt x="142670" y="14595"/>
                          <a:pt x="114523" y="0"/>
                        </a:cubicBezTo>
                        <a:lnTo>
                          <a:pt x="0" y="261215"/>
                        </a:lnTo>
                        <a:cubicBezTo>
                          <a:pt x="36338" y="274916"/>
                          <a:pt x="72452" y="289287"/>
                          <a:pt x="108492" y="303956"/>
                        </a:cubicBezTo>
                        <a:cubicBezTo>
                          <a:pt x="118023" y="276628"/>
                          <a:pt x="127853" y="249450"/>
                          <a:pt x="137830" y="222271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6" name="AutoShape 36"/>
                  <p:cNvSpPr/>
                  <p:nvPr/>
                </p:nvSpPr>
                <p:spPr>
                  <a:xfrm>
                    <a:off x="11538293" y="2489953"/>
                    <a:ext cx="54358" cy="765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357" h="76547">
                        <a:moveTo>
                          <a:pt x="28817" y="1042"/>
                        </a:moveTo>
                        <a:cubicBezTo>
                          <a:pt x="27998" y="744"/>
                          <a:pt x="27254" y="372"/>
                          <a:pt x="26435" y="0"/>
                        </a:cubicBezTo>
                        <a:cubicBezTo>
                          <a:pt x="17648" y="24573"/>
                          <a:pt x="8862" y="49145"/>
                          <a:pt x="0" y="73718"/>
                        </a:cubicBezTo>
                        <a:cubicBezTo>
                          <a:pt x="1862" y="72824"/>
                          <a:pt x="4096" y="72229"/>
                          <a:pt x="6702" y="72303"/>
                        </a:cubicBezTo>
                        <a:cubicBezTo>
                          <a:pt x="15711" y="72452"/>
                          <a:pt x="24349" y="73867"/>
                          <a:pt x="32615" y="76547"/>
                        </a:cubicBezTo>
                        <a:cubicBezTo>
                          <a:pt x="39764" y="54804"/>
                          <a:pt x="46912" y="33061"/>
                          <a:pt x="54358" y="11393"/>
                        </a:cubicBezTo>
                        <a:cubicBezTo>
                          <a:pt x="45869" y="7893"/>
                          <a:pt x="37529" y="4095"/>
                          <a:pt x="28817" y="1042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7" name="AutoShape 37"/>
                  <p:cNvSpPr/>
                  <p:nvPr/>
                </p:nvSpPr>
                <p:spPr>
                  <a:xfrm>
                    <a:off x="11595852" y="2375801"/>
                    <a:ext cx="38795" cy="46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795" h="46464">
                        <a:moveTo>
                          <a:pt x="23010" y="41922"/>
                        </a:moveTo>
                        <a:cubicBezTo>
                          <a:pt x="24498" y="43337"/>
                          <a:pt x="25467" y="44901"/>
                          <a:pt x="26211" y="46465"/>
                        </a:cubicBezTo>
                        <a:cubicBezTo>
                          <a:pt x="30232" y="36412"/>
                          <a:pt x="34403" y="26360"/>
                          <a:pt x="38796" y="16382"/>
                        </a:cubicBezTo>
                        <a:cubicBezTo>
                          <a:pt x="29115" y="10946"/>
                          <a:pt x="19436" y="5361"/>
                          <a:pt x="9755" y="0"/>
                        </a:cubicBezTo>
                        <a:cubicBezTo>
                          <a:pt x="6479" y="8712"/>
                          <a:pt x="3351" y="17424"/>
                          <a:pt x="298" y="26062"/>
                        </a:cubicBezTo>
                        <a:cubicBezTo>
                          <a:pt x="224" y="26360"/>
                          <a:pt x="75" y="26583"/>
                          <a:pt x="0" y="26881"/>
                        </a:cubicBezTo>
                        <a:cubicBezTo>
                          <a:pt x="8414" y="30604"/>
                          <a:pt x="16159" y="35221"/>
                          <a:pt x="23010" y="41922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8" name="AutoShape 38"/>
                  <p:cNvSpPr/>
                  <p:nvPr/>
                </p:nvSpPr>
                <p:spPr>
                  <a:xfrm>
                    <a:off x="11574705" y="2430755"/>
                    <a:ext cx="39837" cy="427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837" h="42741">
                        <a:moveTo>
                          <a:pt x="23083" y="8042"/>
                        </a:moveTo>
                        <a:cubicBezTo>
                          <a:pt x="19435" y="4468"/>
                          <a:pt x="15562" y="2010"/>
                          <a:pt x="11169" y="0"/>
                        </a:cubicBezTo>
                        <a:cubicBezTo>
                          <a:pt x="7446" y="10499"/>
                          <a:pt x="3723" y="20998"/>
                          <a:pt x="0" y="31498"/>
                        </a:cubicBezTo>
                        <a:cubicBezTo>
                          <a:pt x="149" y="31572"/>
                          <a:pt x="224" y="31498"/>
                          <a:pt x="373" y="31572"/>
                        </a:cubicBezTo>
                        <a:cubicBezTo>
                          <a:pt x="9755" y="34774"/>
                          <a:pt x="18690" y="39018"/>
                          <a:pt x="27849" y="42741"/>
                        </a:cubicBezTo>
                        <a:cubicBezTo>
                          <a:pt x="31721" y="31944"/>
                          <a:pt x="35742" y="21222"/>
                          <a:pt x="39837" y="10574"/>
                        </a:cubicBezTo>
                        <a:cubicBezTo>
                          <a:pt x="34774" y="13180"/>
                          <a:pt x="28371" y="13180"/>
                          <a:pt x="23083" y="8042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9" name="AutoShape 39"/>
                  <p:cNvSpPr/>
                  <p:nvPr/>
                </p:nvSpPr>
                <p:spPr>
                  <a:xfrm>
                    <a:off x="11514465" y="2582584"/>
                    <a:ext cx="47208" cy="61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208" h="61357">
                        <a:moveTo>
                          <a:pt x="30529" y="9457"/>
                        </a:moveTo>
                        <a:cubicBezTo>
                          <a:pt x="23381" y="9382"/>
                          <a:pt x="18914" y="5138"/>
                          <a:pt x="17127" y="0"/>
                        </a:cubicBezTo>
                        <a:cubicBezTo>
                          <a:pt x="11393" y="16010"/>
                          <a:pt x="5659" y="32094"/>
                          <a:pt x="0" y="48177"/>
                        </a:cubicBezTo>
                        <a:cubicBezTo>
                          <a:pt x="10350" y="52496"/>
                          <a:pt x="20626" y="56964"/>
                          <a:pt x="30977" y="61357"/>
                        </a:cubicBezTo>
                        <a:cubicBezTo>
                          <a:pt x="36487" y="45050"/>
                          <a:pt x="41848" y="28668"/>
                          <a:pt x="47209" y="12287"/>
                        </a:cubicBezTo>
                        <a:cubicBezTo>
                          <a:pt x="41997" y="10499"/>
                          <a:pt x="36561" y="9531"/>
                          <a:pt x="30529" y="9457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40" name="AutoShape 40"/>
                  <p:cNvSpPr/>
                  <p:nvPr/>
                </p:nvSpPr>
                <p:spPr>
                  <a:xfrm>
                    <a:off x="11618862" y="2406927"/>
                    <a:ext cx="100821" cy="140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821" h="140361">
                        <a:moveTo>
                          <a:pt x="49071" y="140362"/>
                        </a:moveTo>
                        <a:cubicBezTo>
                          <a:pt x="63889" y="103950"/>
                          <a:pt x="81164" y="68506"/>
                          <a:pt x="100822" y="34476"/>
                        </a:cubicBezTo>
                        <a:cubicBezTo>
                          <a:pt x="81238" y="22860"/>
                          <a:pt x="61581" y="11318"/>
                          <a:pt x="41773" y="0"/>
                        </a:cubicBezTo>
                        <a:cubicBezTo>
                          <a:pt x="26136" y="36189"/>
                          <a:pt x="12658" y="73197"/>
                          <a:pt x="0" y="110502"/>
                        </a:cubicBezTo>
                        <a:cubicBezTo>
                          <a:pt x="17126" y="118991"/>
                          <a:pt x="32837" y="130161"/>
                          <a:pt x="49071" y="140362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41" name="AutoShape 41"/>
                  <p:cNvSpPr/>
                  <p:nvPr/>
                </p:nvSpPr>
                <p:spPr>
                  <a:xfrm>
                    <a:off x="11598310" y="2545948"/>
                    <a:ext cx="58900" cy="555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900" h="55548">
                        <a:moveTo>
                          <a:pt x="11020" y="0"/>
                        </a:moveTo>
                        <a:cubicBezTo>
                          <a:pt x="7297" y="11169"/>
                          <a:pt x="3649" y="22339"/>
                          <a:pt x="0" y="33583"/>
                        </a:cubicBezTo>
                        <a:cubicBezTo>
                          <a:pt x="16381" y="41327"/>
                          <a:pt x="32912" y="48475"/>
                          <a:pt x="49592" y="55549"/>
                        </a:cubicBezTo>
                        <a:cubicBezTo>
                          <a:pt x="52570" y="46614"/>
                          <a:pt x="55698" y="37827"/>
                          <a:pt x="58900" y="29040"/>
                        </a:cubicBezTo>
                        <a:cubicBezTo>
                          <a:pt x="43040" y="19286"/>
                          <a:pt x="27551" y="8712"/>
                          <a:pt x="11020" y="0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42" name="AutoShape 42"/>
                  <p:cNvSpPr/>
                  <p:nvPr/>
                </p:nvSpPr>
                <p:spPr>
                  <a:xfrm>
                    <a:off x="11572918" y="2607901"/>
                    <a:ext cx="66048" cy="712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048" h="71260">
                        <a:moveTo>
                          <a:pt x="16010" y="0"/>
                        </a:moveTo>
                        <a:cubicBezTo>
                          <a:pt x="10798" y="15935"/>
                          <a:pt x="5510" y="31870"/>
                          <a:pt x="0" y="47805"/>
                        </a:cubicBezTo>
                        <a:cubicBezTo>
                          <a:pt x="17722" y="55474"/>
                          <a:pt x="35370" y="63293"/>
                          <a:pt x="53017" y="71260"/>
                        </a:cubicBezTo>
                        <a:cubicBezTo>
                          <a:pt x="56815" y="54655"/>
                          <a:pt x="61283" y="38274"/>
                          <a:pt x="66048" y="21892"/>
                        </a:cubicBezTo>
                        <a:cubicBezTo>
                          <a:pt x="49294" y="14818"/>
                          <a:pt x="32540" y="7670"/>
                          <a:pt x="16010" y="0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sp>
            <p:nvSpPr>
              <p:cNvPr id="43" name="AutoShape 43"/>
              <p:cNvSpPr/>
              <p:nvPr/>
            </p:nvSpPr>
            <p:spPr>
              <a:xfrm>
                <a:off x="10740055" y="2659131"/>
                <a:ext cx="848203" cy="784835"/>
              </a:xfrm>
              <a:custGeom>
                <a:avLst/>
                <a:gdLst/>
                <a:ahLst/>
                <a:cxnLst/>
                <a:rect l="l" t="t" r="r" b="b"/>
                <a:pathLst>
                  <a:path w="848203" h="784835">
                    <a:moveTo>
                      <a:pt x="848203" y="182582"/>
                    </a:moveTo>
                    <a:cubicBezTo>
                      <a:pt x="796451" y="383333"/>
                      <a:pt x="744625" y="584084"/>
                      <a:pt x="692874" y="784835"/>
                    </a:cubicBezTo>
                    <a:cubicBezTo>
                      <a:pt x="463157" y="742466"/>
                      <a:pt x="232026" y="707767"/>
                      <a:pt x="0" y="680513"/>
                    </a:cubicBezTo>
                    <a:lnTo>
                      <a:pt x="209240" y="0"/>
                    </a:lnTo>
                    <a:cubicBezTo>
                      <a:pt x="413342" y="49965"/>
                      <a:pt x="648345" y="117651"/>
                      <a:pt x="848203" y="182582"/>
                    </a:cubicBezTo>
                    <a:close/>
                  </a:path>
                </a:pathLst>
              </a:custGeom>
              <a:solidFill>
                <a:srgbClr val="5FBBB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11266877" y="2854149"/>
                <a:ext cx="248034" cy="533375"/>
                <a:chOff x="11266877" y="2854149"/>
                <a:chExt cx="248034" cy="533375"/>
              </a:xfrm>
              <a:solidFill>
                <a:srgbClr val="E0DBD5">
                  <a:alpha val="100000"/>
                </a:srgbClr>
              </a:solidFill>
            </p:grpSpPr>
            <p:sp>
              <p:nvSpPr>
                <p:cNvPr id="45" name="AutoShape 45"/>
                <p:cNvSpPr/>
                <p:nvPr/>
              </p:nvSpPr>
              <p:spPr>
                <a:xfrm>
                  <a:off x="11379166" y="2854149"/>
                  <a:ext cx="135745" cy="70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45" h="70292">
                      <a:moveTo>
                        <a:pt x="126289" y="70293"/>
                      </a:moveTo>
                      <a:cubicBezTo>
                        <a:pt x="129416" y="58826"/>
                        <a:pt x="132618" y="47284"/>
                        <a:pt x="135745" y="35816"/>
                      </a:cubicBezTo>
                      <a:cubicBezTo>
                        <a:pt x="93600" y="22786"/>
                        <a:pt x="51305" y="10499"/>
                        <a:pt x="8414" y="0"/>
                      </a:cubicBezTo>
                      <a:cubicBezTo>
                        <a:pt x="5659" y="11765"/>
                        <a:pt x="2830" y="23679"/>
                        <a:pt x="0" y="35593"/>
                      </a:cubicBezTo>
                      <a:cubicBezTo>
                        <a:pt x="42667" y="45348"/>
                        <a:pt x="84441" y="57932"/>
                        <a:pt x="126289" y="70293"/>
                      </a:cubicBezTo>
                      <a:close/>
                    </a:path>
                  </a:pathLst>
                </a:custGeom>
                <a:solidFill>
                  <a:srgbClr val="E0DBD5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6" name="AutoShape 46"/>
                <p:cNvSpPr/>
                <p:nvPr/>
              </p:nvSpPr>
              <p:spPr>
                <a:xfrm>
                  <a:off x="11266877" y="2918708"/>
                  <a:ext cx="230610" cy="468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610" h="468816">
                      <a:moveTo>
                        <a:pt x="105514" y="0"/>
                      </a:moveTo>
                      <a:cubicBezTo>
                        <a:pt x="70665" y="147585"/>
                        <a:pt x="34104" y="299712"/>
                        <a:pt x="0" y="445137"/>
                      </a:cubicBezTo>
                      <a:cubicBezTo>
                        <a:pt x="38348" y="441191"/>
                        <a:pt x="77813" y="449605"/>
                        <a:pt x="111172" y="468816"/>
                      </a:cubicBezTo>
                      <a:lnTo>
                        <a:pt x="230610" y="34402"/>
                      </a:lnTo>
                      <a:cubicBezTo>
                        <a:pt x="189210" y="22190"/>
                        <a:pt x="147733" y="9680"/>
                        <a:pt x="105514" y="0"/>
                      </a:cubicBezTo>
                      <a:close/>
                    </a:path>
                  </a:pathLst>
                </a:custGeom>
                <a:solidFill>
                  <a:srgbClr val="E0DBD5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47" name="AutoShape 47"/>
              <p:cNvSpPr/>
              <p:nvPr/>
            </p:nvSpPr>
            <p:spPr>
              <a:xfrm>
                <a:off x="10305715" y="3453125"/>
                <a:ext cx="846340" cy="467624"/>
              </a:xfrm>
              <a:custGeom>
                <a:avLst/>
                <a:gdLst/>
                <a:ahLst/>
                <a:cxnLst/>
                <a:rect l="l" t="t" r="r" b="b"/>
                <a:pathLst>
                  <a:path w="846340" h="467624">
                    <a:moveTo>
                      <a:pt x="846341" y="99408"/>
                    </a:moveTo>
                    <a:lnTo>
                      <a:pt x="753635" y="467625"/>
                    </a:lnTo>
                    <a:cubicBezTo>
                      <a:pt x="503367" y="442903"/>
                      <a:pt x="251237" y="437170"/>
                      <a:pt x="0" y="450126"/>
                    </a:cubicBezTo>
                    <a:lnTo>
                      <a:pt x="78557" y="0"/>
                    </a:lnTo>
                    <a:cubicBezTo>
                      <a:pt x="335826" y="20924"/>
                      <a:pt x="592200" y="54060"/>
                      <a:pt x="846341" y="99408"/>
                    </a:cubicBezTo>
                    <a:close/>
                  </a:path>
                </a:pathLst>
              </a:custGeom>
              <a:solidFill>
                <a:srgbClr val="5FBBB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8" name="AutoShape 48"/>
              <p:cNvSpPr/>
              <p:nvPr/>
            </p:nvSpPr>
            <p:spPr>
              <a:xfrm>
                <a:off x="10499317" y="3560054"/>
                <a:ext cx="459135" cy="253693"/>
              </a:xfrm>
              <a:custGeom>
                <a:avLst/>
                <a:gdLst/>
                <a:ahLst/>
                <a:cxnLst/>
                <a:rect l="l" t="t" r="r" b="b"/>
                <a:pathLst>
                  <a:path w="459135" h="253693">
                    <a:moveTo>
                      <a:pt x="459135" y="53985"/>
                    </a:moveTo>
                    <a:lnTo>
                      <a:pt x="408799" y="253694"/>
                    </a:lnTo>
                    <a:cubicBezTo>
                      <a:pt x="273054" y="240291"/>
                      <a:pt x="136266" y="237163"/>
                      <a:pt x="0" y="244237"/>
                    </a:cubicBezTo>
                    <a:lnTo>
                      <a:pt x="42592" y="0"/>
                    </a:lnTo>
                    <a:cubicBezTo>
                      <a:pt x="182210" y="11393"/>
                      <a:pt x="321231" y="29338"/>
                      <a:pt x="459135" y="53985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8986462" y="2423234"/>
                <a:ext cx="931153" cy="853862"/>
                <a:chOff x="8986462" y="2423234"/>
                <a:chExt cx="931153" cy="853862"/>
              </a:xfrm>
            </p:grpSpPr>
            <p:sp>
              <p:nvSpPr>
                <p:cNvPr id="50" name="AutoShape 50"/>
                <p:cNvSpPr/>
                <p:nvPr/>
              </p:nvSpPr>
              <p:spPr>
                <a:xfrm>
                  <a:off x="8986462" y="2423234"/>
                  <a:ext cx="931153" cy="853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1153" h="853862">
                      <a:moveTo>
                        <a:pt x="931154" y="55549"/>
                      </a:moveTo>
                      <a:lnTo>
                        <a:pt x="754156" y="846118"/>
                      </a:lnTo>
                      <a:cubicBezTo>
                        <a:pt x="502771" y="839938"/>
                        <a:pt x="251237" y="842618"/>
                        <a:pt x="0" y="853862"/>
                      </a:cubicBezTo>
                      <a:lnTo>
                        <a:pt x="132915" y="0"/>
                      </a:lnTo>
                      <a:cubicBezTo>
                        <a:pt x="399640" y="6255"/>
                        <a:pt x="666142" y="24796"/>
                        <a:pt x="931154" y="55549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51" name="AutoShape 51"/>
                <p:cNvSpPr/>
                <p:nvPr/>
              </p:nvSpPr>
              <p:spPr>
                <a:xfrm>
                  <a:off x="9563025" y="2456668"/>
                  <a:ext cx="354590" cy="726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590" h="726605">
                      <a:moveTo>
                        <a:pt x="354591" y="22115"/>
                      </a:moveTo>
                      <a:cubicBezTo>
                        <a:pt x="296286" y="15339"/>
                        <a:pt x="237908" y="9308"/>
                        <a:pt x="142298" y="0"/>
                      </a:cubicBezTo>
                      <a:lnTo>
                        <a:pt x="0" y="711564"/>
                      </a:lnTo>
                      <a:lnTo>
                        <a:pt x="196879" y="726605"/>
                      </a:lnTo>
                      <a:lnTo>
                        <a:pt x="354591" y="22115"/>
                      </a:ln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52" name="Group 52"/>
                <p:cNvGrpSpPr/>
                <p:nvPr/>
              </p:nvGrpSpPr>
              <p:grpSpPr>
                <a:xfrm>
                  <a:off x="9154596" y="2572905"/>
                  <a:ext cx="333147" cy="541415"/>
                  <a:chOff x="9154596" y="2572905"/>
                  <a:chExt cx="333147" cy="541415"/>
                </a:xfrm>
                <a:solidFill>
                  <a:srgbClr val="E0DBD5">
                    <a:alpha val="100000"/>
                  </a:srgbClr>
                </a:solidFill>
              </p:grpSpPr>
              <p:sp>
                <p:nvSpPr>
                  <p:cNvPr id="53" name="AutoShape 53"/>
                  <p:cNvSpPr/>
                  <p:nvPr/>
                </p:nvSpPr>
                <p:spPr>
                  <a:xfrm>
                    <a:off x="9390920" y="2833523"/>
                    <a:ext cx="49762" cy="1374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762" h="137457">
                        <a:moveTo>
                          <a:pt x="49763" y="0"/>
                        </a:moveTo>
                        <a:cubicBezTo>
                          <a:pt x="-7946" y="12286"/>
                          <a:pt x="-14126" y="104024"/>
                          <a:pt x="24297" y="137458"/>
                        </a:cubicBezTo>
                        <a:cubicBezTo>
                          <a:pt x="26307" y="126586"/>
                          <a:pt x="28392" y="115640"/>
                          <a:pt x="30402" y="104769"/>
                        </a:cubicBezTo>
                        <a:cubicBezTo>
                          <a:pt x="36881" y="69846"/>
                          <a:pt x="43359" y="34923"/>
                          <a:pt x="49763" y="0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54" name="AutoShape 54"/>
                  <p:cNvSpPr/>
                  <p:nvPr/>
                </p:nvSpPr>
                <p:spPr>
                  <a:xfrm>
                    <a:off x="9154596" y="2572905"/>
                    <a:ext cx="333147" cy="5414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147" h="541415">
                        <a:moveTo>
                          <a:pt x="293235" y="221971"/>
                        </a:moveTo>
                        <a:cubicBezTo>
                          <a:pt x="298522" y="193452"/>
                          <a:pt x="303735" y="165008"/>
                          <a:pt x="309022" y="136488"/>
                        </a:cubicBezTo>
                        <a:cubicBezTo>
                          <a:pt x="316095" y="98215"/>
                          <a:pt x="324137" y="60015"/>
                          <a:pt x="330318" y="21593"/>
                        </a:cubicBezTo>
                        <a:cubicBezTo>
                          <a:pt x="331286" y="15412"/>
                          <a:pt x="332254" y="9158"/>
                          <a:pt x="333147" y="2977"/>
                        </a:cubicBezTo>
                        <a:cubicBezTo>
                          <a:pt x="283332" y="-5809"/>
                          <a:pt x="230389" y="5583"/>
                          <a:pt x="184297" y="27550"/>
                        </a:cubicBezTo>
                        <a:cubicBezTo>
                          <a:pt x="111249" y="62398"/>
                          <a:pt x="50711" y="124128"/>
                          <a:pt x="20777" y="199261"/>
                        </a:cubicBezTo>
                        <a:cubicBezTo>
                          <a:pt x="-9157" y="274393"/>
                          <a:pt x="-7147" y="362482"/>
                          <a:pt x="29414" y="434636"/>
                        </a:cubicBezTo>
                        <a:cubicBezTo>
                          <a:pt x="43712" y="462783"/>
                          <a:pt x="63369" y="488845"/>
                          <a:pt x="89431" y="506716"/>
                        </a:cubicBezTo>
                        <a:cubicBezTo>
                          <a:pt x="130832" y="535161"/>
                          <a:pt x="182882" y="540076"/>
                          <a:pt x="233665" y="541416"/>
                        </a:cubicBezTo>
                        <a:cubicBezTo>
                          <a:pt x="240069" y="507237"/>
                          <a:pt x="246547" y="473059"/>
                          <a:pt x="252951" y="438881"/>
                        </a:cubicBezTo>
                        <a:cubicBezTo>
                          <a:pt x="174319" y="396958"/>
                          <a:pt x="181318" y="225769"/>
                          <a:pt x="293235" y="221971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55" name="Group 55"/>
              <p:cNvGrpSpPr/>
              <p:nvPr/>
            </p:nvGrpSpPr>
            <p:grpSpPr>
              <a:xfrm>
                <a:off x="10278461" y="1827310"/>
                <a:ext cx="675077" cy="608507"/>
                <a:chOff x="10278461" y="1827310"/>
                <a:chExt cx="675077" cy="608507"/>
              </a:xfrm>
            </p:grpSpPr>
            <p:sp>
              <p:nvSpPr>
                <p:cNvPr id="56" name="AutoShape 56"/>
                <p:cNvSpPr/>
                <p:nvPr/>
              </p:nvSpPr>
              <p:spPr>
                <a:xfrm>
                  <a:off x="10278461" y="1827310"/>
                  <a:ext cx="675077" cy="608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077" h="608507">
                      <a:moveTo>
                        <a:pt x="675078" y="189954"/>
                      </a:moveTo>
                      <a:lnTo>
                        <a:pt x="527194" y="608508"/>
                      </a:lnTo>
                      <a:cubicBezTo>
                        <a:pt x="353473" y="561448"/>
                        <a:pt x="177444" y="522801"/>
                        <a:pt x="0" y="492421"/>
                      </a:cubicBezTo>
                      <a:lnTo>
                        <a:pt x="127926" y="0"/>
                      </a:lnTo>
                      <a:cubicBezTo>
                        <a:pt x="313189" y="54581"/>
                        <a:pt x="495920" y="117874"/>
                        <a:pt x="675078" y="189954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57" name="Group 57"/>
                <p:cNvGrpSpPr/>
                <p:nvPr/>
              </p:nvGrpSpPr>
              <p:grpSpPr>
                <a:xfrm>
                  <a:off x="10313607" y="1858882"/>
                  <a:ext cx="604859" cy="545289"/>
                  <a:chOff x="10313607" y="1858882"/>
                  <a:chExt cx="604859" cy="545289"/>
                </a:xfrm>
                <a:solidFill>
                  <a:srgbClr val="E0DBD5">
                    <a:alpha val="100000"/>
                  </a:srgbClr>
                </a:solidFill>
              </p:grpSpPr>
              <p:grpSp>
                <p:nvGrpSpPr>
                  <p:cNvPr id="58" name="Group 58"/>
                  <p:cNvGrpSpPr/>
                  <p:nvPr/>
                </p:nvGrpSpPr>
                <p:grpSpPr>
                  <a:xfrm>
                    <a:off x="10313607" y="1858882"/>
                    <a:ext cx="604859" cy="545289"/>
                    <a:chOff x="10313607" y="1858882"/>
                    <a:chExt cx="604859" cy="545289"/>
                  </a:xfrm>
                  <a:solidFill>
                    <a:srgbClr val="E0DBD5">
                      <a:alpha val="100000"/>
                    </a:srgbClr>
                  </a:solidFill>
                </p:grpSpPr>
                <p:sp>
                  <p:nvSpPr>
                    <p:cNvPr id="59" name="AutoShape 59"/>
                    <p:cNvSpPr/>
                    <p:nvPr/>
                  </p:nvSpPr>
                  <p:spPr>
                    <a:xfrm>
                      <a:off x="10367369" y="2077058"/>
                      <a:ext cx="91067" cy="364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1067" h="36486">
                          <a:moveTo>
                            <a:pt x="91068" y="21073"/>
                          </a:moveTo>
                          <a:cubicBezTo>
                            <a:pt x="61953" y="14744"/>
                            <a:pt x="32243" y="9159"/>
                            <a:pt x="4170" y="0"/>
                          </a:cubicBezTo>
                          <a:lnTo>
                            <a:pt x="0" y="16158"/>
                          </a:lnTo>
                          <a:cubicBezTo>
                            <a:pt x="28520" y="21817"/>
                            <a:pt x="56815" y="28817"/>
                            <a:pt x="84962" y="36487"/>
                          </a:cubicBezTo>
                          <a:cubicBezTo>
                            <a:pt x="86377" y="31274"/>
                            <a:pt x="88462" y="25987"/>
                            <a:pt x="91068" y="21073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0" name="AutoShape 60"/>
                    <p:cNvSpPr/>
                    <p:nvPr/>
                  </p:nvSpPr>
                  <p:spPr>
                    <a:xfrm>
                      <a:off x="10791061" y="2192921"/>
                      <a:ext cx="63591" cy="3559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3591" h="35593">
                          <a:moveTo>
                            <a:pt x="6925" y="0"/>
                          </a:moveTo>
                          <a:cubicBezTo>
                            <a:pt x="5808" y="5734"/>
                            <a:pt x="3723" y="10871"/>
                            <a:pt x="1415" y="16456"/>
                          </a:cubicBezTo>
                          <a:cubicBezTo>
                            <a:pt x="968" y="17573"/>
                            <a:pt x="522" y="18690"/>
                            <a:pt x="0" y="19733"/>
                          </a:cubicBezTo>
                          <a:cubicBezTo>
                            <a:pt x="18988" y="25019"/>
                            <a:pt x="37976" y="30306"/>
                            <a:pt x="56964" y="35593"/>
                          </a:cubicBezTo>
                          <a:lnTo>
                            <a:pt x="63591" y="16829"/>
                          </a:lnTo>
                          <a:cubicBezTo>
                            <a:pt x="44678" y="11169"/>
                            <a:pt x="25838" y="5585"/>
                            <a:pt x="6925" y="0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1" name="AutoShape 61"/>
                    <p:cNvSpPr/>
                    <p:nvPr/>
                  </p:nvSpPr>
                  <p:spPr>
                    <a:xfrm>
                      <a:off x="10770435" y="2253832"/>
                      <a:ext cx="65154" cy="960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154" h="96056">
                          <a:moveTo>
                            <a:pt x="29562" y="0"/>
                          </a:moveTo>
                          <a:cubicBezTo>
                            <a:pt x="20255" y="29040"/>
                            <a:pt x="9755" y="57783"/>
                            <a:pt x="0" y="86675"/>
                          </a:cubicBezTo>
                          <a:cubicBezTo>
                            <a:pt x="11542" y="89951"/>
                            <a:pt x="23083" y="93078"/>
                            <a:pt x="34700" y="96057"/>
                          </a:cubicBezTo>
                          <a:lnTo>
                            <a:pt x="65155" y="9904"/>
                          </a:lnTo>
                          <a:cubicBezTo>
                            <a:pt x="53241" y="6627"/>
                            <a:pt x="41402" y="3276"/>
                            <a:pt x="29562" y="0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2" name="AutoShape 62"/>
                    <p:cNvSpPr/>
                    <p:nvPr/>
                  </p:nvSpPr>
                  <p:spPr>
                    <a:xfrm>
                      <a:off x="10313607" y="2258299"/>
                      <a:ext cx="479166" cy="14587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79166" h="145872">
                          <a:moveTo>
                            <a:pt x="280947" y="68506"/>
                          </a:moveTo>
                          <a:cubicBezTo>
                            <a:pt x="191220" y="44603"/>
                            <a:pt x="100674" y="23902"/>
                            <a:pt x="10871" y="0"/>
                          </a:cubicBezTo>
                          <a:lnTo>
                            <a:pt x="0" y="41848"/>
                          </a:lnTo>
                          <a:cubicBezTo>
                            <a:pt x="158977" y="69027"/>
                            <a:pt x="316689" y="103652"/>
                            <a:pt x="472391" y="145872"/>
                          </a:cubicBezTo>
                          <a:lnTo>
                            <a:pt x="479166" y="126586"/>
                          </a:lnTo>
                          <a:cubicBezTo>
                            <a:pt x="412597" y="109385"/>
                            <a:pt x="347592" y="86228"/>
                            <a:pt x="280947" y="68506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3" name="AutoShape 63"/>
                    <p:cNvSpPr/>
                    <p:nvPr/>
                  </p:nvSpPr>
                  <p:spPr>
                    <a:xfrm>
                      <a:off x="10418525" y="1858882"/>
                      <a:ext cx="499941" cy="1964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99940" h="196432">
                          <a:moveTo>
                            <a:pt x="3351" y="37604"/>
                          </a:moveTo>
                          <a:cubicBezTo>
                            <a:pt x="57634" y="46986"/>
                            <a:pt x="108269" y="70367"/>
                            <a:pt x="160616" y="86674"/>
                          </a:cubicBezTo>
                          <a:cubicBezTo>
                            <a:pt x="216240" y="103950"/>
                            <a:pt x="272980" y="118619"/>
                            <a:pt x="327412" y="139468"/>
                          </a:cubicBezTo>
                          <a:cubicBezTo>
                            <a:pt x="379462" y="159424"/>
                            <a:pt x="433596" y="174242"/>
                            <a:pt x="485496" y="194347"/>
                          </a:cubicBezTo>
                          <a:cubicBezTo>
                            <a:pt x="487209" y="195017"/>
                            <a:pt x="488996" y="195762"/>
                            <a:pt x="490708" y="196432"/>
                          </a:cubicBezTo>
                          <a:lnTo>
                            <a:pt x="499942" y="170221"/>
                          </a:lnTo>
                          <a:cubicBezTo>
                            <a:pt x="339401" y="105662"/>
                            <a:pt x="175658" y="48922"/>
                            <a:pt x="9680" y="0"/>
                          </a:cubicBezTo>
                          <a:lnTo>
                            <a:pt x="0" y="37306"/>
                          </a:lnTo>
                          <a:cubicBezTo>
                            <a:pt x="1043" y="37380"/>
                            <a:pt x="2160" y="37455"/>
                            <a:pt x="3351" y="37604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64" name="Group 64"/>
                  <p:cNvGrpSpPr/>
                  <p:nvPr/>
                </p:nvGrpSpPr>
                <p:grpSpPr>
                  <a:xfrm>
                    <a:off x="10475797" y="1996510"/>
                    <a:ext cx="320773" cy="318513"/>
                    <a:chOff x="10475797" y="1996510"/>
                    <a:chExt cx="320773" cy="318513"/>
                  </a:xfrm>
                  <a:solidFill>
                    <a:srgbClr val="E0DBD5">
                      <a:alpha val="100000"/>
                    </a:srgbClr>
                  </a:solidFill>
                </p:grpSpPr>
                <p:sp>
                  <p:nvSpPr>
                    <p:cNvPr id="65" name="AutoShape 65"/>
                    <p:cNvSpPr/>
                    <p:nvPr/>
                  </p:nvSpPr>
                  <p:spPr>
                    <a:xfrm>
                      <a:off x="10538223" y="2058591"/>
                      <a:ext cx="195869" cy="1944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5869" h="194496">
                          <a:moveTo>
                            <a:pt x="155665" y="16307"/>
                          </a:moveTo>
                          <a:cubicBezTo>
                            <a:pt x="140325" y="5808"/>
                            <a:pt x="120965" y="0"/>
                            <a:pt x="101158" y="0"/>
                          </a:cubicBezTo>
                          <a:cubicBezTo>
                            <a:pt x="83064" y="0"/>
                            <a:pt x="65639" y="4617"/>
                            <a:pt x="50747" y="13478"/>
                          </a:cubicBezTo>
                          <a:cubicBezTo>
                            <a:pt x="19398" y="32019"/>
                            <a:pt x="-1004" y="69474"/>
                            <a:pt x="38" y="106705"/>
                          </a:cubicBezTo>
                          <a:cubicBezTo>
                            <a:pt x="857" y="137383"/>
                            <a:pt x="15824" y="165903"/>
                            <a:pt x="38907" y="181167"/>
                          </a:cubicBezTo>
                          <a:cubicBezTo>
                            <a:pt x="52087" y="189879"/>
                            <a:pt x="68320" y="194496"/>
                            <a:pt x="85819" y="194496"/>
                          </a:cubicBezTo>
                          <a:cubicBezTo>
                            <a:pt x="106594" y="194496"/>
                            <a:pt x="127964" y="188167"/>
                            <a:pt x="145985" y="176625"/>
                          </a:cubicBezTo>
                          <a:cubicBezTo>
                            <a:pt x="170334" y="161063"/>
                            <a:pt x="187683" y="137830"/>
                            <a:pt x="193641" y="112960"/>
                          </a:cubicBezTo>
                          <a:cubicBezTo>
                            <a:pt x="202055" y="77665"/>
                            <a:pt x="186045" y="37082"/>
                            <a:pt x="155665" y="16307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6" name="AutoShape 66"/>
                    <p:cNvSpPr/>
                    <p:nvPr/>
                  </p:nvSpPr>
                  <p:spPr>
                    <a:xfrm>
                      <a:off x="10475797" y="1996510"/>
                      <a:ext cx="320773" cy="31851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0773" h="318513">
                          <a:moveTo>
                            <a:pt x="254652" y="26786"/>
                          </a:moveTo>
                          <a:cubicBezTo>
                            <a:pt x="204762" y="-7392"/>
                            <a:pt x="134916" y="-8733"/>
                            <a:pt x="82792" y="22020"/>
                          </a:cubicBezTo>
                          <a:cubicBezTo>
                            <a:pt x="30743" y="52773"/>
                            <a:pt x="-1648" y="113535"/>
                            <a:pt x="65" y="173998"/>
                          </a:cubicBezTo>
                          <a:cubicBezTo>
                            <a:pt x="1405" y="221878"/>
                            <a:pt x="24340" y="270055"/>
                            <a:pt x="64326" y="296415"/>
                          </a:cubicBezTo>
                          <a:cubicBezTo>
                            <a:pt x="115928" y="330444"/>
                            <a:pt x="187561" y="322849"/>
                            <a:pt x="239610" y="289490"/>
                          </a:cubicBezTo>
                          <a:cubicBezTo>
                            <a:pt x="276841" y="265662"/>
                            <a:pt x="306776" y="228728"/>
                            <a:pt x="317051" y="185689"/>
                          </a:cubicBezTo>
                          <a:cubicBezTo>
                            <a:pt x="331050" y="126864"/>
                            <a:pt x="304542" y="60964"/>
                            <a:pt x="254652" y="26786"/>
                          </a:cubicBezTo>
                          <a:close/>
                          <a:moveTo>
                            <a:pt x="270587" y="178391"/>
                          </a:moveTo>
                          <a:cubicBezTo>
                            <a:pt x="263810" y="206985"/>
                            <a:pt x="244079" y="233494"/>
                            <a:pt x="216452" y="251142"/>
                          </a:cubicBezTo>
                          <a:cubicBezTo>
                            <a:pt x="196050" y="264172"/>
                            <a:pt x="171849" y="271395"/>
                            <a:pt x="148245" y="271395"/>
                          </a:cubicBezTo>
                          <a:cubicBezTo>
                            <a:pt x="127842" y="271395"/>
                            <a:pt x="108780" y="265960"/>
                            <a:pt x="93143" y="255609"/>
                          </a:cubicBezTo>
                          <a:cubicBezTo>
                            <a:pt x="66038" y="237738"/>
                            <a:pt x="48540" y="204602"/>
                            <a:pt x="47572" y="169158"/>
                          </a:cubicBezTo>
                          <a:cubicBezTo>
                            <a:pt x="46380" y="126044"/>
                            <a:pt x="69166" y="84271"/>
                            <a:pt x="105578" y="62677"/>
                          </a:cubicBezTo>
                          <a:cubicBezTo>
                            <a:pt x="122779" y="52550"/>
                            <a:pt x="142809" y="47189"/>
                            <a:pt x="163584" y="47189"/>
                          </a:cubicBezTo>
                          <a:cubicBezTo>
                            <a:pt x="186370" y="47189"/>
                            <a:pt x="208709" y="53890"/>
                            <a:pt x="226505" y="66102"/>
                          </a:cubicBezTo>
                          <a:cubicBezTo>
                            <a:pt x="262396" y="90600"/>
                            <a:pt x="280490" y="136767"/>
                            <a:pt x="270587" y="178391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</p:grpSp>
          <p:grpSp>
            <p:nvGrpSpPr>
              <p:cNvPr id="67" name="Group 67"/>
              <p:cNvGrpSpPr/>
              <p:nvPr/>
            </p:nvGrpSpPr>
            <p:grpSpPr>
              <a:xfrm>
                <a:off x="8306917" y="3442030"/>
                <a:ext cx="916335" cy="939345"/>
                <a:chOff x="8306917" y="3442030"/>
                <a:chExt cx="916335" cy="939345"/>
              </a:xfrm>
            </p:grpSpPr>
            <p:sp>
              <p:nvSpPr>
                <p:cNvPr id="68" name="AutoShape 68"/>
                <p:cNvSpPr/>
                <p:nvPr/>
              </p:nvSpPr>
              <p:spPr>
                <a:xfrm>
                  <a:off x="8306917" y="3442030"/>
                  <a:ext cx="916335" cy="939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6335" h="939345">
                      <a:moveTo>
                        <a:pt x="0" y="109311"/>
                      </a:moveTo>
                      <a:cubicBezTo>
                        <a:pt x="302988" y="55177"/>
                        <a:pt x="609104" y="18914"/>
                        <a:pt x="916336" y="0"/>
                      </a:cubicBezTo>
                      <a:lnTo>
                        <a:pt x="916336" y="636133"/>
                      </a:lnTo>
                      <a:cubicBezTo>
                        <a:pt x="636729" y="713053"/>
                        <a:pt x="363824" y="814099"/>
                        <a:pt x="102088" y="939345"/>
                      </a:cubicBezTo>
                      <a:cubicBezTo>
                        <a:pt x="81462" y="661227"/>
                        <a:pt x="47433" y="384078"/>
                        <a:pt x="0" y="109311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69" name="Group 69"/>
                <p:cNvGrpSpPr/>
                <p:nvPr/>
              </p:nvGrpSpPr>
              <p:grpSpPr>
                <a:xfrm>
                  <a:off x="8423302" y="3566308"/>
                  <a:ext cx="292116" cy="692873"/>
                  <a:chOff x="8423302" y="3566308"/>
                  <a:chExt cx="292116" cy="692873"/>
                </a:xfrm>
                <a:solidFill>
                  <a:srgbClr val="E0DBD5">
                    <a:alpha val="100000"/>
                  </a:srgbClr>
                </a:solidFill>
              </p:grpSpPr>
              <p:sp>
                <p:nvSpPr>
                  <p:cNvPr id="70" name="AutoShape 70"/>
                  <p:cNvSpPr/>
                  <p:nvPr/>
                </p:nvSpPr>
                <p:spPr>
                  <a:xfrm>
                    <a:off x="8423302" y="3566308"/>
                    <a:ext cx="252428" cy="1105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2428" h="110575">
                        <a:moveTo>
                          <a:pt x="252428" y="48177"/>
                        </a:moveTo>
                        <a:cubicBezTo>
                          <a:pt x="250790" y="32093"/>
                          <a:pt x="249152" y="16084"/>
                          <a:pt x="247364" y="0"/>
                        </a:cubicBezTo>
                        <a:cubicBezTo>
                          <a:pt x="167243" y="28892"/>
                          <a:pt x="84292" y="49666"/>
                          <a:pt x="0" y="61878"/>
                        </a:cubicBezTo>
                        <a:cubicBezTo>
                          <a:pt x="1862" y="78111"/>
                          <a:pt x="3798" y="94344"/>
                          <a:pt x="5659" y="110577"/>
                        </a:cubicBezTo>
                        <a:cubicBezTo>
                          <a:pt x="86525" y="84887"/>
                          <a:pt x="169253" y="65676"/>
                          <a:pt x="252428" y="48177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71" name="AutoShape 71"/>
                  <p:cNvSpPr/>
                  <p:nvPr/>
                </p:nvSpPr>
                <p:spPr>
                  <a:xfrm>
                    <a:off x="8434247" y="3659089"/>
                    <a:ext cx="248779" cy="9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779" h="97173">
                        <a:moveTo>
                          <a:pt x="248780" y="28743"/>
                        </a:moveTo>
                        <a:cubicBezTo>
                          <a:pt x="247886" y="19137"/>
                          <a:pt x="246993" y="9606"/>
                          <a:pt x="246025" y="0"/>
                        </a:cubicBezTo>
                        <a:cubicBezTo>
                          <a:pt x="163073" y="17573"/>
                          <a:pt x="80494" y="36933"/>
                          <a:pt x="0" y="62995"/>
                        </a:cubicBezTo>
                        <a:cubicBezTo>
                          <a:pt x="1341" y="74388"/>
                          <a:pt x="2681" y="85781"/>
                          <a:pt x="3947" y="97174"/>
                        </a:cubicBezTo>
                        <a:cubicBezTo>
                          <a:pt x="83994" y="68952"/>
                          <a:pt x="166200" y="48326"/>
                          <a:pt x="248780" y="28743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72" name="AutoShape 72"/>
                  <p:cNvSpPr/>
                  <p:nvPr/>
                </p:nvSpPr>
                <p:spPr>
                  <a:xfrm>
                    <a:off x="8452789" y="3806599"/>
                    <a:ext cx="251236" cy="2133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236" h="213335">
                        <a:moveTo>
                          <a:pt x="36561" y="207602"/>
                        </a:moveTo>
                        <a:cubicBezTo>
                          <a:pt x="97695" y="191369"/>
                          <a:pt x="158605" y="175732"/>
                          <a:pt x="219515" y="158680"/>
                        </a:cubicBezTo>
                        <a:cubicBezTo>
                          <a:pt x="230089" y="155701"/>
                          <a:pt x="240663" y="152872"/>
                          <a:pt x="251237" y="149967"/>
                        </a:cubicBezTo>
                        <a:cubicBezTo>
                          <a:pt x="248035" y="99929"/>
                          <a:pt x="244535" y="49964"/>
                          <a:pt x="240514" y="0"/>
                        </a:cubicBezTo>
                        <a:cubicBezTo>
                          <a:pt x="160318" y="24945"/>
                          <a:pt x="80494" y="51007"/>
                          <a:pt x="0" y="74835"/>
                        </a:cubicBezTo>
                        <a:cubicBezTo>
                          <a:pt x="5361" y="121002"/>
                          <a:pt x="10723" y="167168"/>
                          <a:pt x="16084" y="213335"/>
                        </a:cubicBezTo>
                        <a:cubicBezTo>
                          <a:pt x="22860" y="211325"/>
                          <a:pt x="29710" y="209389"/>
                          <a:pt x="36561" y="207602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73" name="AutoShape 73"/>
                  <p:cNvSpPr/>
                  <p:nvPr/>
                </p:nvSpPr>
                <p:spPr>
                  <a:xfrm>
                    <a:off x="8474085" y="4001989"/>
                    <a:ext cx="241332" cy="257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332" h="257192">
                        <a:moveTo>
                          <a:pt x="64708" y="45869"/>
                        </a:moveTo>
                        <a:cubicBezTo>
                          <a:pt x="44156" y="50784"/>
                          <a:pt x="21371" y="55177"/>
                          <a:pt x="0" y="62251"/>
                        </a:cubicBezTo>
                        <a:cubicBezTo>
                          <a:pt x="7595" y="127256"/>
                          <a:pt x="15116" y="192188"/>
                          <a:pt x="22711" y="257193"/>
                        </a:cubicBezTo>
                        <a:cubicBezTo>
                          <a:pt x="92780" y="224132"/>
                          <a:pt x="166126" y="197922"/>
                          <a:pt x="241333" y="179157"/>
                        </a:cubicBezTo>
                        <a:cubicBezTo>
                          <a:pt x="239174" y="119438"/>
                          <a:pt x="236344" y="59719"/>
                          <a:pt x="232844" y="0"/>
                        </a:cubicBezTo>
                        <a:cubicBezTo>
                          <a:pt x="176774" y="15562"/>
                          <a:pt x="121299" y="32391"/>
                          <a:pt x="64708" y="45869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sp>
              <p:nvSpPr>
                <p:cNvPr id="74" name="AutoShape 74"/>
                <p:cNvSpPr/>
                <p:nvPr/>
              </p:nvSpPr>
              <p:spPr>
                <a:xfrm>
                  <a:off x="8779009" y="3528333"/>
                  <a:ext cx="388098" cy="6163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098" h="616326">
                      <a:moveTo>
                        <a:pt x="377153" y="0"/>
                      </a:moveTo>
                      <a:cubicBezTo>
                        <a:pt x="250492" y="3053"/>
                        <a:pt x="124129" y="17350"/>
                        <a:pt x="0" y="42741"/>
                      </a:cubicBezTo>
                      <a:cubicBezTo>
                        <a:pt x="1191" y="233961"/>
                        <a:pt x="2382" y="425107"/>
                        <a:pt x="3649" y="616326"/>
                      </a:cubicBezTo>
                      <a:cubicBezTo>
                        <a:pt x="128224" y="572394"/>
                        <a:pt x="257268" y="541194"/>
                        <a:pt x="388099" y="523472"/>
                      </a:cubicBezTo>
                      <a:cubicBezTo>
                        <a:pt x="379982" y="349155"/>
                        <a:pt x="376334" y="174615"/>
                        <a:pt x="377153" y="0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75" name="Group 75"/>
                <p:cNvGrpSpPr/>
                <p:nvPr/>
              </p:nvGrpSpPr>
              <p:grpSpPr>
                <a:xfrm>
                  <a:off x="8809092" y="3580382"/>
                  <a:ext cx="322422" cy="504781"/>
                  <a:chOff x="8809092" y="3580382"/>
                  <a:chExt cx="322422" cy="504781"/>
                </a:xfrm>
                <a:solidFill>
                  <a:srgbClr val="5FBBBF">
                    <a:alpha val="100000"/>
                  </a:srgbClr>
                </a:solidFill>
              </p:grpSpPr>
              <p:sp>
                <p:nvSpPr>
                  <p:cNvPr id="76" name="AutoShape 76"/>
                  <p:cNvSpPr/>
                  <p:nvPr/>
                </p:nvSpPr>
                <p:spPr>
                  <a:xfrm>
                    <a:off x="8809092" y="3580382"/>
                    <a:ext cx="322422" cy="3369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2422" h="336943">
                        <a:moveTo>
                          <a:pt x="1936" y="336943"/>
                        </a:moveTo>
                        <a:lnTo>
                          <a:pt x="0" y="35966"/>
                        </a:lnTo>
                        <a:lnTo>
                          <a:pt x="5957" y="34774"/>
                        </a:lnTo>
                        <a:cubicBezTo>
                          <a:pt x="106332" y="14222"/>
                          <a:pt x="209091" y="2606"/>
                          <a:pt x="311477" y="149"/>
                        </a:cubicBezTo>
                        <a:lnTo>
                          <a:pt x="319146" y="0"/>
                        </a:lnTo>
                        <a:lnTo>
                          <a:pt x="319146" y="7670"/>
                        </a:lnTo>
                        <a:cubicBezTo>
                          <a:pt x="318774" y="90472"/>
                          <a:pt x="319817" y="178040"/>
                          <a:pt x="322274" y="267916"/>
                        </a:cubicBezTo>
                        <a:lnTo>
                          <a:pt x="322423" y="274544"/>
                        </a:lnTo>
                        <a:lnTo>
                          <a:pt x="315870" y="275512"/>
                        </a:lnTo>
                        <a:cubicBezTo>
                          <a:pt x="212218" y="290553"/>
                          <a:pt x="110875" y="306339"/>
                          <a:pt x="11318" y="334411"/>
                        </a:cubicBezTo>
                        <a:lnTo>
                          <a:pt x="1936" y="336943"/>
                        </a:lnTo>
                        <a:close/>
                        <a:moveTo>
                          <a:pt x="14967" y="48103"/>
                        </a:moveTo>
                        <a:lnTo>
                          <a:pt x="16680" y="317285"/>
                        </a:lnTo>
                        <a:cubicBezTo>
                          <a:pt x="111991" y="291223"/>
                          <a:pt x="208570" y="275884"/>
                          <a:pt x="307233" y="261587"/>
                        </a:cubicBezTo>
                        <a:cubicBezTo>
                          <a:pt x="304999" y="176625"/>
                          <a:pt x="303956" y="93823"/>
                          <a:pt x="304254" y="15116"/>
                        </a:cubicBezTo>
                        <a:cubicBezTo>
                          <a:pt x="207304" y="17946"/>
                          <a:pt x="110055" y="29041"/>
                          <a:pt x="14967" y="48103"/>
                        </a:cubicBezTo>
                        <a:close/>
                      </a:path>
                    </a:pathLst>
                  </a:custGeom>
                  <a:solidFill>
                    <a:srgbClr val="5FBBBF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77" name="AutoShape 77"/>
                  <p:cNvSpPr/>
                  <p:nvPr/>
                </p:nvSpPr>
                <p:spPr>
                  <a:xfrm>
                    <a:off x="8818772" y="3915091"/>
                    <a:ext cx="312050" cy="1700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2050" h="170072">
                        <a:moveTo>
                          <a:pt x="127852" y="33210"/>
                        </a:moveTo>
                        <a:cubicBezTo>
                          <a:pt x="85036" y="42220"/>
                          <a:pt x="42369" y="52049"/>
                          <a:pt x="0" y="63219"/>
                        </a:cubicBezTo>
                        <a:cubicBezTo>
                          <a:pt x="224" y="98811"/>
                          <a:pt x="447" y="134479"/>
                          <a:pt x="670" y="170072"/>
                        </a:cubicBezTo>
                        <a:cubicBezTo>
                          <a:pt x="101120" y="134628"/>
                          <a:pt x="205219" y="109460"/>
                          <a:pt x="310807" y="95163"/>
                        </a:cubicBezTo>
                        <a:cubicBezTo>
                          <a:pt x="310583" y="63516"/>
                          <a:pt x="315572" y="31870"/>
                          <a:pt x="307009" y="0"/>
                        </a:cubicBezTo>
                        <a:cubicBezTo>
                          <a:pt x="247513" y="12510"/>
                          <a:pt x="187869" y="24498"/>
                          <a:pt x="127852" y="33210"/>
                        </a:cubicBezTo>
                        <a:close/>
                      </a:path>
                    </a:pathLst>
                  </a:custGeom>
                  <a:solidFill>
                    <a:srgbClr val="5FBBBF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78" name="Group 78"/>
              <p:cNvGrpSpPr/>
              <p:nvPr/>
            </p:nvGrpSpPr>
            <p:grpSpPr>
              <a:xfrm>
                <a:off x="9625276" y="1673247"/>
                <a:ext cx="557799" cy="612379"/>
                <a:chOff x="9625276" y="1673247"/>
                <a:chExt cx="557799" cy="612379"/>
              </a:xfrm>
            </p:grpSpPr>
            <p:sp>
              <p:nvSpPr>
                <p:cNvPr id="79" name="AutoShape 79"/>
                <p:cNvSpPr/>
                <p:nvPr/>
              </p:nvSpPr>
              <p:spPr>
                <a:xfrm>
                  <a:off x="9625276" y="1673247"/>
                  <a:ext cx="557799" cy="6123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799" h="612379">
                      <a:moveTo>
                        <a:pt x="557799" y="93004"/>
                      </a:moveTo>
                      <a:lnTo>
                        <a:pt x="426224" y="612380"/>
                      </a:lnTo>
                      <a:cubicBezTo>
                        <a:pt x="284671" y="593988"/>
                        <a:pt x="142447" y="581031"/>
                        <a:pt x="0" y="573361"/>
                      </a:cubicBezTo>
                      <a:lnTo>
                        <a:pt x="123757" y="0"/>
                      </a:lnTo>
                      <a:cubicBezTo>
                        <a:pt x="269480" y="25690"/>
                        <a:pt x="414310" y="56666"/>
                        <a:pt x="557799" y="93004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80" name="Group 80"/>
                <p:cNvGrpSpPr/>
                <p:nvPr/>
              </p:nvGrpSpPr>
              <p:grpSpPr>
                <a:xfrm>
                  <a:off x="9716996" y="1756069"/>
                  <a:ext cx="350600" cy="418701"/>
                  <a:chOff x="9716996" y="1756069"/>
                  <a:chExt cx="350600" cy="418701"/>
                </a:xfrm>
                <a:solidFill>
                  <a:srgbClr val="E0DBD5">
                    <a:alpha val="100000"/>
                  </a:srgbClr>
                </a:solidFill>
              </p:grpSpPr>
              <p:sp>
                <p:nvSpPr>
                  <p:cNvPr id="81" name="AutoShape 81"/>
                  <p:cNvSpPr/>
                  <p:nvPr/>
                </p:nvSpPr>
                <p:spPr>
                  <a:xfrm>
                    <a:off x="9785502" y="1756069"/>
                    <a:ext cx="161898" cy="1234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898" h="123457">
                        <a:moveTo>
                          <a:pt x="15878" y="116068"/>
                        </a:moveTo>
                        <a:cubicBezTo>
                          <a:pt x="24813" y="122993"/>
                          <a:pt x="37025" y="124333"/>
                          <a:pt x="48269" y="122993"/>
                        </a:cubicBezTo>
                        <a:cubicBezTo>
                          <a:pt x="71054" y="120238"/>
                          <a:pt x="92649" y="106537"/>
                          <a:pt x="103371" y="86283"/>
                        </a:cubicBezTo>
                        <a:cubicBezTo>
                          <a:pt x="105530" y="82262"/>
                          <a:pt x="107020" y="77943"/>
                          <a:pt x="108211" y="73550"/>
                        </a:cubicBezTo>
                        <a:lnTo>
                          <a:pt x="158920" y="83975"/>
                        </a:lnTo>
                        <a:lnTo>
                          <a:pt x="161899" y="69380"/>
                        </a:lnTo>
                        <a:lnTo>
                          <a:pt x="110371" y="58732"/>
                        </a:lnTo>
                        <a:cubicBezTo>
                          <a:pt x="110743" y="45328"/>
                          <a:pt x="107094" y="31776"/>
                          <a:pt x="98903" y="21128"/>
                        </a:cubicBezTo>
                        <a:cubicBezTo>
                          <a:pt x="84979" y="2885"/>
                          <a:pt x="58545" y="-5232"/>
                          <a:pt x="37323" y="3555"/>
                        </a:cubicBezTo>
                        <a:cubicBezTo>
                          <a:pt x="9921" y="14948"/>
                          <a:pt x="-1547" y="48605"/>
                          <a:pt x="166" y="78166"/>
                        </a:cubicBezTo>
                        <a:cubicBezTo>
                          <a:pt x="911" y="92314"/>
                          <a:pt x="4708" y="107505"/>
                          <a:pt x="15878" y="116068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82" name="AutoShape 82"/>
                  <p:cNvSpPr/>
                  <p:nvPr/>
                </p:nvSpPr>
                <p:spPr>
                  <a:xfrm>
                    <a:off x="9716996" y="2051387"/>
                    <a:ext cx="164206" cy="1233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206" h="123382">
                        <a:moveTo>
                          <a:pt x="98904" y="21128"/>
                        </a:moveTo>
                        <a:cubicBezTo>
                          <a:pt x="84979" y="2885"/>
                          <a:pt x="58545" y="-5232"/>
                          <a:pt x="37323" y="3555"/>
                        </a:cubicBezTo>
                        <a:cubicBezTo>
                          <a:pt x="9921" y="14948"/>
                          <a:pt x="-1547" y="48605"/>
                          <a:pt x="166" y="78166"/>
                        </a:cubicBezTo>
                        <a:cubicBezTo>
                          <a:pt x="985" y="92240"/>
                          <a:pt x="4708" y="107356"/>
                          <a:pt x="15878" y="115993"/>
                        </a:cubicBezTo>
                        <a:cubicBezTo>
                          <a:pt x="24813" y="122918"/>
                          <a:pt x="37025" y="124259"/>
                          <a:pt x="48269" y="122918"/>
                        </a:cubicBezTo>
                        <a:cubicBezTo>
                          <a:pt x="71054" y="120163"/>
                          <a:pt x="92649" y="106462"/>
                          <a:pt x="103371" y="86208"/>
                        </a:cubicBezTo>
                        <a:cubicBezTo>
                          <a:pt x="103818" y="85389"/>
                          <a:pt x="104042" y="84570"/>
                          <a:pt x="104414" y="83751"/>
                        </a:cubicBezTo>
                        <a:cubicBezTo>
                          <a:pt x="123923" y="87176"/>
                          <a:pt x="143581" y="89559"/>
                          <a:pt x="163239" y="90825"/>
                        </a:cubicBezTo>
                        <a:lnTo>
                          <a:pt x="164207" y="75933"/>
                        </a:lnTo>
                        <a:cubicBezTo>
                          <a:pt x="145815" y="74741"/>
                          <a:pt x="127422" y="72507"/>
                          <a:pt x="109254" y="69380"/>
                        </a:cubicBezTo>
                        <a:cubicBezTo>
                          <a:pt x="112604" y="52700"/>
                          <a:pt x="109254" y="34680"/>
                          <a:pt x="98904" y="21128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83" name="AutoShape 83"/>
                  <p:cNvSpPr/>
                  <p:nvPr/>
                </p:nvSpPr>
                <p:spPr>
                  <a:xfrm>
                    <a:off x="10008407" y="1822917"/>
                    <a:ext cx="59189" cy="556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89" h="55697">
                        <a:moveTo>
                          <a:pt x="37806" y="1340"/>
                        </a:moveTo>
                        <a:cubicBezTo>
                          <a:pt x="34827" y="447"/>
                          <a:pt x="31700" y="0"/>
                          <a:pt x="28498" y="0"/>
                        </a:cubicBezTo>
                        <a:cubicBezTo>
                          <a:pt x="16733" y="0"/>
                          <a:pt x="6457" y="6106"/>
                          <a:pt x="2213" y="15488"/>
                        </a:cubicBezTo>
                        <a:cubicBezTo>
                          <a:pt x="53" y="20328"/>
                          <a:pt x="-543" y="26062"/>
                          <a:pt x="500" y="31647"/>
                        </a:cubicBezTo>
                        <a:cubicBezTo>
                          <a:pt x="2808" y="43635"/>
                          <a:pt x="12935" y="53390"/>
                          <a:pt x="24998" y="55326"/>
                        </a:cubicBezTo>
                        <a:cubicBezTo>
                          <a:pt x="26487" y="55549"/>
                          <a:pt x="27977" y="55698"/>
                          <a:pt x="29466" y="55698"/>
                        </a:cubicBezTo>
                        <a:cubicBezTo>
                          <a:pt x="40189" y="55698"/>
                          <a:pt x="50539" y="49741"/>
                          <a:pt x="55677" y="40508"/>
                        </a:cubicBezTo>
                        <a:cubicBezTo>
                          <a:pt x="57836" y="36710"/>
                          <a:pt x="59027" y="32615"/>
                          <a:pt x="59177" y="28594"/>
                        </a:cubicBezTo>
                        <a:cubicBezTo>
                          <a:pt x="59623" y="15116"/>
                          <a:pt x="48752" y="4691"/>
                          <a:pt x="37806" y="1340"/>
                        </a:cubicBezTo>
                        <a:close/>
                        <a:moveTo>
                          <a:pt x="42646" y="33136"/>
                        </a:moveTo>
                        <a:cubicBezTo>
                          <a:pt x="39742" y="38274"/>
                          <a:pt x="33412" y="41550"/>
                          <a:pt x="27306" y="40582"/>
                        </a:cubicBezTo>
                        <a:cubicBezTo>
                          <a:pt x="21499" y="39614"/>
                          <a:pt x="16212" y="34551"/>
                          <a:pt x="15095" y="28743"/>
                        </a:cubicBezTo>
                        <a:cubicBezTo>
                          <a:pt x="14574" y="26211"/>
                          <a:pt x="14797" y="23605"/>
                          <a:pt x="15765" y="21594"/>
                        </a:cubicBezTo>
                        <a:cubicBezTo>
                          <a:pt x="17850" y="16977"/>
                          <a:pt x="23658" y="14893"/>
                          <a:pt x="28498" y="14893"/>
                        </a:cubicBezTo>
                        <a:cubicBezTo>
                          <a:pt x="30211" y="14893"/>
                          <a:pt x="31923" y="15116"/>
                          <a:pt x="33487" y="15637"/>
                        </a:cubicBezTo>
                        <a:cubicBezTo>
                          <a:pt x="38997" y="17275"/>
                          <a:pt x="44507" y="22413"/>
                          <a:pt x="44284" y="28072"/>
                        </a:cubicBezTo>
                        <a:cubicBezTo>
                          <a:pt x="44209" y="29636"/>
                          <a:pt x="43614" y="31423"/>
                          <a:pt x="42646" y="33136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84" name="AutoShape 84"/>
                  <p:cNvSpPr/>
                  <p:nvPr/>
                </p:nvSpPr>
                <p:spPr>
                  <a:xfrm>
                    <a:off x="9751249" y="1903728"/>
                    <a:ext cx="307547" cy="1548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547" h="154862">
                        <a:moveTo>
                          <a:pt x="143805" y="127907"/>
                        </a:moveTo>
                        <a:cubicBezTo>
                          <a:pt x="134273" y="106462"/>
                          <a:pt x="122732" y="85985"/>
                          <a:pt x="109626" y="66476"/>
                        </a:cubicBezTo>
                        <a:cubicBezTo>
                          <a:pt x="112009" y="50615"/>
                          <a:pt x="108658" y="33861"/>
                          <a:pt x="98904" y="21128"/>
                        </a:cubicBezTo>
                        <a:cubicBezTo>
                          <a:pt x="84979" y="2885"/>
                          <a:pt x="58545" y="-5232"/>
                          <a:pt x="37323" y="3555"/>
                        </a:cubicBezTo>
                        <a:cubicBezTo>
                          <a:pt x="9921" y="14948"/>
                          <a:pt x="-1546" y="48605"/>
                          <a:pt x="166" y="78166"/>
                        </a:cubicBezTo>
                        <a:cubicBezTo>
                          <a:pt x="985" y="92240"/>
                          <a:pt x="4708" y="107356"/>
                          <a:pt x="15878" y="115993"/>
                        </a:cubicBezTo>
                        <a:cubicBezTo>
                          <a:pt x="24813" y="122918"/>
                          <a:pt x="37025" y="124259"/>
                          <a:pt x="48269" y="122918"/>
                        </a:cubicBezTo>
                        <a:cubicBezTo>
                          <a:pt x="71055" y="120163"/>
                          <a:pt x="92648" y="106462"/>
                          <a:pt x="103371" y="86208"/>
                        </a:cubicBezTo>
                        <a:cubicBezTo>
                          <a:pt x="103595" y="85762"/>
                          <a:pt x="103744" y="85315"/>
                          <a:pt x="103967" y="84868"/>
                        </a:cubicBezTo>
                        <a:cubicBezTo>
                          <a:pt x="114764" y="101994"/>
                          <a:pt x="124221" y="119865"/>
                          <a:pt x="132188" y="138407"/>
                        </a:cubicBezTo>
                        <a:lnTo>
                          <a:pt x="134199" y="143023"/>
                        </a:lnTo>
                        <a:lnTo>
                          <a:pt x="139262" y="142874"/>
                        </a:lnTo>
                        <a:cubicBezTo>
                          <a:pt x="194588" y="141087"/>
                          <a:pt x="250361" y="145108"/>
                          <a:pt x="304941" y="154863"/>
                        </a:cubicBezTo>
                        <a:lnTo>
                          <a:pt x="307548" y="140194"/>
                        </a:lnTo>
                        <a:cubicBezTo>
                          <a:pt x="253637" y="130662"/>
                          <a:pt x="198534" y="126493"/>
                          <a:pt x="143805" y="127907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85" name="Group 85"/>
              <p:cNvGrpSpPr/>
              <p:nvPr/>
            </p:nvGrpSpPr>
            <p:grpSpPr>
              <a:xfrm>
                <a:off x="9624829" y="2343187"/>
                <a:ext cx="971363" cy="828917"/>
                <a:chOff x="9624829" y="2343187"/>
                <a:chExt cx="971363" cy="828917"/>
              </a:xfrm>
            </p:grpSpPr>
            <p:sp>
              <p:nvSpPr>
                <p:cNvPr id="86" name="AutoShape 86"/>
                <p:cNvSpPr/>
                <p:nvPr/>
              </p:nvSpPr>
              <p:spPr>
                <a:xfrm>
                  <a:off x="9624829" y="2343187"/>
                  <a:ext cx="971363" cy="828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1363" h="828916">
                      <a:moveTo>
                        <a:pt x="971363" y="142968"/>
                      </a:moveTo>
                      <a:lnTo>
                        <a:pt x="755869" y="828917"/>
                      </a:lnTo>
                      <a:cubicBezTo>
                        <a:pt x="504707" y="801217"/>
                        <a:pt x="252503" y="782601"/>
                        <a:pt x="0" y="772549"/>
                      </a:cubicBezTo>
                      <a:lnTo>
                        <a:pt x="195017" y="0"/>
                      </a:lnTo>
                      <a:cubicBezTo>
                        <a:pt x="455785" y="35816"/>
                        <a:pt x="714915" y="83547"/>
                        <a:pt x="971363" y="142968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87" name="Group 87"/>
                <p:cNvGrpSpPr/>
                <p:nvPr/>
              </p:nvGrpSpPr>
              <p:grpSpPr>
                <a:xfrm>
                  <a:off x="9748586" y="2428223"/>
                  <a:ext cx="774410" cy="739189"/>
                  <a:chOff x="9748586" y="2428223"/>
                  <a:chExt cx="774410" cy="739189"/>
                </a:xfrm>
              </p:grpSpPr>
              <p:grpSp>
                <p:nvGrpSpPr>
                  <p:cNvPr id="88" name="Group 88"/>
                  <p:cNvGrpSpPr/>
                  <p:nvPr/>
                </p:nvGrpSpPr>
                <p:grpSpPr>
                  <a:xfrm>
                    <a:off x="9912530" y="2600604"/>
                    <a:ext cx="477414" cy="422839"/>
                    <a:chOff x="9912530" y="2600604"/>
                    <a:chExt cx="477414" cy="422839"/>
                  </a:xfrm>
                </p:grpSpPr>
                <p:sp>
                  <p:nvSpPr>
                    <p:cNvPr id="89" name="AutoShape 89"/>
                    <p:cNvSpPr/>
                    <p:nvPr/>
                  </p:nvSpPr>
                  <p:spPr>
                    <a:xfrm>
                      <a:off x="10316213" y="2670748"/>
                      <a:ext cx="73731" cy="10901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731" h="109013">
                          <a:moveTo>
                            <a:pt x="1936" y="35519"/>
                          </a:moveTo>
                          <a:cubicBezTo>
                            <a:pt x="4691" y="50411"/>
                            <a:pt x="5287" y="65750"/>
                            <a:pt x="3574" y="80792"/>
                          </a:cubicBezTo>
                          <a:cubicBezTo>
                            <a:pt x="2830" y="87493"/>
                            <a:pt x="1490" y="94046"/>
                            <a:pt x="0" y="100599"/>
                          </a:cubicBezTo>
                          <a:cubicBezTo>
                            <a:pt x="21967" y="103056"/>
                            <a:pt x="43933" y="105886"/>
                            <a:pt x="65826" y="109013"/>
                          </a:cubicBezTo>
                          <a:cubicBezTo>
                            <a:pt x="68729" y="97695"/>
                            <a:pt x="71038" y="86228"/>
                            <a:pt x="72378" y="74611"/>
                          </a:cubicBezTo>
                          <a:cubicBezTo>
                            <a:pt x="75207" y="49741"/>
                            <a:pt x="73569" y="24424"/>
                            <a:pt x="67761" y="0"/>
                          </a:cubicBezTo>
                          <a:cubicBezTo>
                            <a:pt x="45720" y="11765"/>
                            <a:pt x="23754" y="23530"/>
                            <a:pt x="1936" y="35519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0" name="AutoShape 90"/>
                    <p:cNvSpPr/>
                    <p:nvPr/>
                  </p:nvSpPr>
                  <p:spPr>
                    <a:xfrm>
                      <a:off x="9923722" y="2600604"/>
                      <a:ext cx="123459" cy="14348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459" h="143489">
                          <a:moveTo>
                            <a:pt x="78335" y="0"/>
                          </a:moveTo>
                          <a:cubicBezTo>
                            <a:pt x="41476" y="39763"/>
                            <a:pt x="14222" y="88610"/>
                            <a:pt x="0" y="140958"/>
                          </a:cubicBezTo>
                          <a:cubicBezTo>
                            <a:pt x="22413" y="141479"/>
                            <a:pt x="44901" y="142298"/>
                            <a:pt x="67389" y="143489"/>
                          </a:cubicBezTo>
                          <a:cubicBezTo>
                            <a:pt x="78111" y="107226"/>
                            <a:pt x="97471" y="73494"/>
                            <a:pt x="123459" y="46092"/>
                          </a:cubicBezTo>
                          <a:cubicBezTo>
                            <a:pt x="108492" y="30604"/>
                            <a:pt x="93450" y="15265"/>
                            <a:pt x="78335" y="0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1" name="AutoShape 91"/>
                    <p:cNvSpPr/>
                    <p:nvPr/>
                  </p:nvSpPr>
                  <p:spPr>
                    <a:xfrm>
                      <a:off x="10077040" y="2879168"/>
                      <a:ext cx="228302" cy="1442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8301" h="144275">
                          <a:moveTo>
                            <a:pt x="184742" y="0"/>
                          </a:moveTo>
                          <a:cubicBezTo>
                            <a:pt x="174168" y="12435"/>
                            <a:pt x="162403" y="23754"/>
                            <a:pt x="149298" y="33508"/>
                          </a:cubicBezTo>
                          <a:cubicBezTo>
                            <a:pt x="114672" y="59198"/>
                            <a:pt x="70739" y="73420"/>
                            <a:pt x="27998" y="69101"/>
                          </a:cubicBezTo>
                          <a:cubicBezTo>
                            <a:pt x="18542" y="93376"/>
                            <a:pt x="9234" y="117725"/>
                            <a:pt x="0" y="142074"/>
                          </a:cubicBezTo>
                          <a:cubicBezTo>
                            <a:pt x="63070" y="151233"/>
                            <a:pt x="128746" y="131203"/>
                            <a:pt x="179976" y="93153"/>
                          </a:cubicBezTo>
                          <a:cubicBezTo>
                            <a:pt x="197847" y="79898"/>
                            <a:pt x="213856" y="64485"/>
                            <a:pt x="228302" y="47656"/>
                          </a:cubicBezTo>
                          <a:cubicBezTo>
                            <a:pt x="213783" y="31870"/>
                            <a:pt x="199262" y="15935"/>
                            <a:pt x="184742" y="0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2" name="AutoShape 92"/>
                    <p:cNvSpPr/>
                    <p:nvPr/>
                  </p:nvSpPr>
                  <p:spPr>
                    <a:xfrm>
                      <a:off x="9912530" y="2756305"/>
                      <a:ext cx="93323" cy="1822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323" h="182209">
                          <a:moveTo>
                            <a:pt x="30551" y="182210"/>
                          </a:moveTo>
                          <a:cubicBezTo>
                            <a:pt x="51401" y="166722"/>
                            <a:pt x="72325" y="151233"/>
                            <a:pt x="93323" y="135820"/>
                          </a:cubicBezTo>
                          <a:cubicBezTo>
                            <a:pt x="87366" y="127629"/>
                            <a:pt x="82377" y="118693"/>
                            <a:pt x="78729" y="109162"/>
                          </a:cubicBezTo>
                          <a:cubicBezTo>
                            <a:pt x="71952" y="91663"/>
                            <a:pt x="69346" y="72824"/>
                            <a:pt x="69123" y="54060"/>
                          </a:cubicBezTo>
                          <a:cubicBezTo>
                            <a:pt x="68900" y="36710"/>
                            <a:pt x="70910" y="19435"/>
                            <a:pt x="74708" y="2532"/>
                          </a:cubicBezTo>
                          <a:cubicBezTo>
                            <a:pt x="52369" y="1340"/>
                            <a:pt x="30030" y="521"/>
                            <a:pt x="7691" y="0"/>
                          </a:cubicBezTo>
                          <a:cubicBezTo>
                            <a:pt x="2479" y="23604"/>
                            <a:pt x="-276" y="47731"/>
                            <a:pt x="22" y="71931"/>
                          </a:cubicBezTo>
                          <a:cubicBezTo>
                            <a:pt x="394" y="98290"/>
                            <a:pt x="4043" y="124874"/>
                            <a:pt x="13574" y="149521"/>
                          </a:cubicBezTo>
                          <a:cubicBezTo>
                            <a:pt x="17967" y="161137"/>
                            <a:pt x="23775" y="172009"/>
                            <a:pt x="30551" y="182210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93" name="AutoShape 93"/>
                  <p:cNvSpPr/>
                  <p:nvPr/>
                </p:nvSpPr>
                <p:spPr>
                  <a:xfrm>
                    <a:off x="10040391" y="2647298"/>
                    <a:ext cx="221572" cy="2384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572" h="238481">
                        <a:moveTo>
                          <a:pt x="220943" y="109454"/>
                        </a:moveTo>
                        <a:cubicBezTo>
                          <a:pt x="219678" y="120772"/>
                          <a:pt x="216476" y="131792"/>
                          <a:pt x="212454" y="142440"/>
                        </a:cubicBezTo>
                        <a:cubicBezTo>
                          <a:pt x="201732" y="170662"/>
                          <a:pt x="184159" y="196798"/>
                          <a:pt x="159884" y="214744"/>
                        </a:cubicBezTo>
                        <a:cubicBezTo>
                          <a:pt x="135610" y="232689"/>
                          <a:pt x="104410" y="242146"/>
                          <a:pt x="74550" y="237157"/>
                        </a:cubicBezTo>
                        <a:cubicBezTo>
                          <a:pt x="44691" y="232168"/>
                          <a:pt x="17214" y="212063"/>
                          <a:pt x="6268" y="183842"/>
                        </a:cubicBezTo>
                        <a:cubicBezTo>
                          <a:pt x="1875" y="172449"/>
                          <a:pt x="162" y="160088"/>
                          <a:pt x="13" y="147876"/>
                        </a:cubicBezTo>
                        <a:cubicBezTo>
                          <a:pt x="-731" y="93593"/>
                          <a:pt x="30319" y="39980"/>
                          <a:pt x="77827" y="13620"/>
                        </a:cubicBezTo>
                        <a:cubicBezTo>
                          <a:pt x="86315" y="8929"/>
                          <a:pt x="95325" y="4983"/>
                          <a:pt x="104782" y="2600"/>
                        </a:cubicBezTo>
                        <a:cubicBezTo>
                          <a:pt x="134716" y="-4921"/>
                          <a:pt x="168150" y="4238"/>
                          <a:pt x="190637" y="25385"/>
                        </a:cubicBezTo>
                        <a:cubicBezTo>
                          <a:pt x="213200" y="46533"/>
                          <a:pt x="224443" y="78775"/>
                          <a:pt x="220943" y="109454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94" name="AutoShape 94"/>
                  <p:cNvSpPr/>
                  <p:nvPr/>
                </p:nvSpPr>
                <p:spPr>
                  <a:xfrm>
                    <a:off x="9748586" y="2863829"/>
                    <a:ext cx="139617" cy="521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9617" h="52123">
                        <a:moveTo>
                          <a:pt x="13031" y="0"/>
                        </a:moveTo>
                        <a:lnTo>
                          <a:pt x="0" y="40954"/>
                        </a:lnTo>
                        <a:lnTo>
                          <a:pt x="119140" y="52124"/>
                        </a:lnTo>
                        <a:lnTo>
                          <a:pt x="139617" y="14893"/>
                        </a:ln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95" name="AutoShape 95"/>
                  <p:cNvSpPr/>
                  <p:nvPr/>
                </p:nvSpPr>
                <p:spPr>
                  <a:xfrm>
                    <a:off x="9852833" y="2428223"/>
                    <a:ext cx="393534" cy="2079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3534" h="207973">
                        <a:moveTo>
                          <a:pt x="285415" y="86972"/>
                        </a:moveTo>
                        <a:cubicBezTo>
                          <a:pt x="265087" y="92110"/>
                          <a:pt x="245726" y="100524"/>
                          <a:pt x="227409" y="110651"/>
                        </a:cubicBezTo>
                        <a:cubicBezTo>
                          <a:pt x="216612" y="116608"/>
                          <a:pt x="206336" y="123384"/>
                          <a:pt x="196358" y="130607"/>
                        </a:cubicBezTo>
                        <a:lnTo>
                          <a:pt x="124799" y="41848"/>
                        </a:lnTo>
                        <a:lnTo>
                          <a:pt x="139617" y="14893"/>
                        </a:lnTo>
                        <a:lnTo>
                          <a:pt x="13031" y="0"/>
                        </a:lnTo>
                        <a:lnTo>
                          <a:pt x="0" y="40954"/>
                        </a:lnTo>
                        <a:lnTo>
                          <a:pt x="113481" y="51602"/>
                        </a:lnTo>
                        <a:lnTo>
                          <a:pt x="184518" y="139692"/>
                        </a:lnTo>
                        <a:cubicBezTo>
                          <a:pt x="175880" y="146617"/>
                          <a:pt x="167466" y="153914"/>
                          <a:pt x="159573" y="161658"/>
                        </a:cubicBezTo>
                        <a:cubicBezTo>
                          <a:pt x="174838" y="176997"/>
                          <a:pt x="189954" y="192411"/>
                          <a:pt x="204921" y="207974"/>
                        </a:cubicBezTo>
                        <a:cubicBezTo>
                          <a:pt x="217952" y="195911"/>
                          <a:pt x="232323" y="185263"/>
                          <a:pt x="247960" y="176625"/>
                        </a:cubicBezTo>
                        <a:cubicBezTo>
                          <a:pt x="260991" y="169402"/>
                          <a:pt x="274767" y="163445"/>
                          <a:pt x="289138" y="159797"/>
                        </a:cubicBezTo>
                        <a:cubicBezTo>
                          <a:pt x="315200" y="153244"/>
                          <a:pt x="343049" y="154957"/>
                          <a:pt x="368515" y="163594"/>
                        </a:cubicBezTo>
                        <a:cubicBezTo>
                          <a:pt x="376185" y="139171"/>
                          <a:pt x="384004" y="114747"/>
                          <a:pt x="393534" y="91142"/>
                        </a:cubicBezTo>
                        <a:cubicBezTo>
                          <a:pt x="358686" y="80047"/>
                          <a:pt x="320934" y="78037"/>
                          <a:pt x="285415" y="86972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96" name="AutoShape 96"/>
                  <p:cNvSpPr/>
                  <p:nvPr/>
                </p:nvSpPr>
                <p:spPr>
                  <a:xfrm>
                    <a:off x="10234305" y="2524280"/>
                    <a:ext cx="288691" cy="1673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691" h="167317">
                        <a:moveTo>
                          <a:pt x="268214" y="75207"/>
                        </a:moveTo>
                        <a:lnTo>
                          <a:pt x="288691" y="37976"/>
                        </a:lnTo>
                        <a:lnTo>
                          <a:pt x="162105" y="23083"/>
                        </a:lnTo>
                        <a:lnTo>
                          <a:pt x="152426" y="53613"/>
                        </a:lnTo>
                        <a:cubicBezTo>
                          <a:pt x="141926" y="61878"/>
                          <a:pt x="131203" y="69846"/>
                          <a:pt x="120257" y="77590"/>
                        </a:cubicBezTo>
                        <a:cubicBezTo>
                          <a:pt x="111397" y="63889"/>
                          <a:pt x="100972" y="51156"/>
                          <a:pt x="89058" y="39912"/>
                        </a:cubicBezTo>
                        <a:cubicBezTo>
                          <a:pt x="70814" y="22786"/>
                          <a:pt x="49220" y="9308"/>
                          <a:pt x="25913" y="0"/>
                        </a:cubicBezTo>
                        <a:cubicBezTo>
                          <a:pt x="16084" y="23456"/>
                          <a:pt x="7819" y="47954"/>
                          <a:pt x="0" y="72676"/>
                        </a:cubicBezTo>
                        <a:cubicBezTo>
                          <a:pt x="14372" y="79154"/>
                          <a:pt x="27701" y="87791"/>
                          <a:pt x="39167" y="98588"/>
                        </a:cubicBezTo>
                        <a:cubicBezTo>
                          <a:pt x="58900" y="117130"/>
                          <a:pt x="72974" y="141255"/>
                          <a:pt x="80420" y="167317"/>
                        </a:cubicBezTo>
                        <a:cubicBezTo>
                          <a:pt x="102163" y="155478"/>
                          <a:pt x="123980" y="143862"/>
                          <a:pt x="145798" y="132320"/>
                        </a:cubicBezTo>
                        <a:cubicBezTo>
                          <a:pt x="141330" y="117800"/>
                          <a:pt x="135299" y="103801"/>
                          <a:pt x="127927" y="90472"/>
                        </a:cubicBezTo>
                        <a:cubicBezTo>
                          <a:pt x="139468" y="82356"/>
                          <a:pt x="150712" y="73941"/>
                          <a:pt x="161733" y="65304"/>
                        </a:cubicBezTo>
                        <a:lnTo>
                          <a:pt x="268214" y="75207"/>
                        </a:ln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97" name="AutoShape 97"/>
                  <p:cNvSpPr/>
                  <p:nvPr/>
                </p:nvSpPr>
                <p:spPr>
                  <a:xfrm>
                    <a:off x="9908680" y="2903741"/>
                    <a:ext cx="181539" cy="1648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539" h="164860">
                        <a:moveTo>
                          <a:pt x="153691" y="114672"/>
                        </a:moveTo>
                        <a:cubicBezTo>
                          <a:pt x="162850" y="90472"/>
                          <a:pt x="172157" y="66272"/>
                          <a:pt x="181540" y="42146"/>
                        </a:cubicBezTo>
                        <a:cubicBezTo>
                          <a:pt x="153095" y="36189"/>
                          <a:pt x="126289" y="21296"/>
                          <a:pt x="106705" y="0"/>
                        </a:cubicBezTo>
                        <a:cubicBezTo>
                          <a:pt x="85483" y="15488"/>
                          <a:pt x="64336" y="31051"/>
                          <a:pt x="43263" y="46688"/>
                        </a:cubicBezTo>
                        <a:cubicBezTo>
                          <a:pt x="56443" y="63144"/>
                          <a:pt x="72676" y="77218"/>
                          <a:pt x="90695" y="88610"/>
                        </a:cubicBezTo>
                        <a:cubicBezTo>
                          <a:pt x="86600" y="99110"/>
                          <a:pt x="83026" y="109832"/>
                          <a:pt x="79973" y="120629"/>
                        </a:cubicBezTo>
                        <a:lnTo>
                          <a:pt x="13031" y="112736"/>
                        </a:lnTo>
                        <a:lnTo>
                          <a:pt x="0" y="153691"/>
                        </a:lnTo>
                        <a:lnTo>
                          <a:pt x="119140" y="164860"/>
                        </a:lnTo>
                        <a:lnTo>
                          <a:pt x="139617" y="127629"/>
                        </a:lnTo>
                        <a:lnTo>
                          <a:pt x="94940" y="122342"/>
                        </a:lnTo>
                        <a:cubicBezTo>
                          <a:pt x="97546" y="113481"/>
                          <a:pt x="100376" y="104694"/>
                          <a:pt x="103726" y="96057"/>
                        </a:cubicBezTo>
                        <a:cubicBezTo>
                          <a:pt x="119512" y="104397"/>
                          <a:pt x="136341" y="110800"/>
                          <a:pt x="153691" y="114672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98" name="AutoShape 98"/>
                  <p:cNvSpPr/>
                  <p:nvPr/>
                </p:nvSpPr>
                <p:spPr>
                  <a:xfrm>
                    <a:off x="10173022" y="2785718"/>
                    <a:ext cx="204921" cy="3257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4921" h="325773">
                        <a:moveTo>
                          <a:pt x="204921" y="8265"/>
                        </a:moveTo>
                        <a:cubicBezTo>
                          <a:pt x="183103" y="5212"/>
                          <a:pt x="161212" y="2457"/>
                          <a:pt x="139319" y="0"/>
                        </a:cubicBezTo>
                        <a:cubicBezTo>
                          <a:pt x="137607" y="5510"/>
                          <a:pt x="135820" y="10946"/>
                          <a:pt x="133809" y="16233"/>
                        </a:cubicBezTo>
                        <a:cubicBezTo>
                          <a:pt x="124948" y="39465"/>
                          <a:pt x="113035" y="61655"/>
                          <a:pt x="98142" y="81611"/>
                        </a:cubicBezTo>
                        <a:cubicBezTo>
                          <a:pt x="112662" y="97621"/>
                          <a:pt x="127256" y="113555"/>
                          <a:pt x="141926" y="129490"/>
                        </a:cubicBezTo>
                        <a:cubicBezTo>
                          <a:pt x="148032" y="121672"/>
                          <a:pt x="153840" y="113630"/>
                          <a:pt x="159275" y="105290"/>
                        </a:cubicBezTo>
                        <a:lnTo>
                          <a:pt x="169031" y="117576"/>
                        </a:lnTo>
                        <a:cubicBezTo>
                          <a:pt x="170668" y="119661"/>
                          <a:pt x="172754" y="122342"/>
                          <a:pt x="172976" y="124278"/>
                        </a:cubicBezTo>
                        <a:cubicBezTo>
                          <a:pt x="173200" y="126214"/>
                          <a:pt x="171786" y="129044"/>
                          <a:pt x="170519" y="131575"/>
                        </a:cubicBezTo>
                        <a:cubicBezTo>
                          <a:pt x="146245" y="180944"/>
                          <a:pt x="125320" y="232472"/>
                          <a:pt x="108045" y="284819"/>
                        </a:cubicBezTo>
                        <a:lnTo>
                          <a:pt x="13031" y="273650"/>
                        </a:lnTo>
                        <a:lnTo>
                          <a:pt x="0" y="314604"/>
                        </a:lnTo>
                        <a:lnTo>
                          <a:pt x="119140" y="325774"/>
                        </a:lnTo>
                        <a:lnTo>
                          <a:pt x="139617" y="288542"/>
                        </a:lnTo>
                        <a:lnTo>
                          <a:pt x="123161" y="286606"/>
                        </a:lnTo>
                        <a:cubicBezTo>
                          <a:pt x="139990" y="235898"/>
                          <a:pt x="160393" y="186082"/>
                          <a:pt x="183923" y="138203"/>
                        </a:cubicBezTo>
                        <a:cubicBezTo>
                          <a:pt x="185785" y="134330"/>
                          <a:pt x="188391" y="129044"/>
                          <a:pt x="187794" y="122863"/>
                        </a:cubicBezTo>
                        <a:cubicBezTo>
                          <a:pt x="187124" y="116534"/>
                          <a:pt x="183401" y="111843"/>
                          <a:pt x="180646" y="108418"/>
                        </a:cubicBezTo>
                        <a:lnTo>
                          <a:pt x="167615" y="92036"/>
                        </a:lnTo>
                        <a:cubicBezTo>
                          <a:pt x="179232" y="72527"/>
                          <a:pt x="189210" y="51975"/>
                          <a:pt x="197251" y="30828"/>
                        </a:cubicBezTo>
                        <a:cubicBezTo>
                          <a:pt x="200081" y="23381"/>
                          <a:pt x="202539" y="15861"/>
                          <a:pt x="204921" y="8265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99" name="AutoShape 99"/>
                  <p:cNvSpPr/>
                  <p:nvPr/>
                </p:nvSpPr>
                <p:spPr>
                  <a:xfrm>
                    <a:off x="10218546" y="3046154"/>
                    <a:ext cx="155549" cy="121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549" h="121257">
                        <a:moveTo>
                          <a:pt x="12185" y="108228"/>
                        </a:moveTo>
                        <a:cubicBezTo>
                          <a:pt x="12185" y="108228"/>
                          <a:pt x="-8292" y="63550"/>
                          <a:pt x="3845" y="63550"/>
                        </a:cubicBezTo>
                        <a:cubicBezTo>
                          <a:pt x="15908" y="63550"/>
                          <a:pt x="35492" y="74719"/>
                          <a:pt x="46661" y="81272"/>
                        </a:cubicBezTo>
                        <a:cubicBezTo>
                          <a:pt x="57830" y="87825"/>
                          <a:pt x="78308" y="78443"/>
                          <a:pt x="75552" y="62657"/>
                        </a:cubicBezTo>
                        <a:cubicBezTo>
                          <a:pt x="72797" y="46871"/>
                          <a:pt x="38321" y="3086"/>
                          <a:pt x="45767" y="257"/>
                        </a:cubicBezTo>
                        <a:cubicBezTo>
                          <a:pt x="53214" y="-2573"/>
                          <a:pt x="89551" y="17979"/>
                          <a:pt x="127676" y="61688"/>
                        </a:cubicBezTo>
                        <a:cubicBezTo>
                          <a:pt x="165801" y="105398"/>
                          <a:pt x="153738" y="121259"/>
                          <a:pt x="153738" y="121259"/>
                        </a:cubicBezTo>
                        <a:lnTo>
                          <a:pt x="12185" y="108228"/>
                        </a:lnTo>
                        <a:close/>
                      </a:path>
                    </a:pathLst>
                  </a:custGeom>
                  <a:solidFill>
                    <a:srgbClr val="007888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100" name="Group 100"/>
              <p:cNvGrpSpPr/>
              <p:nvPr/>
            </p:nvGrpSpPr>
            <p:grpSpPr>
              <a:xfrm>
                <a:off x="9013789" y="1596253"/>
                <a:ext cx="652887" cy="651100"/>
                <a:chOff x="9013789" y="1596253"/>
                <a:chExt cx="652887" cy="651100"/>
              </a:xfrm>
            </p:grpSpPr>
            <p:sp>
              <p:nvSpPr>
                <p:cNvPr id="101" name="AutoShape 101"/>
                <p:cNvSpPr/>
                <p:nvPr/>
              </p:nvSpPr>
              <p:spPr>
                <a:xfrm>
                  <a:off x="9013789" y="1596253"/>
                  <a:ext cx="652887" cy="65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87" h="651100">
                      <a:moveTo>
                        <a:pt x="0" y="651101"/>
                      </a:moveTo>
                      <a:cubicBezTo>
                        <a:pt x="32317" y="434042"/>
                        <a:pt x="64708" y="217058"/>
                        <a:pt x="97025" y="0"/>
                      </a:cubicBezTo>
                      <a:cubicBezTo>
                        <a:pt x="283181" y="12137"/>
                        <a:pt x="468742" y="33359"/>
                        <a:pt x="652888" y="63144"/>
                      </a:cubicBezTo>
                      <a:lnTo>
                        <a:pt x="543353" y="647154"/>
                      </a:lnTo>
                      <a:cubicBezTo>
                        <a:pt x="362335" y="639633"/>
                        <a:pt x="180944" y="640825"/>
                        <a:pt x="0" y="651101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02" name="Group 102"/>
                <p:cNvGrpSpPr/>
                <p:nvPr/>
              </p:nvGrpSpPr>
              <p:grpSpPr>
                <a:xfrm>
                  <a:off x="9064796" y="1648005"/>
                  <a:ext cx="550873" cy="547746"/>
                  <a:chOff x="9064796" y="1648005"/>
                  <a:chExt cx="550873" cy="547746"/>
                </a:xfrm>
                <a:solidFill>
                  <a:srgbClr val="E0DBD5">
                    <a:alpha val="100000"/>
                  </a:srgbClr>
                </a:solidFill>
              </p:grpSpPr>
              <p:sp>
                <p:nvSpPr>
                  <p:cNvPr id="103" name="AutoShape 103"/>
                  <p:cNvSpPr/>
                  <p:nvPr/>
                </p:nvSpPr>
                <p:spPr>
                  <a:xfrm>
                    <a:off x="9064796" y="1648005"/>
                    <a:ext cx="249598" cy="547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598" h="547746">
                        <a:moveTo>
                          <a:pt x="249598" y="13776"/>
                        </a:moveTo>
                        <a:lnTo>
                          <a:pt x="241109" y="12956"/>
                        </a:lnTo>
                        <a:cubicBezTo>
                          <a:pt x="188837" y="7818"/>
                          <a:pt x="137458" y="3649"/>
                          <a:pt x="88461" y="447"/>
                        </a:cubicBezTo>
                        <a:lnTo>
                          <a:pt x="81611" y="0"/>
                        </a:lnTo>
                        <a:lnTo>
                          <a:pt x="0" y="547746"/>
                        </a:lnTo>
                        <a:lnTo>
                          <a:pt x="9159" y="547225"/>
                        </a:lnTo>
                        <a:cubicBezTo>
                          <a:pt x="51453" y="544842"/>
                          <a:pt x="94493" y="543055"/>
                          <a:pt x="140883" y="541789"/>
                        </a:cubicBezTo>
                        <a:lnTo>
                          <a:pt x="147138" y="541640"/>
                        </a:lnTo>
                        <a:lnTo>
                          <a:pt x="148031" y="535460"/>
                        </a:lnTo>
                        <a:cubicBezTo>
                          <a:pt x="173199" y="368738"/>
                          <a:pt x="206708" y="196060"/>
                          <a:pt x="247662" y="22041"/>
                        </a:cubicBezTo>
                        <a:lnTo>
                          <a:pt x="249598" y="13776"/>
                        </a:lnTo>
                        <a:close/>
                        <a:moveTo>
                          <a:pt x="134256" y="527046"/>
                        </a:moveTo>
                        <a:cubicBezTo>
                          <a:pt x="93376" y="528163"/>
                          <a:pt x="55027" y="529726"/>
                          <a:pt x="17424" y="531811"/>
                        </a:cubicBezTo>
                        <a:lnTo>
                          <a:pt x="94344" y="15711"/>
                        </a:lnTo>
                        <a:cubicBezTo>
                          <a:pt x="138500" y="18690"/>
                          <a:pt x="184443" y="22413"/>
                          <a:pt x="231206" y="26955"/>
                        </a:cubicBezTo>
                        <a:cubicBezTo>
                          <a:pt x="191592" y="196358"/>
                          <a:pt x="158977" y="364494"/>
                          <a:pt x="134256" y="527046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04" name="AutoShape 104"/>
                  <p:cNvSpPr/>
                  <p:nvPr/>
                </p:nvSpPr>
                <p:spPr>
                  <a:xfrm>
                    <a:off x="9313278" y="1664014"/>
                    <a:ext cx="302392" cy="132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392" h="132990">
                        <a:moveTo>
                          <a:pt x="294871" y="36040"/>
                        </a:moveTo>
                        <a:cubicBezTo>
                          <a:pt x="207899" y="21966"/>
                          <a:pt x="118842" y="10052"/>
                          <a:pt x="30083" y="670"/>
                        </a:cubicBezTo>
                        <a:lnTo>
                          <a:pt x="23530" y="0"/>
                        </a:lnTo>
                        <a:lnTo>
                          <a:pt x="22041" y="6404"/>
                        </a:lnTo>
                        <a:cubicBezTo>
                          <a:pt x="15861" y="32466"/>
                          <a:pt x="9531" y="60389"/>
                          <a:pt x="1936" y="94195"/>
                        </a:cubicBezTo>
                        <a:lnTo>
                          <a:pt x="0" y="102907"/>
                        </a:lnTo>
                        <a:lnTo>
                          <a:pt x="8935" y="103280"/>
                        </a:lnTo>
                        <a:cubicBezTo>
                          <a:pt x="94120" y="106556"/>
                          <a:pt x="179976" y="118470"/>
                          <a:pt x="263076" y="130012"/>
                        </a:cubicBezTo>
                        <a:lnTo>
                          <a:pt x="284447" y="132990"/>
                        </a:lnTo>
                        <a:lnTo>
                          <a:pt x="302392" y="37306"/>
                        </a:lnTo>
                        <a:lnTo>
                          <a:pt x="294871" y="36040"/>
                        </a:lnTo>
                        <a:close/>
                        <a:moveTo>
                          <a:pt x="272458" y="116310"/>
                        </a:moveTo>
                        <a:lnTo>
                          <a:pt x="265161" y="115268"/>
                        </a:lnTo>
                        <a:cubicBezTo>
                          <a:pt x="184592" y="104099"/>
                          <a:pt x="101418" y="92557"/>
                          <a:pt x="18467" y="88759"/>
                        </a:cubicBezTo>
                        <a:cubicBezTo>
                          <a:pt x="24573" y="61506"/>
                          <a:pt x="29934" y="38125"/>
                          <a:pt x="35072" y="16158"/>
                        </a:cubicBezTo>
                        <a:cubicBezTo>
                          <a:pt x="118842" y="25094"/>
                          <a:pt x="202836" y="36338"/>
                          <a:pt x="285042" y="49518"/>
                        </a:cubicBezTo>
                        <a:lnTo>
                          <a:pt x="272458" y="116310"/>
                        </a:ln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05" name="AutoShape 105"/>
                  <p:cNvSpPr/>
                  <p:nvPr/>
                </p:nvSpPr>
                <p:spPr>
                  <a:xfrm>
                    <a:off x="9265994" y="1789111"/>
                    <a:ext cx="327635" cy="2271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635" h="227110">
                        <a:moveTo>
                          <a:pt x="48550" y="223"/>
                        </a:moveTo>
                        <a:lnTo>
                          <a:pt x="42369" y="0"/>
                        </a:lnTo>
                        <a:lnTo>
                          <a:pt x="41029" y="6031"/>
                        </a:lnTo>
                        <a:cubicBezTo>
                          <a:pt x="26955" y="70963"/>
                          <a:pt x="13701" y="136937"/>
                          <a:pt x="1638" y="202017"/>
                        </a:cubicBezTo>
                        <a:lnTo>
                          <a:pt x="0" y="210803"/>
                        </a:lnTo>
                        <a:lnTo>
                          <a:pt x="10350" y="210803"/>
                        </a:lnTo>
                        <a:cubicBezTo>
                          <a:pt x="76026" y="210803"/>
                          <a:pt x="142745" y="215941"/>
                          <a:pt x="207229" y="221005"/>
                        </a:cubicBezTo>
                        <a:cubicBezTo>
                          <a:pt x="232845" y="223015"/>
                          <a:pt x="258385" y="224951"/>
                          <a:pt x="284000" y="226664"/>
                        </a:cubicBezTo>
                        <a:lnTo>
                          <a:pt x="290553" y="227111"/>
                        </a:lnTo>
                        <a:lnTo>
                          <a:pt x="327635" y="29413"/>
                        </a:lnTo>
                        <a:lnTo>
                          <a:pt x="312445" y="27328"/>
                        </a:lnTo>
                        <a:cubicBezTo>
                          <a:pt x="226366" y="15488"/>
                          <a:pt x="137309" y="3127"/>
                          <a:pt x="48550" y="223"/>
                        </a:cubicBezTo>
                        <a:close/>
                        <a:moveTo>
                          <a:pt x="278416" y="211474"/>
                        </a:moveTo>
                        <a:cubicBezTo>
                          <a:pt x="255109" y="209910"/>
                          <a:pt x="231727" y="208048"/>
                          <a:pt x="208421" y="206261"/>
                        </a:cubicBezTo>
                        <a:cubicBezTo>
                          <a:pt x="146095" y="201421"/>
                          <a:pt x="81760" y="196432"/>
                          <a:pt x="17946" y="196060"/>
                        </a:cubicBezTo>
                        <a:cubicBezTo>
                          <a:pt x="29115" y="135969"/>
                          <a:pt x="41327" y="75282"/>
                          <a:pt x="54283" y="15339"/>
                        </a:cubicBezTo>
                        <a:cubicBezTo>
                          <a:pt x="140064" y="18541"/>
                          <a:pt x="226515" y="30530"/>
                          <a:pt x="310211" y="42146"/>
                        </a:cubicBezTo>
                        <a:lnTo>
                          <a:pt x="278416" y="211474"/>
                        </a:ln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06" name="AutoShape 106"/>
                  <p:cNvSpPr/>
                  <p:nvPr/>
                </p:nvSpPr>
                <p:spPr>
                  <a:xfrm>
                    <a:off x="9234422" y="2022402"/>
                    <a:ext cx="318178" cy="1699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178" h="169997">
                        <a:moveTo>
                          <a:pt x="239993" y="10201"/>
                        </a:moveTo>
                        <a:cubicBezTo>
                          <a:pt x="175285" y="5138"/>
                          <a:pt x="108268" y="0"/>
                          <a:pt x="42072" y="0"/>
                        </a:cubicBezTo>
                        <a:lnTo>
                          <a:pt x="27774" y="74"/>
                        </a:lnTo>
                        <a:lnTo>
                          <a:pt x="26658" y="6180"/>
                        </a:lnTo>
                        <a:cubicBezTo>
                          <a:pt x="16605" y="62251"/>
                          <a:pt x="8340" y="111917"/>
                          <a:pt x="1340" y="157935"/>
                        </a:cubicBezTo>
                        <a:lnTo>
                          <a:pt x="0" y="166647"/>
                        </a:lnTo>
                        <a:lnTo>
                          <a:pt x="8861" y="166498"/>
                        </a:lnTo>
                        <a:cubicBezTo>
                          <a:pt x="99556" y="164786"/>
                          <a:pt x="191741" y="165903"/>
                          <a:pt x="282809" y="169700"/>
                        </a:cubicBezTo>
                        <a:lnTo>
                          <a:pt x="289287" y="169998"/>
                        </a:lnTo>
                        <a:lnTo>
                          <a:pt x="318178" y="16084"/>
                        </a:lnTo>
                        <a:lnTo>
                          <a:pt x="309839" y="15488"/>
                        </a:lnTo>
                        <a:cubicBezTo>
                          <a:pt x="286458" y="13776"/>
                          <a:pt x="263225" y="11988"/>
                          <a:pt x="239993" y="10201"/>
                        </a:cubicBezTo>
                        <a:close/>
                        <a:moveTo>
                          <a:pt x="276926" y="154510"/>
                        </a:moveTo>
                        <a:cubicBezTo>
                          <a:pt x="215792" y="152052"/>
                          <a:pt x="153914" y="150787"/>
                          <a:pt x="92929" y="150787"/>
                        </a:cubicBezTo>
                        <a:cubicBezTo>
                          <a:pt x="67835" y="150787"/>
                          <a:pt x="42444" y="151010"/>
                          <a:pt x="17350" y="151382"/>
                        </a:cubicBezTo>
                        <a:cubicBezTo>
                          <a:pt x="23828" y="109609"/>
                          <a:pt x="31274" y="64782"/>
                          <a:pt x="40210" y="14818"/>
                        </a:cubicBezTo>
                        <a:lnTo>
                          <a:pt x="42072" y="14818"/>
                        </a:lnTo>
                        <a:cubicBezTo>
                          <a:pt x="107748" y="14818"/>
                          <a:pt x="174391" y="19956"/>
                          <a:pt x="238801" y="25019"/>
                        </a:cubicBezTo>
                        <a:cubicBezTo>
                          <a:pt x="259279" y="26583"/>
                          <a:pt x="279830" y="28221"/>
                          <a:pt x="300308" y="29636"/>
                        </a:cubicBezTo>
                        <a:lnTo>
                          <a:pt x="276926" y="154510"/>
                        </a:ln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07" name="AutoShape 107"/>
                  <p:cNvSpPr/>
                  <p:nvPr/>
                </p:nvSpPr>
                <p:spPr>
                  <a:xfrm>
                    <a:off x="9413504" y="1859701"/>
                    <a:ext cx="131128" cy="1019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128" h="101968">
                        <a:moveTo>
                          <a:pt x="106035" y="101120"/>
                        </a:moveTo>
                        <a:cubicBezTo>
                          <a:pt x="108417" y="99631"/>
                          <a:pt x="108939" y="96503"/>
                          <a:pt x="109311" y="93674"/>
                        </a:cubicBezTo>
                        <a:cubicBezTo>
                          <a:pt x="112885" y="63591"/>
                          <a:pt x="120183" y="33955"/>
                          <a:pt x="131128" y="5659"/>
                        </a:cubicBezTo>
                        <a:cubicBezTo>
                          <a:pt x="94717" y="5063"/>
                          <a:pt x="58304" y="3202"/>
                          <a:pt x="21967" y="0"/>
                        </a:cubicBezTo>
                        <a:cubicBezTo>
                          <a:pt x="11021" y="32987"/>
                          <a:pt x="3649" y="67165"/>
                          <a:pt x="0" y="101716"/>
                        </a:cubicBezTo>
                        <a:cubicBezTo>
                          <a:pt x="33732" y="101790"/>
                          <a:pt x="67463" y="101865"/>
                          <a:pt x="101195" y="101939"/>
                        </a:cubicBezTo>
                        <a:cubicBezTo>
                          <a:pt x="102833" y="102014"/>
                          <a:pt x="104620" y="102014"/>
                          <a:pt x="106035" y="101120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08" name="AutoShape 108"/>
                  <p:cNvSpPr/>
                  <p:nvPr/>
                </p:nvSpPr>
                <p:spPr>
                  <a:xfrm>
                    <a:off x="9426461" y="2081972"/>
                    <a:ext cx="71632" cy="565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632" h="56591">
                        <a:moveTo>
                          <a:pt x="0" y="54209"/>
                        </a:moveTo>
                        <a:cubicBezTo>
                          <a:pt x="21371" y="53241"/>
                          <a:pt x="42816" y="54060"/>
                          <a:pt x="64038" y="56592"/>
                        </a:cubicBezTo>
                        <a:cubicBezTo>
                          <a:pt x="66570" y="38050"/>
                          <a:pt x="69101" y="19584"/>
                          <a:pt x="71633" y="1042"/>
                        </a:cubicBezTo>
                        <a:cubicBezTo>
                          <a:pt x="52794" y="670"/>
                          <a:pt x="33881" y="372"/>
                          <a:pt x="15042" y="0"/>
                        </a:cubicBezTo>
                        <a:cubicBezTo>
                          <a:pt x="10053" y="18094"/>
                          <a:pt x="5064" y="36114"/>
                          <a:pt x="0" y="54209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109" name="Group 109"/>
              <p:cNvGrpSpPr/>
              <p:nvPr/>
            </p:nvGrpSpPr>
            <p:grpSpPr>
              <a:xfrm>
                <a:off x="11144237" y="3567798"/>
                <a:ext cx="673513" cy="472241"/>
                <a:chOff x="11144237" y="3567798"/>
                <a:chExt cx="673513" cy="472241"/>
              </a:xfrm>
            </p:grpSpPr>
            <p:sp>
              <p:nvSpPr>
                <p:cNvPr id="110" name="AutoShape 110"/>
                <p:cNvSpPr/>
                <p:nvPr/>
              </p:nvSpPr>
              <p:spPr>
                <a:xfrm>
                  <a:off x="11144237" y="3567798"/>
                  <a:ext cx="673513" cy="472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513" h="472241">
                      <a:moveTo>
                        <a:pt x="673513" y="132841"/>
                      </a:moveTo>
                      <a:cubicBezTo>
                        <a:pt x="652292" y="245950"/>
                        <a:pt x="631145" y="359133"/>
                        <a:pt x="609922" y="472241"/>
                      </a:cubicBezTo>
                      <a:cubicBezTo>
                        <a:pt x="409171" y="422500"/>
                        <a:pt x="205367" y="385939"/>
                        <a:pt x="0" y="362111"/>
                      </a:cubicBezTo>
                      <a:lnTo>
                        <a:pt x="90546" y="0"/>
                      </a:lnTo>
                      <a:cubicBezTo>
                        <a:pt x="286457" y="37008"/>
                        <a:pt x="480953" y="81238"/>
                        <a:pt x="673513" y="132841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11" name="AutoShape 111"/>
                <p:cNvSpPr/>
                <p:nvPr/>
              </p:nvSpPr>
              <p:spPr>
                <a:xfrm>
                  <a:off x="11377975" y="3654398"/>
                  <a:ext cx="396412" cy="2904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412" h="290404">
                      <a:moveTo>
                        <a:pt x="394130" y="81909"/>
                      </a:moveTo>
                      <a:cubicBezTo>
                        <a:pt x="389960" y="73048"/>
                        <a:pt x="380354" y="67389"/>
                        <a:pt x="369780" y="67389"/>
                      </a:cubicBezTo>
                      <a:cubicBezTo>
                        <a:pt x="363451" y="67389"/>
                        <a:pt x="357568" y="69548"/>
                        <a:pt x="353101" y="73420"/>
                      </a:cubicBezTo>
                      <a:cubicBezTo>
                        <a:pt x="345804" y="79750"/>
                        <a:pt x="342825" y="89951"/>
                        <a:pt x="344910" y="99259"/>
                      </a:cubicBezTo>
                      <a:cubicBezTo>
                        <a:pt x="334783" y="105960"/>
                        <a:pt x="325996" y="111545"/>
                        <a:pt x="318029" y="116608"/>
                      </a:cubicBezTo>
                      <a:cubicBezTo>
                        <a:pt x="296659" y="130309"/>
                        <a:pt x="279160" y="141479"/>
                        <a:pt x="251757" y="162850"/>
                      </a:cubicBezTo>
                      <a:lnTo>
                        <a:pt x="230312" y="44752"/>
                      </a:lnTo>
                      <a:lnTo>
                        <a:pt x="100077" y="143192"/>
                      </a:lnTo>
                      <a:cubicBezTo>
                        <a:pt x="96429" y="131799"/>
                        <a:pt x="92929" y="120331"/>
                        <a:pt x="89652" y="108864"/>
                      </a:cubicBezTo>
                      <a:lnTo>
                        <a:pt x="134330" y="0"/>
                      </a:lnTo>
                      <a:lnTo>
                        <a:pt x="0" y="46837"/>
                      </a:lnTo>
                      <a:lnTo>
                        <a:pt x="75653" y="114077"/>
                      </a:lnTo>
                      <a:cubicBezTo>
                        <a:pt x="79376" y="126959"/>
                        <a:pt x="83323" y="139841"/>
                        <a:pt x="87567" y="152648"/>
                      </a:cubicBezTo>
                      <a:lnTo>
                        <a:pt x="16902" y="206038"/>
                      </a:lnTo>
                      <a:lnTo>
                        <a:pt x="275064" y="290404"/>
                      </a:lnTo>
                      <a:lnTo>
                        <a:pt x="263746" y="228377"/>
                      </a:lnTo>
                      <a:lnTo>
                        <a:pt x="291893" y="228377"/>
                      </a:lnTo>
                      <a:cubicBezTo>
                        <a:pt x="291372" y="237312"/>
                        <a:pt x="293829" y="246397"/>
                        <a:pt x="299339" y="253545"/>
                      </a:cubicBezTo>
                      <a:cubicBezTo>
                        <a:pt x="306041" y="262183"/>
                        <a:pt x="317136" y="267395"/>
                        <a:pt x="329050" y="267395"/>
                      </a:cubicBezTo>
                      <a:cubicBezTo>
                        <a:pt x="339995" y="267395"/>
                        <a:pt x="350197" y="263076"/>
                        <a:pt x="356824" y="255556"/>
                      </a:cubicBezTo>
                      <a:cubicBezTo>
                        <a:pt x="364792" y="246546"/>
                        <a:pt x="367323" y="233515"/>
                        <a:pt x="363600" y="220707"/>
                      </a:cubicBezTo>
                      <a:cubicBezTo>
                        <a:pt x="359877" y="207825"/>
                        <a:pt x="350718" y="198219"/>
                        <a:pt x="339176" y="194869"/>
                      </a:cubicBezTo>
                      <a:cubicBezTo>
                        <a:pt x="335975" y="193975"/>
                        <a:pt x="332698" y="193454"/>
                        <a:pt x="329273" y="193454"/>
                      </a:cubicBezTo>
                      <a:cubicBezTo>
                        <a:pt x="316763" y="193454"/>
                        <a:pt x="304700" y="199709"/>
                        <a:pt x="297924" y="209761"/>
                      </a:cubicBezTo>
                      <a:cubicBezTo>
                        <a:pt x="297105" y="210952"/>
                        <a:pt x="296435" y="212218"/>
                        <a:pt x="295765" y="213559"/>
                      </a:cubicBezTo>
                      <a:lnTo>
                        <a:pt x="260991" y="213559"/>
                      </a:lnTo>
                      <a:lnTo>
                        <a:pt x="254811" y="179455"/>
                      </a:lnTo>
                      <a:cubicBezTo>
                        <a:pt x="285191" y="155404"/>
                        <a:pt x="302615" y="144160"/>
                        <a:pt x="326071" y="129193"/>
                      </a:cubicBezTo>
                      <a:cubicBezTo>
                        <a:pt x="333890" y="124204"/>
                        <a:pt x="342528" y="118693"/>
                        <a:pt x="352431" y="112215"/>
                      </a:cubicBezTo>
                      <a:cubicBezTo>
                        <a:pt x="357271" y="116757"/>
                        <a:pt x="363824" y="119513"/>
                        <a:pt x="370674" y="119513"/>
                      </a:cubicBezTo>
                      <a:cubicBezTo>
                        <a:pt x="372015" y="119513"/>
                        <a:pt x="373429" y="119363"/>
                        <a:pt x="374770" y="119140"/>
                      </a:cubicBezTo>
                      <a:cubicBezTo>
                        <a:pt x="382440" y="117874"/>
                        <a:pt x="389289" y="112588"/>
                        <a:pt x="393236" y="105141"/>
                      </a:cubicBezTo>
                      <a:cubicBezTo>
                        <a:pt x="397108" y="97621"/>
                        <a:pt x="397481" y="88908"/>
                        <a:pt x="394130" y="81909"/>
                      </a:cubicBezTo>
                      <a:close/>
                      <a:moveTo>
                        <a:pt x="107971" y="24870"/>
                      </a:moveTo>
                      <a:lnTo>
                        <a:pt x="78557" y="96652"/>
                      </a:lnTo>
                      <a:lnTo>
                        <a:pt x="28892" y="52496"/>
                      </a:lnTo>
                      <a:lnTo>
                        <a:pt x="107971" y="24870"/>
                      </a:lnTo>
                      <a:close/>
                      <a:moveTo>
                        <a:pt x="310210" y="218026"/>
                      </a:moveTo>
                      <a:cubicBezTo>
                        <a:pt x="314232" y="212069"/>
                        <a:pt x="321678" y="208272"/>
                        <a:pt x="329273" y="208272"/>
                      </a:cubicBezTo>
                      <a:cubicBezTo>
                        <a:pt x="331284" y="208272"/>
                        <a:pt x="333220" y="208570"/>
                        <a:pt x="335007" y="209091"/>
                      </a:cubicBezTo>
                      <a:cubicBezTo>
                        <a:pt x="341485" y="210952"/>
                        <a:pt x="346921" y="216984"/>
                        <a:pt x="349229" y="224728"/>
                      </a:cubicBezTo>
                      <a:cubicBezTo>
                        <a:pt x="351463" y="232547"/>
                        <a:pt x="350122" y="240514"/>
                        <a:pt x="345580" y="245578"/>
                      </a:cubicBezTo>
                      <a:cubicBezTo>
                        <a:pt x="341708" y="249897"/>
                        <a:pt x="335602" y="252428"/>
                        <a:pt x="328900" y="252428"/>
                      </a:cubicBezTo>
                      <a:cubicBezTo>
                        <a:pt x="321529" y="252428"/>
                        <a:pt x="314827" y="249450"/>
                        <a:pt x="310955" y="244386"/>
                      </a:cubicBezTo>
                      <a:cubicBezTo>
                        <a:pt x="305370" y="237089"/>
                        <a:pt x="304998" y="225696"/>
                        <a:pt x="310210" y="218026"/>
                      </a:cubicBezTo>
                      <a:close/>
                      <a:moveTo>
                        <a:pt x="183029" y="219590"/>
                      </a:moveTo>
                      <a:cubicBezTo>
                        <a:pt x="168211" y="221899"/>
                        <a:pt x="151233" y="220111"/>
                        <a:pt x="141552" y="208644"/>
                      </a:cubicBezTo>
                      <a:cubicBezTo>
                        <a:pt x="134628" y="200528"/>
                        <a:pt x="132990" y="188986"/>
                        <a:pt x="134330" y="178412"/>
                      </a:cubicBezTo>
                      <a:cubicBezTo>
                        <a:pt x="136862" y="159052"/>
                        <a:pt x="149297" y="141255"/>
                        <a:pt x="166573" y="132171"/>
                      </a:cubicBezTo>
                      <a:cubicBezTo>
                        <a:pt x="193155" y="118247"/>
                        <a:pt x="233142" y="131873"/>
                        <a:pt x="237758" y="161435"/>
                      </a:cubicBezTo>
                      <a:cubicBezTo>
                        <a:pt x="242375" y="190773"/>
                        <a:pt x="212218" y="215048"/>
                        <a:pt x="183029" y="219590"/>
                      </a:cubicBezTo>
                      <a:close/>
                      <a:moveTo>
                        <a:pt x="379982" y="98216"/>
                      </a:moveTo>
                      <a:cubicBezTo>
                        <a:pt x="378195" y="101567"/>
                        <a:pt x="375365" y="103875"/>
                        <a:pt x="372238" y="104397"/>
                      </a:cubicBezTo>
                      <a:cubicBezTo>
                        <a:pt x="371716" y="104471"/>
                        <a:pt x="371121" y="104545"/>
                        <a:pt x="370599" y="104545"/>
                      </a:cubicBezTo>
                      <a:cubicBezTo>
                        <a:pt x="367472" y="104545"/>
                        <a:pt x="364345" y="103056"/>
                        <a:pt x="362111" y="100897"/>
                      </a:cubicBezTo>
                      <a:lnTo>
                        <a:pt x="359952" y="97621"/>
                      </a:lnTo>
                      <a:cubicBezTo>
                        <a:pt x="358165" y="93302"/>
                        <a:pt x="359355" y="87717"/>
                        <a:pt x="362856" y="84590"/>
                      </a:cubicBezTo>
                      <a:cubicBezTo>
                        <a:pt x="364568" y="83100"/>
                        <a:pt x="367025" y="82281"/>
                        <a:pt x="369706" y="82281"/>
                      </a:cubicBezTo>
                      <a:cubicBezTo>
                        <a:pt x="374397" y="82281"/>
                        <a:pt x="378939" y="84738"/>
                        <a:pt x="380578" y="88313"/>
                      </a:cubicBezTo>
                      <a:cubicBezTo>
                        <a:pt x="381992" y="91142"/>
                        <a:pt x="381769" y="94791"/>
                        <a:pt x="379982" y="98216"/>
                      </a:cubicBezTo>
                      <a:close/>
                    </a:path>
                  </a:pathLst>
                </a:custGeom>
                <a:solidFill>
                  <a:srgbClr val="E0DBD5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grpSp>
            <p:nvGrpSpPr>
              <p:cNvPr id="112" name="Group 112"/>
              <p:cNvGrpSpPr/>
              <p:nvPr/>
            </p:nvGrpSpPr>
            <p:grpSpPr>
              <a:xfrm>
                <a:off x="9435918" y="3426350"/>
                <a:ext cx="817896" cy="598200"/>
                <a:chOff x="9435918" y="3426350"/>
                <a:chExt cx="817896" cy="598200"/>
              </a:xfrm>
            </p:grpSpPr>
            <p:sp>
              <p:nvSpPr>
                <p:cNvPr id="113" name="AutoShape 113"/>
                <p:cNvSpPr/>
                <p:nvPr/>
              </p:nvSpPr>
              <p:spPr>
                <a:xfrm>
                  <a:off x="9435918" y="3426350"/>
                  <a:ext cx="817896" cy="59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895" h="598200">
                      <a:moveTo>
                        <a:pt x="817896" y="17169"/>
                      </a:moveTo>
                      <a:lnTo>
                        <a:pt x="740828" y="485241"/>
                      </a:lnTo>
                      <a:cubicBezTo>
                        <a:pt x="491527" y="504452"/>
                        <a:pt x="243716" y="542428"/>
                        <a:pt x="0" y="598200"/>
                      </a:cubicBezTo>
                      <a:lnTo>
                        <a:pt x="57262" y="3319"/>
                      </a:lnTo>
                      <a:cubicBezTo>
                        <a:pt x="310807" y="-3904"/>
                        <a:pt x="564724" y="639"/>
                        <a:pt x="817896" y="17169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14" name="Group 114"/>
                <p:cNvGrpSpPr/>
                <p:nvPr/>
              </p:nvGrpSpPr>
              <p:grpSpPr>
                <a:xfrm>
                  <a:off x="9563727" y="3453423"/>
                  <a:ext cx="651664" cy="454196"/>
                  <a:chOff x="9563727" y="3453423"/>
                  <a:chExt cx="651664" cy="454196"/>
                </a:xfrm>
              </p:grpSpPr>
              <p:grpSp>
                <p:nvGrpSpPr>
                  <p:cNvPr id="115" name="Group 115"/>
                  <p:cNvGrpSpPr/>
                  <p:nvPr/>
                </p:nvGrpSpPr>
                <p:grpSpPr>
                  <a:xfrm>
                    <a:off x="9773754" y="3453423"/>
                    <a:ext cx="441637" cy="454196"/>
                    <a:chOff x="9773754" y="3453423"/>
                    <a:chExt cx="441637" cy="454196"/>
                  </a:xfrm>
                </p:grpSpPr>
                <p:sp>
                  <p:nvSpPr>
                    <p:cNvPr id="116" name="AutoShape 116"/>
                    <p:cNvSpPr/>
                    <p:nvPr/>
                  </p:nvSpPr>
                  <p:spPr>
                    <a:xfrm>
                      <a:off x="9806294" y="3483945"/>
                      <a:ext cx="309435" cy="1488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9435" h="148858">
                          <a:moveTo>
                            <a:pt x="301871" y="25623"/>
                          </a:moveTo>
                          <a:cubicBezTo>
                            <a:pt x="298222" y="20039"/>
                            <a:pt x="293308" y="15347"/>
                            <a:pt x="287872" y="11475"/>
                          </a:cubicBezTo>
                          <a:cubicBezTo>
                            <a:pt x="278416" y="4699"/>
                            <a:pt x="267172" y="231"/>
                            <a:pt x="255555" y="8"/>
                          </a:cubicBezTo>
                          <a:cubicBezTo>
                            <a:pt x="239397" y="-290"/>
                            <a:pt x="223909" y="7678"/>
                            <a:pt x="212367" y="18922"/>
                          </a:cubicBezTo>
                          <a:cubicBezTo>
                            <a:pt x="207751" y="23389"/>
                            <a:pt x="203804" y="28453"/>
                            <a:pt x="200379" y="33814"/>
                          </a:cubicBezTo>
                          <a:cubicBezTo>
                            <a:pt x="153020" y="39026"/>
                            <a:pt x="105216" y="40739"/>
                            <a:pt x="57708" y="38803"/>
                          </a:cubicBezTo>
                          <a:lnTo>
                            <a:pt x="52273" y="38580"/>
                          </a:lnTo>
                          <a:lnTo>
                            <a:pt x="50411" y="43643"/>
                          </a:lnTo>
                          <a:cubicBezTo>
                            <a:pt x="37753" y="77896"/>
                            <a:pt x="20849" y="110436"/>
                            <a:pt x="0" y="140370"/>
                          </a:cubicBezTo>
                          <a:lnTo>
                            <a:pt x="12212" y="148859"/>
                          </a:lnTo>
                          <a:cubicBezTo>
                            <a:pt x="32689" y="119372"/>
                            <a:pt x="49592" y="87427"/>
                            <a:pt x="62474" y="53844"/>
                          </a:cubicBezTo>
                          <a:cubicBezTo>
                            <a:pt x="105811" y="55408"/>
                            <a:pt x="149297" y="53993"/>
                            <a:pt x="192486" y="49674"/>
                          </a:cubicBezTo>
                          <a:cubicBezTo>
                            <a:pt x="188688" y="59727"/>
                            <a:pt x="186678" y="70375"/>
                            <a:pt x="186901" y="81098"/>
                          </a:cubicBezTo>
                          <a:cubicBezTo>
                            <a:pt x="187050" y="88097"/>
                            <a:pt x="188092" y="95246"/>
                            <a:pt x="190922" y="101649"/>
                          </a:cubicBezTo>
                          <a:cubicBezTo>
                            <a:pt x="198890" y="120042"/>
                            <a:pt x="220633" y="130020"/>
                            <a:pt x="240514" y="127935"/>
                          </a:cubicBezTo>
                          <a:cubicBezTo>
                            <a:pt x="260396" y="125850"/>
                            <a:pt x="278192" y="113638"/>
                            <a:pt x="290925" y="98150"/>
                          </a:cubicBezTo>
                          <a:cubicBezTo>
                            <a:pt x="299265" y="88023"/>
                            <a:pt x="305818" y="76183"/>
                            <a:pt x="308350" y="63301"/>
                          </a:cubicBezTo>
                          <a:cubicBezTo>
                            <a:pt x="310881" y="50568"/>
                            <a:pt x="309094" y="36569"/>
                            <a:pt x="301871" y="25623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7" name="AutoShape 117"/>
                    <p:cNvSpPr/>
                    <p:nvPr/>
                  </p:nvSpPr>
                  <p:spPr>
                    <a:xfrm>
                      <a:off x="10052319" y="3453423"/>
                      <a:ext cx="163072" cy="39055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3072" h="390555">
                          <a:moveTo>
                            <a:pt x="42443" y="99184"/>
                          </a:moveTo>
                          <a:cubicBezTo>
                            <a:pt x="38944" y="95610"/>
                            <a:pt x="32615" y="96503"/>
                            <a:pt x="28742" y="99631"/>
                          </a:cubicBezTo>
                          <a:cubicBezTo>
                            <a:pt x="24870" y="102833"/>
                            <a:pt x="22786" y="107598"/>
                            <a:pt x="20849" y="112215"/>
                          </a:cubicBezTo>
                          <a:cubicBezTo>
                            <a:pt x="19658" y="115119"/>
                            <a:pt x="18392" y="118098"/>
                            <a:pt x="17201" y="121002"/>
                          </a:cubicBezTo>
                          <a:cubicBezTo>
                            <a:pt x="11318" y="135224"/>
                            <a:pt x="5287" y="149670"/>
                            <a:pt x="3500" y="164934"/>
                          </a:cubicBezTo>
                          <a:cubicBezTo>
                            <a:pt x="1712" y="180199"/>
                            <a:pt x="4617" y="196730"/>
                            <a:pt x="14743" y="208346"/>
                          </a:cubicBezTo>
                          <a:cubicBezTo>
                            <a:pt x="20924" y="215495"/>
                            <a:pt x="29338" y="220260"/>
                            <a:pt x="36412" y="226515"/>
                          </a:cubicBezTo>
                          <a:cubicBezTo>
                            <a:pt x="46092" y="235153"/>
                            <a:pt x="52943" y="246397"/>
                            <a:pt x="59570" y="257491"/>
                          </a:cubicBezTo>
                          <a:cubicBezTo>
                            <a:pt x="85855" y="301350"/>
                            <a:pt x="111247" y="345730"/>
                            <a:pt x="135820" y="390556"/>
                          </a:cubicBezTo>
                          <a:cubicBezTo>
                            <a:pt x="144904" y="305594"/>
                            <a:pt x="153988" y="220633"/>
                            <a:pt x="163073" y="135745"/>
                          </a:cubicBezTo>
                          <a:cubicBezTo>
                            <a:pt x="114300" y="83919"/>
                            <a:pt x="64038" y="31051"/>
                            <a:pt x="0" y="0"/>
                          </a:cubicBezTo>
                          <a:cubicBezTo>
                            <a:pt x="9010" y="35072"/>
                            <a:pt x="23307" y="68654"/>
                            <a:pt x="42443" y="99184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8" name="AutoShape 118"/>
                    <p:cNvSpPr/>
                    <p:nvPr/>
                  </p:nvSpPr>
                  <p:spPr>
                    <a:xfrm>
                      <a:off x="9813294" y="3632870"/>
                      <a:ext cx="272576" cy="1282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2576" h="128280">
                          <a:moveTo>
                            <a:pt x="251088" y="11475"/>
                          </a:moveTo>
                          <a:cubicBezTo>
                            <a:pt x="241631" y="4699"/>
                            <a:pt x="230387" y="231"/>
                            <a:pt x="218771" y="8"/>
                          </a:cubicBezTo>
                          <a:cubicBezTo>
                            <a:pt x="202613" y="-290"/>
                            <a:pt x="187124" y="7678"/>
                            <a:pt x="175583" y="18922"/>
                          </a:cubicBezTo>
                          <a:cubicBezTo>
                            <a:pt x="163222" y="30910"/>
                            <a:pt x="154882" y="46771"/>
                            <a:pt x="151606" y="63673"/>
                          </a:cubicBezTo>
                          <a:lnTo>
                            <a:pt x="0" y="75290"/>
                          </a:lnTo>
                          <a:lnTo>
                            <a:pt x="1117" y="90108"/>
                          </a:lnTo>
                          <a:lnTo>
                            <a:pt x="150117" y="78715"/>
                          </a:lnTo>
                          <a:cubicBezTo>
                            <a:pt x="150117" y="79534"/>
                            <a:pt x="150042" y="80353"/>
                            <a:pt x="150042" y="81172"/>
                          </a:cubicBezTo>
                          <a:cubicBezTo>
                            <a:pt x="150191" y="88172"/>
                            <a:pt x="151233" y="95320"/>
                            <a:pt x="154063" y="101724"/>
                          </a:cubicBezTo>
                          <a:cubicBezTo>
                            <a:pt x="162031" y="120116"/>
                            <a:pt x="183773" y="130094"/>
                            <a:pt x="203655" y="128009"/>
                          </a:cubicBezTo>
                          <a:cubicBezTo>
                            <a:pt x="223537" y="125924"/>
                            <a:pt x="241333" y="113712"/>
                            <a:pt x="254066" y="98224"/>
                          </a:cubicBezTo>
                          <a:cubicBezTo>
                            <a:pt x="262406" y="88097"/>
                            <a:pt x="268959" y="76258"/>
                            <a:pt x="271491" y="63376"/>
                          </a:cubicBezTo>
                          <a:cubicBezTo>
                            <a:pt x="274022" y="50494"/>
                            <a:pt x="272235" y="36495"/>
                            <a:pt x="265012" y="25549"/>
                          </a:cubicBezTo>
                          <a:cubicBezTo>
                            <a:pt x="261438" y="20039"/>
                            <a:pt x="256524" y="15347"/>
                            <a:pt x="251088" y="11475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9" name="AutoShape 119"/>
                    <p:cNvSpPr/>
                    <p:nvPr/>
                  </p:nvSpPr>
                  <p:spPr>
                    <a:xfrm>
                      <a:off x="9773754" y="3779263"/>
                      <a:ext cx="287320" cy="1283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7320" h="128356">
                          <a:moveTo>
                            <a:pt x="265831" y="11475"/>
                          </a:moveTo>
                          <a:cubicBezTo>
                            <a:pt x="256374" y="4699"/>
                            <a:pt x="245131" y="231"/>
                            <a:pt x="233514" y="8"/>
                          </a:cubicBezTo>
                          <a:cubicBezTo>
                            <a:pt x="217356" y="-290"/>
                            <a:pt x="201868" y="7678"/>
                            <a:pt x="190326" y="18921"/>
                          </a:cubicBezTo>
                          <a:cubicBezTo>
                            <a:pt x="173796" y="35005"/>
                            <a:pt x="164339" y="58089"/>
                            <a:pt x="164786" y="81172"/>
                          </a:cubicBezTo>
                          <a:cubicBezTo>
                            <a:pt x="164786" y="81470"/>
                            <a:pt x="164860" y="81843"/>
                            <a:pt x="164860" y="82140"/>
                          </a:cubicBezTo>
                          <a:lnTo>
                            <a:pt x="86079" y="85491"/>
                          </a:lnTo>
                          <a:cubicBezTo>
                            <a:pt x="78707" y="85789"/>
                            <a:pt x="71112" y="86161"/>
                            <a:pt x="64485" y="84076"/>
                          </a:cubicBezTo>
                          <a:cubicBezTo>
                            <a:pt x="53688" y="80725"/>
                            <a:pt x="45646" y="71343"/>
                            <a:pt x="37157" y="61365"/>
                          </a:cubicBezTo>
                          <a:cubicBezTo>
                            <a:pt x="28222" y="50866"/>
                            <a:pt x="18914" y="40069"/>
                            <a:pt x="5362" y="34782"/>
                          </a:cubicBezTo>
                          <a:lnTo>
                            <a:pt x="0" y="48707"/>
                          </a:lnTo>
                          <a:cubicBezTo>
                            <a:pt x="10053" y="52578"/>
                            <a:pt x="17722" y="61589"/>
                            <a:pt x="25839" y="71045"/>
                          </a:cubicBezTo>
                          <a:cubicBezTo>
                            <a:pt x="35370" y="82140"/>
                            <a:pt x="45199" y="93682"/>
                            <a:pt x="60091" y="98299"/>
                          </a:cubicBezTo>
                          <a:cubicBezTo>
                            <a:pt x="66048" y="100160"/>
                            <a:pt x="72154" y="100607"/>
                            <a:pt x="77963" y="100607"/>
                          </a:cubicBezTo>
                          <a:cubicBezTo>
                            <a:pt x="81015" y="100607"/>
                            <a:pt x="83919" y="100458"/>
                            <a:pt x="86749" y="100384"/>
                          </a:cubicBezTo>
                          <a:lnTo>
                            <a:pt x="167094" y="97033"/>
                          </a:lnTo>
                          <a:cubicBezTo>
                            <a:pt x="167615" y="98671"/>
                            <a:pt x="168137" y="100235"/>
                            <a:pt x="168806" y="101798"/>
                          </a:cubicBezTo>
                          <a:cubicBezTo>
                            <a:pt x="176774" y="120191"/>
                            <a:pt x="198517" y="130169"/>
                            <a:pt x="218399" y="128084"/>
                          </a:cubicBezTo>
                          <a:cubicBezTo>
                            <a:pt x="238280" y="126073"/>
                            <a:pt x="256077" y="113787"/>
                            <a:pt x="268810" y="98299"/>
                          </a:cubicBezTo>
                          <a:cubicBezTo>
                            <a:pt x="277150" y="88172"/>
                            <a:pt x="283703" y="76332"/>
                            <a:pt x="286234" y="63450"/>
                          </a:cubicBezTo>
                          <a:cubicBezTo>
                            <a:pt x="288766" y="50568"/>
                            <a:pt x="286979" y="36569"/>
                            <a:pt x="279756" y="25623"/>
                          </a:cubicBezTo>
                          <a:cubicBezTo>
                            <a:pt x="276182" y="20039"/>
                            <a:pt x="271192" y="15422"/>
                            <a:pt x="265831" y="11475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120" name="AutoShape 120"/>
                  <p:cNvSpPr/>
                  <p:nvPr/>
                </p:nvSpPr>
                <p:spPr>
                  <a:xfrm>
                    <a:off x="9563727" y="3561444"/>
                    <a:ext cx="311210" cy="325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1210" h="325724">
                        <a:moveTo>
                          <a:pt x="256491" y="29139"/>
                        </a:moveTo>
                        <a:cubicBezTo>
                          <a:pt x="232515" y="12012"/>
                          <a:pt x="203921" y="620"/>
                          <a:pt x="174434" y="24"/>
                        </a:cubicBezTo>
                        <a:cubicBezTo>
                          <a:pt x="133480" y="-795"/>
                          <a:pt x="94163" y="19459"/>
                          <a:pt x="64825" y="47978"/>
                        </a:cubicBezTo>
                        <a:cubicBezTo>
                          <a:pt x="22828" y="88783"/>
                          <a:pt x="-1149" y="147460"/>
                          <a:pt x="42" y="205987"/>
                        </a:cubicBezTo>
                        <a:cubicBezTo>
                          <a:pt x="415" y="223858"/>
                          <a:pt x="3096" y="241878"/>
                          <a:pt x="10244" y="258260"/>
                        </a:cubicBezTo>
                        <a:cubicBezTo>
                          <a:pt x="30498" y="304873"/>
                          <a:pt x="85600" y="330265"/>
                          <a:pt x="136160" y="325053"/>
                        </a:cubicBezTo>
                        <a:cubicBezTo>
                          <a:pt x="186720" y="319840"/>
                          <a:pt x="231919" y="288790"/>
                          <a:pt x="264161" y="249548"/>
                        </a:cubicBezTo>
                        <a:cubicBezTo>
                          <a:pt x="285308" y="223784"/>
                          <a:pt x="302062" y="193775"/>
                          <a:pt x="308467" y="161086"/>
                        </a:cubicBezTo>
                        <a:cubicBezTo>
                          <a:pt x="314870" y="128397"/>
                          <a:pt x="310328" y="92879"/>
                          <a:pt x="292085" y="65030"/>
                        </a:cubicBezTo>
                        <a:cubicBezTo>
                          <a:pt x="282777" y="50882"/>
                          <a:pt x="270267" y="38968"/>
                          <a:pt x="256491" y="29139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21" name="AutoShape 121"/>
                  <p:cNvSpPr/>
                  <p:nvPr/>
                </p:nvSpPr>
                <p:spPr>
                  <a:xfrm>
                    <a:off x="9628226" y="3628994"/>
                    <a:ext cx="182144" cy="1906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2144" h="190657">
                        <a:moveTo>
                          <a:pt x="150144" y="17064"/>
                        </a:moveTo>
                        <a:cubicBezTo>
                          <a:pt x="136145" y="7012"/>
                          <a:pt x="119391" y="385"/>
                          <a:pt x="102116" y="12"/>
                        </a:cubicBezTo>
                        <a:cubicBezTo>
                          <a:pt x="78139" y="-435"/>
                          <a:pt x="55130" y="11405"/>
                          <a:pt x="37929" y="28085"/>
                        </a:cubicBezTo>
                        <a:cubicBezTo>
                          <a:pt x="13357" y="51987"/>
                          <a:pt x="-717" y="86315"/>
                          <a:pt x="28" y="120567"/>
                        </a:cubicBezTo>
                        <a:cubicBezTo>
                          <a:pt x="251" y="130992"/>
                          <a:pt x="1815" y="141566"/>
                          <a:pt x="5985" y="151171"/>
                        </a:cubicBezTo>
                        <a:cubicBezTo>
                          <a:pt x="17825" y="178425"/>
                          <a:pt x="50067" y="193317"/>
                          <a:pt x="79703" y="190264"/>
                        </a:cubicBezTo>
                        <a:cubicBezTo>
                          <a:pt x="109265" y="187211"/>
                          <a:pt x="135699" y="169042"/>
                          <a:pt x="154612" y="146033"/>
                        </a:cubicBezTo>
                        <a:cubicBezTo>
                          <a:pt x="166973" y="130992"/>
                          <a:pt x="176802" y="113419"/>
                          <a:pt x="180525" y="94282"/>
                        </a:cubicBezTo>
                        <a:cubicBezTo>
                          <a:pt x="184323" y="75145"/>
                          <a:pt x="181568" y="54370"/>
                          <a:pt x="170920" y="38063"/>
                        </a:cubicBezTo>
                        <a:cubicBezTo>
                          <a:pt x="165558" y="29797"/>
                          <a:pt x="158261" y="22798"/>
                          <a:pt x="150144" y="17064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22" name="AutoShape 122"/>
                  <p:cNvSpPr/>
                  <p:nvPr/>
                </p:nvSpPr>
                <p:spPr>
                  <a:xfrm>
                    <a:off x="9586666" y="3585520"/>
                    <a:ext cx="265481" cy="2775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5481" h="277521">
                        <a:moveTo>
                          <a:pt x="105700" y="277522"/>
                        </a:moveTo>
                        <a:cubicBezTo>
                          <a:pt x="105700" y="277522"/>
                          <a:pt x="105700" y="277522"/>
                          <a:pt x="105700" y="277522"/>
                        </a:cubicBezTo>
                        <a:cubicBezTo>
                          <a:pt x="62810" y="277522"/>
                          <a:pt x="23866" y="254141"/>
                          <a:pt x="8750" y="219292"/>
                        </a:cubicBezTo>
                        <a:cubicBezTo>
                          <a:pt x="3240" y="206634"/>
                          <a:pt x="410" y="191964"/>
                          <a:pt x="38" y="174615"/>
                        </a:cubicBezTo>
                        <a:cubicBezTo>
                          <a:pt x="-1005" y="125246"/>
                          <a:pt x="19473" y="75282"/>
                          <a:pt x="54842" y="40880"/>
                        </a:cubicBezTo>
                        <a:cubicBezTo>
                          <a:pt x="81500" y="14893"/>
                          <a:pt x="114934" y="0"/>
                          <a:pt x="146357" y="0"/>
                        </a:cubicBezTo>
                        <a:lnTo>
                          <a:pt x="148367" y="0"/>
                        </a:lnTo>
                        <a:cubicBezTo>
                          <a:pt x="172195" y="447"/>
                          <a:pt x="196396" y="9010"/>
                          <a:pt x="218511" y="24796"/>
                        </a:cubicBezTo>
                        <a:cubicBezTo>
                          <a:pt x="231393" y="34029"/>
                          <a:pt x="241594" y="44380"/>
                          <a:pt x="248966" y="55549"/>
                        </a:cubicBezTo>
                        <a:cubicBezTo>
                          <a:pt x="263784" y="78186"/>
                          <a:pt x="268997" y="108269"/>
                          <a:pt x="263114" y="137979"/>
                        </a:cubicBezTo>
                        <a:cubicBezTo>
                          <a:pt x="258051" y="163594"/>
                          <a:pt x="245467" y="188763"/>
                          <a:pt x="225585" y="212963"/>
                        </a:cubicBezTo>
                        <a:cubicBezTo>
                          <a:pt x="194981" y="250194"/>
                          <a:pt x="156409" y="272905"/>
                          <a:pt x="116944" y="276926"/>
                        </a:cubicBezTo>
                        <a:cubicBezTo>
                          <a:pt x="113221" y="277373"/>
                          <a:pt x="109423" y="277522"/>
                          <a:pt x="105700" y="277522"/>
                        </a:cubicBezTo>
                        <a:close/>
                        <a:moveTo>
                          <a:pt x="146357" y="7446"/>
                        </a:moveTo>
                        <a:cubicBezTo>
                          <a:pt x="116795" y="7446"/>
                          <a:pt x="85298" y="21594"/>
                          <a:pt x="59980" y="46167"/>
                        </a:cubicBezTo>
                        <a:cubicBezTo>
                          <a:pt x="26025" y="79154"/>
                          <a:pt x="6367" y="127108"/>
                          <a:pt x="7410" y="174391"/>
                        </a:cubicBezTo>
                        <a:cubicBezTo>
                          <a:pt x="7782" y="190773"/>
                          <a:pt x="10388" y="204549"/>
                          <a:pt x="15526" y="216314"/>
                        </a:cubicBezTo>
                        <a:cubicBezTo>
                          <a:pt x="29525" y="248407"/>
                          <a:pt x="65714" y="270001"/>
                          <a:pt x="105626" y="270001"/>
                        </a:cubicBezTo>
                        <a:cubicBezTo>
                          <a:pt x="105626" y="270001"/>
                          <a:pt x="105626" y="270001"/>
                          <a:pt x="105626" y="270001"/>
                        </a:cubicBezTo>
                        <a:cubicBezTo>
                          <a:pt x="109126" y="270001"/>
                          <a:pt x="112625" y="269852"/>
                          <a:pt x="116125" y="269480"/>
                        </a:cubicBezTo>
                        <a:cubicBezTo>
                          <a:pt x="153654" y="265608"/>
                          <a:pt x="190439" y="243865"/>
                          <a:pt x="219777" y="208197"/>
                        </a:cubicBezTo>
                        <a:cubicBezTo>
                          <a:pt x="238839" y="184965"/>
                          <a:pt x="250977" y="160914"/>
                          <a:pt x="255743" y="136490"/>
                        </a:cubicBezTo>
                        <a:cubicBezTo>
                          <a:pt x="261178" y="108641"/>
                          <a:pt x="256412" y="80643"/>
                          <a:pt x="242637" y="59570"/>
                        </a:cubicBezTo>
                        <a:cubicBezTo>
                          <a:pt x="235787" y="49145"/>
                          <a:pt x="226181" y="39465"/>
                          <a:pt x="214043" y="30753"/>
                        </a:cubicBezTo>
                        <a:cubicBezTo>
                          <a:pt x="193194" y="15861"/>
                          <a:pt x="170408" y="7744"/>
                          <a:pt x="148144" y="7297"/>
                        </a:cubicBezTo>
                        <a:lnTo>
                          <a:pt x="146357" y="7446"/>
                        </a:ln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123" name="Group 123"/>
              <p:cNvGrpSpPr/>
              <p:nvPr/>
            </p:nvGrpSpPr>
            <p:grpSpPr>
              <a:xfrm>
                <a:off x="7793274" y="2420827"/>
                <a:ext cx="1140468" cy="962005"/>
                <a:chOff x="7793274" y="2420827"/>
                <a:chExt cx="1140468" cy="962005"/>
              </a:xfrm>
            </p:grpSpPr>
            <p:sp>
              <p:nvSpPr>
                <p:cNvPr id="124" name="AutoShape 124"/>
                <p:cNvSpPr/>
                <p:nvPr/>
              </p:nvSpPr>
              <p:spPr>
                <a:xfrm>
                  <a:off x="7793274" y="2420827"/>
                  <a:ext cx="1140468" cy="962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0468" h="962005">
                      <a:moveTo>
                        <a:pt x="0" y="73072"/>
                      </a:moveTo>
                      <a:cubicBezTo>
                        <a:pt x="377972" y="23331"/>
                        <a:pt x="759294" y="-870"/>
                        <a:pt x="1140468" y="24"/>
                      </a:cubicBezTo>
                      <a:lnTo>
                        <a:pt x="1092440" y="861332"/>
                      </a:lnTo>
                      <a:cubicBezTo>
                        <a:pt x="757954" y="879427"/>
                        <a:pt x="424287" y="912711"/>
                        <a:pt x="92929" y="962005"/>
                      </a:cubicBezTo>
                      <a:lnTo>
                        <a:pt x="0" y="73072"/>
                      </a:ln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25" name="Group 125"/>
                <p:cNvGrpSpPr/>
                <p:nvPr/>
              </p:nvGrpSpPr>
              <p:grpSpPr>
                <a:xfrm>
                  <a:off x="7928200" y="2554065"/>
                  <a:ext cx="877987" cy="682895"/>
                  <a:chOff x="7928200" y="2554065"/>
                  <a:chExt cx="877987" cy="682895"/>
                </a:xfrm>
                <a:solidFill>
                  <a:srgbClr val="E0DBD5">
                    <a:alpha val="100000"/>
                  </a:srgbClr>
                </a:solidFill>
              </p:grpSpPr>
              <p:sp>
                <p:nvSpPr>
                  <p:cNvPr id="126" name="AutoShape 126"/>
                  <p:cNvSpPr/>
                  <p:nvPr/>
                </p:nvSpPr>
                <p:spPr>
                  <a:xfrm>
                    <a:off x="7928200" y="2554065"/>
                    <a:ext cx="877987" cy="5440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7987" h="544023">
                        <a:moveTo>
                          <a:pt x="784090" y="430096"/>
                        </a:moveTo>
                        <a:cubicBezTo>
                          <a:pt x="789303" y="388918"/>
                          <a:pt x="791611" y="347293"/>
                          <a:pt x="790941" y="305892"/>
                        </a:cubicBezTo>
                        <a:lnTo>
                          <a:pt x="790792" y="297850"/>
                        </a:lnTo>
                        <a:lnTo>
                          <a:pt x="714617" y="305296"/>
                        </a:lnTo>
                        <a:cubicBezTo>
                          <a:pt x="715585" y="293234"/>
                          <a:pt x="716255" y="281171"/>
                          <a:pt x="716627" y="269108"/>
                        </a:cubicBezTo>
                        <a:lnTo>
                          <a:pt x="716851" y="261140"/>
                        </a:lnTo>
                        <a:lnTo>
                          <a:pt x="708958" y="261438"/>
                        </a:lnTo>
                        <a:cubicBezTo>
                          <a:pt x="645813" y="263746"/>
                          <a:pt x="582223" y="267991"/>
                          <a:pt x="519004" y="274022"/>
                        </a:cubicBezTo>
                        <a:lnTo>
                          <a:pt x="523546" y="81611"/>
                        </a:lnTo>
                        <a:lnTo>
                          <a:pt x="515355" y="82207"/>
                        </a:lnTo>
                        <a:cubicBezTo>
                          <a:pt x="431361" y="88164"/>
                          <a:pt x="346102" y="93450"/>
                          <a:pt x="261810" y="97993"/>
                        </a:cubicBezTo>
                        <a:cubicBezTo>
                          <a:pt x="261512" y="68059"/>
                          <a:pt x="261438" y="38050"/>
                          <a:pt x="261736" y="8265"/>
                        </a:cubicBezTo>
                        <a:lnTo>
                          <a:pt x="261810" y="0"/>
                        </a:lnTo>
                        <a:lnTo>
                          <a:pt x="0" y="23977"/>
                        </a:lnTo>
                        <a:lnTo>
                          <a:pt x="27700" y="289883"/>
                        </a:lnTo>
                        <a:lnTo>
                          <a:pt x="35593" y="288468"/>
                        </a:lnTo>
                        <a:cubicBezTo>
                          <a:pt x="109236" y="274990"/>
                          <a:pt x="184369" y="265533"/>
                          <a:pt x="259055" y="260321"/>
                        </a:cubicBezTo>
                        <a:lnTo>
                          <a:pt x="266278" y="259800"/>
                        </a:lnTo>
                        <a:lnTo>
                          <a:pt x="265980" y="252577"/>
                        </a:lnTo>
                        <a:cubicBezTo>
                          <a:pt x="263895" y="206261"/>
                          <a:pt x="262629" y="159573"/>
                          <a:pt x="261959" y="112885"/>
                        </a:cubicBezTo>
                        <a:cubicBezTo>
                          <a:pt x="343868" y="108492"/>
                          <a:pt x="426596" y="103354"/>
                          <a:pt x="508207" y="97620"/>
                        </a:cubicBezTo>
                        <a:lnTo>
                          <a:pt x="504037" y="275437"/>
                        </a:lnTo>
                        <a:cubicBezTo>
                          <a:pt x="466061" y="279235"/>
                          <a:pt x="428234" y="283628"/>
                          <a:pt x="390630" y="288691"/>
                        </a:cubicBezTo>
                        <a:cubicBezTo>
                          <a:pt x="387428" y="289138"/>
                          <a:pt x="381546" y="289957"/>
                          <a:pt x="377599" y="294723"/>
                        </a:cubicBezTo>
                        <a:cubicBezTo>
                          <a:pt x="373876" y="299265"/>
                          <a:pt x="374100" y="304999"/>
                          <a:pt x="374249" y="308126"/>
                        </a:cubicBezTo>
                        <a:lnTo>
                          <a:pt x="374696" y="318774"/>
                        </a:lnTo>
                        <a:cubicBezTo>
                          <a:pt x="301127" y="323689"/>
                          <a:pt x="227558" y="331060"/>
                          <a:pt x="154882" y="340890"/>
                        </a:cubicBezTo>
                        <a:cubicBezTo>
                          <a:pt x="151680" y="341336"/>
                          <a:pt x="145723" y="342155"/>
                          <a:pt x="141851" y="346921"/>
                        </a:cubicBezTo>
                        <a:cubicBezTo>
                          <a:pt x="138128" y="351463"/>
                          <a:pt x="138351" y="357197"/>
                          <a:pt x="138500" y="360324"/>
                        </a:cubicBezTo>
                        <a:lnTo>
                          <a:pt x="141926" y="447892"/>
                        </a:lnTo>
                        <a:lnTo>
                          <a:pt x="460700" y="416990"/>
                        </a:lnTo>
                        <a:cubicBezTo>
                          <a:pt x="462636" y="416767"/>
                          <a:pt x="466210" y="416469"/>
                          <a:pt x="469189" y="413863"/>
                        </a:cubicBezTo>
                        <a:cubicBezTo>
                          <a:pt x="472763" y="410810"/>
                          <a:pt x="473358" y="406640"/>
                          <a:pt x="473731" y="404406"/>
                        </a:cubicBezTo>
                        <a:cubicBezTo>
                          <a:pt x="474624" y="398375"/>
                          <a:pt x="475369" y="392343"/>
                          <a:pt x="476114" y="386237"/>
                        </a:cubicBezTo>
                        <a:lnTo>
                          <a:pt x="696522" y="364866"/>
                        </a:lnTo>
                        <a:cubicBezTo>
                          <a:pt x="698459" y="364643"/>
                          <a:pt x="702033" y="364345"/>
                          <a:pt x="705086" y="361739"/>
                        </a:cubicBezTo>
                        <a:cubicBezTo>
                          <a:pt x="708660" y="358686"/>
                          <a:pt x="709256" y="354367"/>
                          <a:pt x="709553" y="352282"/>
                        </a:cubicBezTo>
                        <a:cubicBezTo>
                          <a:pt x="711117" y="341783"/>
                          <a:pt x="712308" y="331135"/>
                          <a:pt x="713426" y="320487"/>
                        </a:cubicBezTo>
                        <a:lnTo>
                          <a:pt x="776347" y="314306"/>
                        </a:lnTo>
                        <a:cubicBezTo>
                          <a:pt x="776644" y="353325"/>
                          <a:pt x="774187" y="392492"/>
                          <a:pt x="769123" y="431213"/>
                        </a:cubicBezTo>
                        <a:cubicBezTo>
                          <a:pt x="699352" y="436127"/>
                          <a:pt x="629730" y="443201"/>
                          <a:pt x="560479" y="452583"/>
                        </a:cubicBezTo>
                        <a:cubicBezTo>
                          <a:pt x="557501" y="452956"/>
                          <a:pt x="554150" y="453551"/>
                          <a:pt x="552214" y="455934"/>
                        </a:cubicBezTo>
                        <a:cubicBezTo>
                          <a:pt x="550352" y="458168"/>
                          <a:pt x="550427" y="461370"/>
                          <a:pt x="550502" y="464348"/>
                        </a:cubicBezTo>
                        <a:cubicBezTo>
                          <a:pt x="551544" y="490931"/>
                          <a:pt x="552586" y="517440"/>
                          <a:pt x="553629" y="544023"/>
                        </a:cubicBezTo>
                        <a:cubicBezTo>
                          <a:pt x="657281" y="533971"/>
                          <a:pt x="760933" y="523918"/>
                          <a:pt x="864510" y="513866"/>
                        </a:cubicBezTo>
                        <a:cubicBezTo>
                          <a:pt x="866074" y="513717"/>
                          <a:pt x="867712" y="513494"/>
                          <a:pt x="868903" y="512526"/>
                        </a:cubicBezTo>
                        <a:cubicBezTo>
                          <a:pt x="870244" y="511334"/>
                          <a:pt x="870616" y="509398"/>
                          <a:pt x="870914" y="507611"/>
                        </a:cubicBezTo>
                        <a:cubicBezTo>
                          <a:pt x="874935" y="480432"/>
                          <a:pt x="877243" y="452956"/>
                          <a:pt x="877988" y="425479"/>
                        </a:cubicBezTo>
                        <a:cubicBezTo>
                          <a:pt x="846639" y="426447"/>
                          <a:pt x="815365" y="428085"/>
                          <a:pt x="784090" y="430096"/>
                        </a:cubicBezTo>
                        <a:close/>
                        <a:moveTo>
                          <a:pt x="40656" y="272458"/>
                        </a:moveTo>
                        <a:lnTo>
                          <a:pt x="16158" y="37529"/>
                        </a:lnTo>
                        <a:lnTo>
                          <a:pt x="246545" y="16382"/>
                        </a:lnTo>
                        <a:cubicBezTo>
                          <a:pt x="245875" y="92706"/>
                          <a:pt x="247216" y="169849"/>
                          <a:pt x="250566" y="246024"/>
                        </a:cubicBezTo>
                        <a:cubicBezTo>
                          <a:pt x="180497" y="251237"/>
                          <a:pt x="109981" y="260098"/>
                          <a:pt x="40656" y="272458"/>
                        </a:cubicBezTo>
                        <a:close/>
                        <a:moveTo>
                          <a:pt x="458838" y="402098"/>
                        </a:moveTo>
                        <a:lnTo>
                          <a:pt x="155999" y="431511"/>
                        </a:lnTo>
                        <a:lnTo>
                          <a:pt x="153170" y="359729"/>
                        </a:lnTo>
                        <a:cubicBezTo>
                          <a:pt x="153170" y="358984"/>
                          <a:pt x="153020" y="356825"/>
                          <a:pt x="153020" y="356527"/>
                        </a:cubicBezTo>
                        <a:cubicBezTo>
                          <a:pt x="153393" y="356229"/>
                          <a:pt x="154658" y="356005"/>
                          <a:pt x="156669" y="355707"/>
                        </a:cubicBezTo>
                        <a:cubicBezTo>
                          <a:pt x="228898" y="345953"/>
                          <a:pt x="302020" y="338581"/>
                          <a:pt x="375068" y="333741"/>
                        </a:cubicBezTo>
                        <a:lnTo>
                          <a:pt x="377525" y="395843"/>
                        </a:lnTo>
                        <a:lnTo>
                          <a:pt x="460700" y="387801"/>
                        </a:lnTo>
                        <a:cubicBezTo>
                          <a:pt x="460178" y="392492"/>
                          <a:pt x="459583" y="397332"/>
                          <a:pt x="458838" y="402098"/>
                        </a:cubicBezTo>
                        <a:close/>
                        <a:moveTo>
                          <a:pt x="462487" y="372536"/>
                        </a:moveTo>
                        <a:lnTo>
                          <a:pt x="391822" y="379387"/>
                        </a:lnTo>
                        <a:lnTo>
                          <a:pt x="389960" y="332699"/>
                        </a:lnTo>
                        <a:cubicBezTo>
                          <a:pt x="415203" y="331135"/>
                          <a:pt x="440446" y="329795"/>
                          <a:pt x="465614" y="328827"/>
                        </a:cubicBezTo>
                        <a:cubicBezTo>
                          <a:pt x="465019" y="343347"/>
                          <a:pt x="463976" y="357942"/>
                          <a:pt x="462487" y="372536"/>
                        </a:cubicBezTo>
                        <a:close/>
                        <a:moveTo>
                          <a:pt x="694661" y="349974"/>
                        </a:moveTo>
                        <a:lnTo>
                          <a:pt x="477603" y="371047"/>
                        </a:lnTo>
                        <a:cubicBezTo>
                          <a:pt x="479241" y="354442"/>
                          <a:pt x="480358" y="337837"/>
                          <a:pt x="480805" y="321232"/>
                        </a:cubicBezTo>
                        <a:lnTo>
                          <a:pt x="481028" y="313264"/>
                        </a:lnTo>
                        <a:lnTo>
                          <a:pt x="473135" y="313562"/>
                        </a:lnTo>
                        <a:cubicBezTo>
                          <a:pt x="445286" y="314604"/>
                          <a:pt x="417437" y="316019"/>
                          <a:pt x="389514" y="317732"/>
                        </a:cubicBezTo>
                        <a:lnTo>
                          <a:pt x="389141" y="307530"/>
                        </a:lnTo>
                        <a:cubicBezTo>
                          <a:pt x="389141" y="306786"/>
                          <a:pt x="388992" y="304626"/>
                          <a:pt x="388992" y="304328"/>
                        </a:cubicBezTo>
                        <a:cubicBezTo>
                          <a:pt x="389364" y="304030"/>
                          <a:pt x="390630" y="303807"/>
                          <a:pt x="392641" y="303509"/>
                        </a:cubicBezTo>
                        <a:cubicBezTo>
                          <a:pt x="494655" y="289734"/>
                          <a:pt x="598604" y="280649"/>
                          <a:pt x="701586" y="276628"/>
                        </a:cubicBezTo>
                        <a:cubicBezTo>
                          <a:pt x="700469" y="301127"/>
                          <a:pt x="698235" y="325774"/>
                          <a:pt x="694661" y="349974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27" name="AutoShape 127"/>
                  <p:cNvSpPr/>
                  <p:nvPr/>
                </p:nvSpPr>
                <p:spPr>
                  <a:xfrm>
                    <a:off x="8334513" y="3118416"/>
                    <a:ext cx="327515" cy="118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515" h="118544">
                        <a:moveTo>
                          <a:pt x="1742" y="30455"/>
                        </a:moveTo>
                        <a:cubicBezTo>
                          <a:pt x="-120" y="32689"/>
                          <a:pt x="-45" y="35891"/>
                          <a:pt x="29" y="38869"/>
                        </a:cubicBezTo>
                        <a:cubicBezTo>
                          <a:pt x="1071" y="65452"/>
                          <a:pt x="2114" y="91961"/>
                          <a:pt x="3157" y="118544"/>
                        </a:cubicBezTo>
                        <a:cubicBezTo>
                          <a:pt x="106808" y="108492"/>
                          <a:pt x="210460" y="98439"/>
                          <a:pt x="314038" y="88387"/>
                        </a:cubicBezTo>
                        <a:cubicBezTo>
                          <a:pt x="315602" y="88238"/>
                          <a:pt x="317239" y="88015"/>
                          <a:pt x="318431" y="87047"/>
                        </a:cubicBezTo>
                        <a:cubicBezTo>
                          <a:pt x="319771" y="85855"/>
                          <a:pt x="320144" y="83919"/>
                          <a:pt x="320441" y="82132"/>
                        </a:cubicBezTo>
                        <a:cubicBezTo>
                          <a:pt x="324463" y="54953"/>
                          <a:pt x="326771" y="27477"/>
                          <a:pt x="327515" y="0"/>
                        </a:cubicBezTo>
                        <a:cubicBezTo>
                          <a:pt x="221257" y="3872"/>
                          <a:pt x="115223" y="12956"/>
                          <a:pt x="9932" y="27179"/>
                        </a:cubicBezTo>
                        <a:cubicBezTo>
                          <a:pt x="7029" y="27551"/>
                          <a:pt x="3678" y="28147"/>
                          <a:pt x="1742" y="30455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</p:grpSp>
        <p:grpSp>
          <p:nvGrpSpPr>
            <p:cNvPr id="128" name="Group 128"/>
            <p:cNvGrpSpPr/>
            <p:nvPr/>
          </p:nvGrpSpPr>
          <p:grpSpPr>
            <a:xfrm>
              <a:off x="10934700" y="2938142"/>
              <a:ext cx="350420" cy="203431"/>
              <a:chOff x="10934700" y="2938142"/>
              <a:chExt cx="350420" cy="203431"/>
            </a:xfrm>
          </p:grpSpPr>
          <p:sp>
            <p:nvSpPr>
              <p:cNvPr id="129" name="AutoShape 129"/>
              <p:cNvSpPr/>
              <p:nvPr/>
            </p:nvSpPr>
            <p:spPr>
              <a:xfrm>
                <a:off x="10997323" y="2938142"/>
                <a:ext cx="108491" cy="48177"/>
              </a:xfrm>
              <a:custGeom>
                <a:avLst/>
                <a:gdLst/>
                <a:ahLst/>
                <a:cxnLst/>
                <a:rect l="l" t="t" r="r" b="b"/>
                <a:pathLst>
                  <a:path w="108491" h="48177">
                    <a:moveTo>
                      <a:pt x="102758" y="48177"/>
                    </a:moveTo>
                    <a:cubicBezTo>
                      <a:pt x="104694" y="42965"/>
                      <a:pt x="106555" y="37753"/>
                      <a:pt x="108492" y="32540"/>
                    </a:cubicBezTo>
                    <a:cubicBezTo>
                      <a:pt x="74239" y="22413"/>
                      <a:pt x="40135" y="11616"/>
                      <a:pt x="6329" y="0"/>
                    </a:cubicBezTo>
                    <a:cubicBezTo>
                      <a:pt x="4244" y="5734"/>
                      <a:pt x="2159" y="11467"/>
                      <a:pt x="0" y="17201"/>
                    </a:cubicBezTo>
                    <a:cubicBezTo>
                      <a:pt x="35891" y="22041"/>
                      <a:pt x="69697" y="33657"/>
                      <a:pt x="102758" y="48177"/>
                    </a:cubicBezTo>
                    <a:close/>
                  </a:path>
                </a:pathLst>
              </a:custGeom>
              <a:solidFill>
                <a:srgbClr val="E0DBD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0" name="AutoShape 130"/>
              <p:cNvSpPr/>
              <p:nvPr/>
            </p:nvSpPr>
            <p:spPr>
              <a:xfrm>
                <a:off x="10934700" y="3080068"/>
                <a:ext cx="125245" cy="61505"/>
              </a:xfrm>
              <a:custGeom>
                <a:avLst/>
                <a:gdLst/>
                <a:ahLst/>
                <a:cxnLst/>
                <a:rect l="l" t="t" r="r" b="b"/>
                <a:pathLst>
                  <a:path w="125245" h="61505">
                    <a:moveTo>
                      <a:pt x="18317" y="223"/>
                    </a:moveTo>
                    <a:cubicBezTo>
                      <a:pt x="17871" y="223"/>
                      <a:pt x="17499" y="74"/>
                      <a:pt x="17051" y="0"/>
                    </a:cubicBezTo>
                    <a:cubicBezTo>
                      <a:pt x="11393" y="15488"/>
                      <a:pt x="5659" y="31051"/>
                      <a:pt x="0" y="46539"/>
                    </a:cubicBezTo>
                    <a:cubicBezTo>
                      <a:pt x="38050" y="50411"/>
                      <a:pt x="75951" y="55474"/>
                      <a:pt x="113704" y="61506"/>
                    </a:cubicBezTo>
                    <a:cubicBezTo>
                      <a:pt x="117428" y="49071"/>
                      <a:pt x="121299" y="36635"/>
                      <a:pt x="125246" y="24200"/>
                    </a:cubicBezTo>
                    <a:cubicBezTo>
                      <a:pt x="89355" y="16903"/>
                      <a:pt x="55028" y="3202"/>
                      <a:pt x="18317" y="223"/>
                    </a:cubicBezTo>
                    <a:close/>
                  </a:path>
                </a:pathLst>
              </a:custGeom>
              <a:solidFill>
                <a:srgbClr val="E0DBD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1" name="AutoShape 131"/>
              <p:cNvSpPr/>
              <p:nvPr/>
            </p:nvSpPr>
            <p:spPr>
              <a:xfrm>
                <a:off x="10962250" y="3035614"/>
                <a:ext cx="111842" cy="40209"/>
              </a:xfrm>
              <a:custGeom>
                <a:avLst/>
                <a:gdLst/>
                <a:ahLst/>
                <a:cxnLst/>
                <a:rect l="l" t="t" r="r" b="b"/>
                <a:pathLst>
                  <a:path w="111842" h="40209">
                    <a:moveTo>
                      <a:pt x="106854" y="40210"/>
                    </a:moveTo>
                    <a:cubicBezTo>
                      <a:pt x="108492" y="35146"/>
                      <a:pt x="110130" y="30008"/>
                      <a:pt x="111843" y="24945"/>
                    </a:cubicBezTo>
                    <a:cubicBezTo>
                      <a:pt x="76920" y="15116"/>
                      <a:pt x="42370" y="968"/>
                      <a:pt x="5883" y="0"/>
                    </a:cubicBezTo>
                    <a:cubicBezTo>
                      <a:pt x="3947" y="5361"/>
                      <a:pt x="2011" y="10648"/>
                      <a:pt x="0" y="16009"/>
                    </a:cubicBezTo>
                    <a:cubicBezTo>
                      <a:pt x="36412" y="20477"/>
                      <a:pt x="70888" y="33210"/>
                      <a:pt x="106854" y="40210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2" name="AutoShape 132"/>
              <p:cNvSpPr/>
              <p:nvPr/>
            </p:nvSpPr>
            <p:spPr>
              <a:xfrm>
                <a:off x="10978781" y="2983937"/>
                <a:ext cx="111098" cy="48326"/>
              </a:xfrm>
              <a:custGeom>
                <a:avLst/>
                <a:gdLst/>
                <a:ahLst/>
                <a:cxnLst/>
                <a:rect l="l" t="t" r="r" b="b"/>
                <a:pathLst>
                  <a:path w="111098" h="48326">
                    <a:moveTo>
                      <a:pt x="104844" y="48326"/>
                    </a:moveTo>
                    <a:cubicBezTo>
                      <a:pt x="106929" y="42295"/>
                      <a:pt x="109013" y="36189"/>
                      <a:pt x="111098" y="30232"/>
                    </a:cubicBezTo>
                    <a:cubicBezTo>
                      <a:pt x="78335" y="15488"/>
                      <a:pt x="44082" y="3649"/>
                      <a:pt x="8192" y="0"/>
                    </a:cubicBezTo>
                    <a:cubicBezTo>
                      <a:pt x="5437" y="7446"/>
                      <a:pt x="2681" y="14967"/>
                      <a:pt x="0" y="22413"/>
                    </a:cubicBezTo>
                    <a:cubicBezTo>
                      <a:pt x="35891" y="25392"/>
                      <a:pt x="70070" y="38795"/>
                      <a:pt x="104844" y="48326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3" name="AutoShape 133"/>
              <p:cNvSpPr/>
              <p:nvPr/>
            </p:nvSpPr>
            <p:spPr>
              <a:xfrm>
                <a:off x="11126962" y="2978948"/>
                <a:ext cx="158158" cy="134553"/>
              </a:xfrm>
              <a:custGeom>
                <a:avLst/>
                <a:gdLst/>
                <a:ahLst/>
                <a:cxnLst/>
                <a:rect l="l" t="t" r="r" b="b"/>
                <a:pathLst>
                  <a:path w="158158" h="134553">
                    <a:moveTo>
                      <a:pt x="34849" y="0"/>
                    </a:moveTo>
                    <a:cubicBezTo>
                      <a:pt x="21818" y="33955"/>
                      <a:pt x="10499" y="68431"/>
                      <a:pt x="0" y="103205"/>
                    </a:cubicBezTo>
                    <a:cubicBezTo>
                      <a:pt x="45274" y="111173"/>
                      <a:pt x="90099" y="121597"/>
                      <a:pt x="134256" y="134554"/>
                    </a:cubicBezTo>
                    <a:cubicBezTo>
                      <a:pt x="142223" y="99556"/>
                      <a:pt x="150191" y="64633"/>
                      <a:pt x="158158" y="29636"/>
                    </a:cubicBezTo>
                    <a:cubicBezTo>
                      <a:pt x="116609" y="21445"/>
                      <a:pt x="75505" y="11542"/>
                      <a:pt x="34849" y="0"/>
                    </a:cubicBezTo>
                    <a:close/>
                    <a:moveTo>
                      <a:pt x="120332" y="117725"/>
                    </a:moveTo>
                    <a:cubicBezTo>
                      <a:pt x="87270" y="107971"/>
                      <a:pt x="53614" y="100152"/>
                      <a:pt x="19658" y="94195"/>
                    </a:cubicBezTo>
                    <a:cubicBezTo>
                      <a:pt x="27552" y="68059"/>
                      <a:pt x="36041" y="42220"/>
                      <a:pt x="45795" y="16754"/>
                    </a:cubicBezTo>
                    <a:cubicBezTo>
                      <a:pt x="76324" y="25392"/>
                      <a:pt x="107152" y="32838"/>
                      <a:pt x="138203" y="39018"/>
                    </a:cubicBezTo>
                    <a:cubicBezTo>
                      <a:pt x="132320" y="65304"/>
                      <a:pt x="126363" y="91515"/>
                      <a:pt x="120332" y="117725"/>
                    </a:cubicBezTo>
                    <a:close/>
                  </a:path>
                </a:pathLst>
              </a:custGeom>
              <a:solidFill>
                <a:srgbClr val="E0DBD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134" name="AutoShape 134"/>
            <p:cNvSpPr/>
            <p:nvPr/>
          </p:nvSpPr>
          <p:spPr>
            <a:xfrm>
              <a:off x="11106987" y="3276615"/>
              <a:ext cx="2327" cy="1449"/>
            </a:xfrm>
            <a:custGeom>
              <a:avLst/>
              <a:gdLst/>
              <a:ahLst/>
              <a:cxnLst/>
              <a:rect l="l" t="t" r="r" b="b"/>
              <a:pathLst>
                <a:path w="2327" h="1449">
                  <a:moveTo>
                    <a:pt x="19" y="1449"/>
                  </a:moveTo>
                  <a:cubicBezTo>
                    <a:pt x="-204" y="332"/>
                    <a:pt x="1583" y="-487"/>
                    <a:pt x="2327" y="332"/>
                  </a:cubicBezTo>
                  <a:lnTo>
                    <a:pt x="19" y="1449"/>
                  </a:lnTo>
                  <a:close/>
                </a:path>
              </a:pathLst>
            </a:custGeom>
            <a:solidFill>
              <a:srgbClr val="FFBE69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135" name="Group 135"/>
            <p:cNvGrpSpPr/>
            <p:nvPr/>
          </p:nvGrpSpPr>
          <p:grpSpPr>
            <a:xfrm>
              <a:off x="9100389" y="4069768"/>
              <a:ext cx="2904485" cy="2613020"/>
              <a:chOff x="9100389" y="4069768"/>
              <a:chExt cx="2904485" cy="2613020"/>
            </a:xfrm>
          </p:grpSpPr>
          <p:grpSp>
            <p:nvGrpSpPr>
              <p:cNvPr id="136" name="Group 136"/>
              <p:cNvGrpSpPr/>
              <p:nvPr/>
            </p:nvGrpSpPr>
            <p:grpSpPr>
              <a:xfrm>
                <a:off x="9100389" y="5972193"/>
                <a:ext cx="2904485" cy="710596"/>
                <a:chOff x="9100389" y="5972193"/>
                <a:chExt cx="2904485" cy="710596"/>
              </a:xfrm>
            </p:grpSpPr>
            <p:sp>
              <p:nvSpPr>
                <p:cNvPr id="137" name="AutoShape 137"/>
                <p:cNvSpPr/>
                <p:nvPr/>
              </p:nvSpPr>
              <p:spPr>
                <a:xfrm>
                  <a:off x="9100389" y="6131320"/>
                  <a:ext cx="2904485" cy="551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4485" h="551469">
                      <a:moveTo>
                        <a:pt x="2904486" y="275735"/>
                      </a:moveTo>
                      <a:cubicBezTo>
                        <a:pt x="2904486" y="428019"/>
                        <a:pt x="2254295" y="551470"/>
                        <a:pt x="1452243" y="551470"/>
                      </a:cubicBezTo>
                      <a:cubicBezTo>
                        <a:pt x="650191" y="551470"/>
                        <a:pt x="0" y="428019"/>
                        <a:pt x="0" y="275735"/>
                      </a:cubicBezTo>
                      <a:cubicBezTo>
                        <a:pt x="0" y="123451"/>
                        <a:pt x="650191" y="0"/>
                        <a:pt x="1452243" y="0"/>
                      </a:cubicBezTo>
                      <a:cubicBezTo>
                        <a:pt x="2254294" y="0"/>
                        <a:pt x="2904486" y="123451"/>
                        <a:pt x="2904486" y="275735"/>
                      </a:cubicBezTo>
                      <a:close/>
                    </a:path>
                  </a:pathLst>
                </a:custGeom>
                <a:solidFill>
                  <a:srgbClr val="002033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38" name="Group 138"/>
                <p:cNvGrpSpPr/>
                <p:nvPr/>
              </p:nvGrpSpPr>
              <p:grpSpPr>
                <a:xfrm>
                  <a:off x="9179096" y="5972193"/>
                  <a:ext cx="2724733" cy="629357"/>
                  <a:chOff x="9179096" y="5972193"/>
                  <a:chExt cx="2724733" cy="629357"/>
                </a:xfrm>
              </p:grpSpPr>
              <p:sp>
                <p:nvSpPr>
                  <p:cNvPr id="139" name="AutoShape 139"/>
                  <p:cNvSpPr/>
                  <p:nvPr/>
                </p:nvSpPr>
                <p:spPr>
                  <a:xfrm>
                    <a:off x="9179096" y="5972193"/>
                    <a:ext cx="2724733" cy="629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4733" h="629357">
                        <a:moveTo>
                          <a:pt x="2724734" y="266874"/>
                        </a:moveTo>
                        <a:cubicBezTo>
                          <a:pt x="2724734" y="119438"/>
                          <a:pt x="2114811" y="0"/>
                          <a:pt x="1362366" y="0"/>
                        </a:cubicBezTo>
                        <a:cubicBezTo>
                          <a:pt x="609922" y="0"/>
                          <a:pt x="0" y="119513"/>
                          <a:pt x="0" y="266874"/>
                        </a:cubicBezTo>
                        <a:cubicBezTo>
                          <a:pt x="0" y="283181"/>
                          <a:pt x="0" y="346177"/>
                          <a:pt x="0" y="362484"/>
                        </a:cubicBezTo>
                        <a:cubicBezTo>
                          <a:pt x="0" y="509920"/>
                          <a:pt x="609922" y="629358"/>
                          <a:pt x="1362366" y="629358"/>
                        </a:cubicBezTo>
                        <a:cubicBezTo>
                          <a:pt x="2114811" y="629358"/>
                          <a:pt x="2724734" y="509845"/>
                          <a:pt x="2724734" y="362484"/>
                        </a:cubicBezTo>
                        <a:cubicBezTo>
                          <a:pt x="2724734" y="346177"/>
                          <a:pt x="2724734" y="283181"/>
                          <a:pt x="2724734" y="266874"/>
                        </a:cubicBezTo>
                        <a:close/>
                      </a:path>
                    </a:pathLst>
                  </a:custGeom>
                  <a:solidFill>
                    <a:srgbClr val="5FBBBF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40" name="AutoShape 140"/>
                  <p:cNvSpPr/>
                  <p:nvPr/>
                </p:nvSpPr>
                <p:spPr>
                  <a:xfrm>
                    <a:off x="9216476" y="5980831"/>
                    <a:ext cx="2649972" cy="5191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9972" h="519152">
                        <a:moveTo>
                          <a:pt x="2649973" y="259576"/>
                        </a:moveTo>
                        <a:cubicBezTo>
                          <a:pt x="2649973" y="402936"/>
                          <a:pt x="2056756" y="519153"/>
                          <a:pt x="1324987" y="519153"/>
                        </a:cubicBezTo>
                        <a:cubicBezTo>
                          <a:pt x="593217" y="519153"/>
                          <a:pt x="1" y="402936"/>
                          <a:pt x="1" y="259576"/>
                        </a:cubicBezTo>
                        <a:cubicBezTo>
                          <a:pt x="1" y="116216"/>
                          <a:pt x="593217" y="0"/>
                          <a:pt x="1324987" y="0"/>
                        </a:cubicBezTo>
                        <a:cubicBezTo>
                          <a:pt x="2056757" y="0"/>
                          <a:pt x="2649973" y="116216"/>
                          <a:pt x="2649973" y="259576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141" name="Group 141"/>
                  <p:cNvGrpSpPr/>
                  <p:nvPr/>
                </p:nvGrpSpPr>
                <p:grpSpPr>
                  <a:xfrm>
                    <a:off x="9521252" y="6022828"/>
                    <a:ext cx="2041018" cy="400012"/>
                    <a:chOff x="9521252" y="6022828"/>
                    <a:chExt cx="2041018" cy="400012"/>
                  </a:xfrm>
                </p:grpSpPr>
                <p:sp>
                  <p:nvSpPr>
                    <p:cNvPr id="142" name="AutoShape 142"/>
                    <p:cNvSpPr/>
                    <p:nvPr/>
                  </p:nvSpPr>
                  <p:spPr>
                    <a:xfrm>
                      <a:off x="10100570" y="6022828"/>
                      <a:ext cx="870616" cy="641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70616" h="64186">
                          <a:moveTo>
                            <a:pt x="440892" y="52421"/>
                          </a:moveTo>
                          <a:cubicBezTo>
                            <a:pt x="546779" y="52421"/>
                            <a:pt x="647824" y="55698"/>
                            <a:pt x="740158" y="61580"/>
                          </a:cubicBezTo>
                          <a:cubicBezTo>
                            <a:pt x="783644" y="47134"/>
                            <a:pt x="827130" y="32838"/>
                            <a:pt x="870616" y="18541"/>
                          </a:cubicBezTo>
                          <a:cubicBezTo>
                            <a:pt x="740009" y="6627"/>
                            <a:pt x="594360" y="0"/>
                            <a:pt x="440892" y="0"/>
                          </a:cubicBezTo>
                          <a:cubicBezTo>
                            <a:pt x="283032" y="0"/>
                            <a:pt x="133512" y="6999"/>
                            <a:pt x="0" y="19583"/>
                          </a:cubicBezTo>
                          <a:cubicBezTo>
                            <a:pt x="34402" y="35072"/>
                            <a:pt x="69027" y="49964"/>
                            <a:pt x="103875" y="64187"/>
                          </a:cubicBezTo>
                          <a:cubicBezTo>
                            <a:pt x="206186" y="56666"/>
                            <a:pt x="320413" y="52421"/>
                            <a:pt x="440892" y="52421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3" name="AutoShape 143"/>
                    <p:cNvSpPr/>
                    <p:nvPr/>
                  </p:nvSpPr>
                  <p:spPr>
                    <a:xfrm>
                      <a:off x="10948251" y="6052092"/>
                      <a:ext cx="580584" cy="1200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80584" h="120064">
                          <a:moveTo>
                            <a:pt x="0" y="40880"/>
                          </a:moveTo>
                          <a:cubicBezTo>
                            <a:pt x="182359" y="58081"/>
                            <a:pt x="317210" y="86451"/>
                            <a:pt x="365909" y="119959"/>
                          </a:cubicBezTo>
                          <a:cubicBezTo>
                            <a:pt x="423022" y="120034"/>
                            <a:pt x="480134" y="120108"/>
                            <a:pt x="537173" y="120034"/>
                          </a:cubicBezTo>
                          <a:cubicBezTo>
                            <a:pt x="551619" y="120034"/>
                            <a:pt x="566139" y="119959"/>
                            <a:pt x="580584" y="119885"/>
                          </a:cubicBezTo>
                          <a:cubicBezTo>
                            <a:pt x="512898" y="69325"/>
                            <a:pt x="346698" y="26583"/>
                            <a:pt x="124650" y="0"/>
                          </a:cubicBezTo>
                          <a:cubicBezTo>
                            <a:pt x="83175" y="13552"/>
                            <a:pt x="41625" y="27179"/>
                            <a:pt x="0" y="40880"/>
                          </a:cubicBezTo>
                          <a:close/>
                        </a:path>
                      </a:pathLst>
                    </a:custGeom>
                    <a:solidFill>
                      <a:srgbClr val="809CAA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4" name="AutoShape 144"/>
                    <p:cNvSpPr/>
                    <p:nvPr/>
                  </p:nvSpPr>
                  <p:spPr>
                    <a:xfrm>
                      <a:off x="9536367" y="6050974"/>
                      <a:ext cx="578946" cy="13671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78946" h="136713">
                          <a:moveTo>
                            <a:pt x="483038" y="0"/>
                          </a:moveTo>
                          <a:cubicBezTo>
                            <a:pt x="233440" y="29189"/>
                            <a:pt x="52645" y="78558"/>
                            <a:pt x="0" y="136713"/>
                          </a:cubicBezTo>
                          <a:cubicBezTo>
                            <a:pt x="72825" y="136639"/>
                            <a:pt x="145574" y="135447"/>
                            <a:pt x="218324" y="133735"/>
                          </a:cubicBezTo>
                          <a:cubicBezTo>
                            <a:pt x="247737" y="95982"/>
                            <a:pt x="384376" y="63442"/>
                            <a:pt x="578946" y="43933"/>
                          </a:cubicBezTo>
                          <a:cubicBezTo>
                            <a:pt x="546853" y="29785"/>
                            <a:pt x="514834" y="15190"/>
                            <a:pt x="483038" y="0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5" name="AutoShape 145"/>
                    <p:cNvSpPr/>
                    <p:nvPr/>
                  </p:nvSpPr>
                  <p:spPr>
                    <a:xfrm>
                      <a:off x="10895681" y="6213899"/>
                      <a:ext cx="666588" cy="1693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66588" h="169327">
                          <a:moveTo>
                            <a:pt x="255704" y="169328"/>
                          </a:moveTo>
                          <a:cubicBezTo>
                            <a:pt x="505154" y="132841"/>
                            <a:pt x="666589" y="74612"/>
                            <a:pt x="666589" y="8936"/>
                          </a:cubicBezTo>
                          <a:cubicBezTo>
                            <a:pt x="666589" y="5957"/>
                            <a:pt x="666216" y="2979"/>
                            <a:pt x="665546" y="0"/>
                          </a:cubicBezTo>
                          <a:cubicBezTo>
                            <a:pt x="588105" y="149"/>
                            <a:pt x="510664" y="298"/>
                            <a:pt x="433223" y="298"/>
                          </a:cubicBezTo>
                          <a:cubicBezTo>
                            <a:pt x="402172" y="42965"/>
                            <a:pt x="234184" y="79079"/>
                            <a:pt x="0" y="97546"/>
                          </a:cubicBezTo>
                          <a:cubicBezTo>
                            <a:pt x="85259" y="121374"/>
                            <a:pt x="170668" y="144978"/>
                            <a:pt x="255704" y="169328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6" name="AutoShape 146"/>
                    <p:cNvSpPr/>
                    <p:nvPr/>
                  </p:nvSpPr>
                  <p:spPr>
                    <a:xfrm>
                      <a:off x="9521252" y="6226483"/>
                      <a:ext cx="675226" cy="162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75226" h="162551">
                          <a:moveTo>
                            <a:pt x="573957" y="120034"/>
                          </a:moveTo>
                          <a:cubicBezTo>
                            <a:pt x="607912" y="109013"/>
                            <a:pt x="641644" y="97472"/>
                            <a:pt x="675226" y="85706"/>
                          </a:cubicBezTo>
                          <a:cubicBezTo>
                            <a:pt x="459136" y="69250"/>
                            <a:pt x="297701" y="37827"/>
                            <a:pt x="245577" y="0"/>
                          </a:cubicBezTo>
                          <a:cubicBezTo>
                            <a:pt x="163743" y="2011"/>
                            <a:pt x="81909" y="3425"/>
                            <a:pt x="0" y="3351"/>
                          </a:cubicBezTo>
                          <a:cubicBezTo>
                            <a:pt x="10499" y="70069"/>
                            <a:pt x="182582" y="129639"/>
                            <a:pt x="451615" y="162552"/>
                          </a:cubicBezTo>
                          <a:cubicBezTo>
                            <a:pt x="492719" y="146245"/>
                            <a:pt x="534716" y="132767"/>
                            <a:pt x="573957" y="120034"/>
                          </a:cubicBezTo>
                          <a:close/>
                        </a:path>
                      </a:pathLst>
                    </a:custGeom>
                    <a:solidFill>
                      <a:srgbClr val="809CAA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7" name="AutoShape 147"/>
                    <p:cNvSpPr/>
                    <p:nvPr/>
                  </p:nvSpPr>
                  <p:spPr>
                    <a:xfrm>
                      <a:off x="10066243" y="6318891"/>
                      <a:ext cx="979926" cy="1039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79926" h="103949">
                          <a:moveTo>
                            <a:pt x="475220" y="5734"/>
                          </a:moveTo>
                          <a:cubicBezTo>
                            <a:pt x="392343" y="5734"/>
                            <a:pt x="312370" y="3723"/>
                            <a:pt x="237238" y="0"/>
                          </a:cubicBezTo>
                          <a:cubicBezTo>
                            <a:pt x="177891" y="21743"/>
                            <a:pt x="118321" y="42890"/>
                            <a:pt x="58006" y="62400"/>
                          </a:cubicBezTo>
                          <a:cubicBezTo>
                            <a:pt x="39241" y="68431"/>
                            <a:pt x="19732" y="74612"/>
                            <a:pt x="0" y="81015"/>
                          </a:cubicBezTo>
                          <a:cubicBezTo>
                            <a:pt x="141926" y="95685"/>
                            <a:pt x="303584" y="103950"/>
                            <a:pt x="475220" y="103950"/>
                          </a:cubicBezTo>
                          <a:cubicBezTo>
                            <a:pt x="658844" y="103950"/>
                            <a:pt x="831076" y="94419"/>
                            <a:pt x="979927" y="77813"/>
                          </a:cubicBezTo>
                          <a:cubicBezTo>
                            <a:pt x="888040" y="51975"/>
                            <a:pt x="796005" y="26583"/>
                            <a:pt x="704192" y="373"/>
                          </a:cubicBezTo>
                          <a:cubicBezTo>
                            <a:pt x="631740" y="3872"/>
                            <a:pt x="554820" y="5734"/>
                            <a:pt x="475220" y="5734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148" name="AutoShape 148"/>
                  <p:cNvSpPr/>
                  <p:nvPr/>
                </p:nvSpPr>
                <p:spPr>
                  <a:xfrm>
                    <a:off x="10179873" y="6240780"/>
                    <a:ext cx="1411843" cy="2082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1843" h="208263">
                        <a:moveTo>
                          <a:pt x="860042" y="37455"/>
                        </a:moveTo>
                        <a:cubicBezTo>
                          <a:pt x="801440" y="29710"/>
                          <a:pt x="745072" y="8935"/>
                          <a:pt x="686395" y="2010"/>
                        </a:cubicBezTo>
                        <a:cubicBezTo>
                          <a:pt x="627719" y="-4914"/>
                          <a:pt x="562192" y="4989"/>
                          <a:pt x="522057" y="48401"/>
                        </a:cubicBezTo>
                        <a:cubicBezTo>
                          <a:pt x="507909" y="63740"/>
                          <a:pt x="497409" y="82654"/>
                          <a:pt x="480804" y="95312"/>
                        </a:cubicBezTo>
                        <a:cubicBezTo>
                          <a:pt x="454296" y="115491"/>
                          <a:pt x="418181" y="115715"/>
                          <a:pt x="384896" y="115119"/>
                        </a:cubicBezTo>
                        <a:cubicBezTo>
                          <a:pt x="329943" y="114077"/>
                          <a:pt x="274990" y="112960"/>
                          <a:pt x="220036" y="111917"/>
                        </a:cubicBezTo>
                        <a:cubicBezTo>
                          <a:pt x="145499" y="110502"/>
                          <a:pt x="68207" y="109534"/>
                          <a:pt x="0" y="139543"/>
                        </a:cubicBezTo>
                        <a:cubicBezTo>
                          <a:pt x="65899" y="176402"/>
                          <a:pt x="143191" y="185561"/>
                          <a:pt x="218175" y="193975"/>
                        </a:cubicBezTo>
                        <a:cubicBezTo>
                          <a:pt x="333294" y="206932"/>
                          <a:pt x="451466" y="219664"/>
                          <a:pt x="563681" y="190773"/>
                        </a:cubicBezTo>
                        <a:cubicBezTo>
                          <a:pt x="578425" y="186975"/>
                          <a:pt x="592945" y="182433"/>
                          <a:pt x="607391" y="177667"/>
                        </a:cubicBezTo>
                        <a:cubicBezTo>
                          <a:pt x="733902" y="176402"/>
                          <a:pt x="860489" y="175061"/>
                          <a:pt x="987000" y="173796"/>
                        </a:cubicBezTo>
                        <a:cubicBezTo>
                          <a:pt x="1034955" y="173274"/>
                          <a:pt x="1089386" y="169477"/>
                          <a:pt x="1122969" y="137830"/>
                        </a:cubicBezTo>
                        <a:cubicBezTo>
                          <a:pt x="1193411" y="133511"/>
                          <a:pt x="1263480" y="123012"/>
                          <a:pt x="1332061" y="106407"/>
                        </a:cubicBezTo>
                        <a:cubicBezTo>
                          <a:pt x="1369292" y="97397"/>
                          <a:pt x="1414341" y="75729"/>
                          <a:pt x="1411735" y="37529"/>
                        </a:cubicBezTo>
                        <a:cubicBezTo>
                          <a:pt x="1243896" y="-43039"/>
                          <a:pt x="1044709" y="61804"/>
                          <a:pt x="860042" y="37455"/>
                        </a:cubicBez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149" name="Group 149"/>
              <p:cNvGrpSpPr/>
              <p:nvPr/>
            </p:nvGrpSpPr>
            <p:grpSpPr>
              <a:xfrm>
                <a:off x="9265598" y="4069768"/>
                <a:ext cx="2378684" cy="2231772"/>
                <a:chOff x="9265598" y="4069768"/>
                <a:chExt cx="2378684" cy="2231772"/>
              </a:xfrm>
            </p:grpSpPr>
            <p:sp>
              <p:nvSpPr>
                <p:cNvPr id="150" name="AutoShape 150"/>
                <p:cNvSpPr/>
                <p:nvPr/>
              </p:nvSpPr>
              <p:spPr>
                <a:xfrm>
                  <a:off x="9265598" y="4173707"/>
                  <a:ext cx="2378684" cy="577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8684" h="577896">
                      <a:moveTo>
                        <a:pt x="502050" y="577896"/>
                      </a:moveTo>
                      <a:cubicBezTo>
                        <a:pt x="500412" y="577896"/>
                        <a:pt x="498699" y="577673"/>
                        <a:pt x="497061" y="577300"/>
                      </a:cubicBezTo>
                      <a:cubicBezTo>
                        <a:pt x="356253" y="543644"/>
                        <a:pt x="223188" y="486903"/>
                        <a:pt x="101367" y="408718"/>
                      </a:cubicBezTo>
                      <a:cubicBezTo>
                        <a:pt x="59222" y="381688"/>
                        <a:pt x="14619" y="346913"/>
                        <a:pt x="2779" y="294269"/>
                      </a:cubicBezTo>
                      <a:cubicBezTo>
                        <a:pt x="-7422" y="248623"/>
                        <a:pt x="10896" y="196872"/>
                        <a:pt x="50584" y="159119"/>
                      </a:cubicBezTo>
                      <a:cubicBezTo>
                        <a:pt x="84539" y="126877"/>
                        <a:pt x="127727" y="108559"/>
                        <a:pt x="169277" y="93518"/>
                      </a:cubicBezTo>
                      <a:cubicBezTo>
                        <a:pt x="406589" y="7811"/>
                        <a:pt x="657528" y="-1720"/>
                        <a:pt x="871533" y="216"/>
                      </a:cubicBezTo>
                      <a:cubicBezTo>
                        <a:pt x="1377507" y="4758"/>
                        <a:pt x="1879459" y="81901"/>
                        <a:pt x="2363465" y="229412"/>
                      </a:cubicBezTo>
                      <a:cubicBezTo>
                        <a:pt x="2374784" y="232837"/>
                        <a:pt x="2381187" y="244900"/>
                        <a:pt x="2377762" y="256218"/>
                      </a:cubicBezTo>
                      <a:cubicBezTo>
                        <a:pt x="2374337" y="267536"/>
                        <a:pt x="2362348" y="273940"/>
                        <a:pt x="2350955" y="270515"/>
                      </a:cubicBezTo>
                      <a:cubicBezTo>
                        <a:pt x="1870895" y="124196"/>
                        <a:pt x="1372964" y="47723"/>
                        <a:pt x="871087" y="43181"/>
                      </a:cubicBezTo>
                      <a:cubicBezTo>
                        <a:pt x="660805" y="41245"/>
                        <a:pt x="414706" y="50552"/>
                        <a:pt x="183798" y="133951"/>
                      </a:cubicBezTo>
                      <a:cubicBezTo>
                        <a:pt x="146566" y="147428"/>
                        <a:pt x="108292" y="163512"/>
                        <a:pt x="80071" y="190319"/>
                      </a:cubicBezTo>
                      <a:cubicBezTo>
                        <a:pt x="51701" y="217274"/>
                        <a:pt x="37777" y="254431"/>
                        <a:pt x="44552" y="284961"/>
                      </a:cubicBezTo>
                      <a:cubicBezTo>
                        <a:pt x="52967" y="322490"/>
                        <a:pt x="89603" y="350339"/>
                        <a:pt x="124377" y="372678"/>
                      </a:cubicBezTo>
                      <a:cubicBezTo>
                        <a:pt x="242102" y="448257"/>
                        <a:pt x="370773" y="503062"/>
                        <a:pt x="506891" y="535602"/>
                      </a:cubicBezTo>
                      <a:cubicBezTo>
                        <a:pt x="518432" y="538357"/>
                        <a:pt x="525506" y="549973"/>
                        <a:pt x="522751" y="561440"/>
                      </a:cubicBezTo>
                      <a:cubicBezTo>
                        <a:pt x="520517" y="571269"/>
                        <a:pt x="511730" y="577896"/>
                        <a:pt x="502050" y="577896"/>
                      </a:cubicBezTo>
                      <a:close/>
                    </a:path>
                  </a:pathLst>
                </a:custGeom>
                <a:solidFill>
                  <a:srgbClr val="062033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51" name="Group 151"/>
                <p:cNvGrpSpPr/>
                <p:nvPr/>
              </p:nvGrpSpPr>
              <p:grpSpPr>
                <a:xfrm>
                  <a:off x="9298311" y="4102588"/>
                  <a:ext cx="2141915" cy="2198953"/>
                  <a:chOff x="9298311" y="4102588"/>
                  <a:chExt cx="2141915" cy="2198953"/>
                </a:xfrm>
                <a:solidFill>
                  <a:srgbClr val="002033">
                    <a:alpha val="100000"/>
                  </a:srgbClr>
                </a:solidFill>
              </p:grpSpPr>
              <p:sp>
                <p:nvSpPr>
                  <p:cNvPr id="152" name="AutoShape 152"/>
                  <p:cNvSpPr/>
                  <p:nvPr/>
                </p:nvSpPr>
                <p:spPr>
                  <a:xfrm>
                    <a:off x="9298311" y="4285170"/>
                    <a:ext cx="99779" cy="1915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779" h="1915920">
                        <a:moveTo>
                          <a:pt x="58825" y="1879211"/>
                        </a:moveTo>
                        <a:lnTo>
                          <a:pt x="58825" y="147213"/>
                        </a:lnTo>
                        <a:lnTo>
                          <a:pt x="72154" y="147213"/>
                        </a:lnTo>
                        <a:lnTo>
                          <a:pt x="72154" y="0"/>
                        </a:lnTo>
                        <a:lnTo>
                          <a:pt x="25392" y="0"/>
                        </a:lnTo>
                        <a:lnTo>
                          <a:pt x="25392" y="147213"/>
                        </a:lnTo>
                        <a:lnTo>
                          <a:pt x="44752" y="147213"/>
                        </a:lnTo>
                        <a:lnTo>
                          <a:pt x="44752" y="1878764"/>
                        </a:lnTo>
                        <a:cubicBezTo>
                          <a:pt x="21296" y="1880775"/>
                          <a:pt x="2606" y="1896338"/>
                          <a:pt x="0" y="1915922"/>
                        </a:cubicBezTo>
                        <a:lnTo>
                          <a:pt x="99780" y="1915922"/>
                        </a:lnTo>
                        <a:cubicBezTo>
                          <a:pt x="97397" y="1897380"/>
                          <a:pt x="80569" y="1882413"/>
                          <a:pt x="58825" y="1879211"/>
                        </a:cubicBez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53" name="AutoShape 153"/>
                  <p:cNvSpPr/>
                  <p:nvPr/>
                </p:nvSpPr>
                <p:spPr>
                  <a:xfrm>
                    <a:off x="9480595" y="4520993"/>
                    <a:ext cx="99779" cy="17805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779" h="1780547">
                        <a:moveTo>
                          <a:pt x="62474" y="1744583"/>
                        </a:moveTo>
                        <a:lnTo>
                          <a:pt x="62474" y="180125"/>
                        </a:lnTo>
                        <a:lnTo>
                          <a:pt x="72080" y="180125"/>
                        </a:lnTo>
                        <a:lnTo>
                          <a:pt x="72080" y="32912"/>
                        </a:lnTo>
                        <a:lnTo>
                          <a:pt x="62474" y="32912"/>
                        </a:lnTo>
                        <a:lnTo>
                          <a:pt x="62474" y="6999"/>
                        </a:lnTo>
                        <a:cubicBezTo>
                          <a:pt x="62474" y="3127"/>
                          <a:pt x="59347" y="0"/>
                          <a:pt x="55475" y="0"/>
                        </a:cubicBezTo>
                        <a:cubicBezTo>
                          <a:pt x="51602" y="0"/>
                          <a:pt x="48475" y="3127"/>
                          <a:pt x="48475" y="6999"/>
                        </a:cubicBezTo>
                        <a:lnTo>
                          <a:pt x="48475" y="32912"/>
                        </a:lnTo>
                        <a:lnTo>
                          <a:pt x="25392" y="32912"/>
                        </a:lnTo>
                        <a:lnTo>
                          <a:pt x="25392" y="180125"/>
                        </a:lnTo>
                        <a:lnTo>
                          <a:pt x="48475" y="180125"/>
                        </a:lnTo>
                        <a:lnTo>
                          <a:pt x="48475" y="1743242"/>
                        </a:lnTo>
                        <a:cubicBezTo>
                          <a:pt x="23307" y="1743838"/>
                          <a:pt x="2755" y="1759922"/>
                          <a:pt x="0" y="1780548"/>
                        </a:cubicBezTo>
                        <a:lnTo>
                          <a:pt x="99780" y="1780548"/>
                        </a:lnTo>
                        <a:cubicBezTo>
                          <a:pt x="97546" y="1763049"/>
                          <a:pt x="82356" y="1748827"/>
                          <a:pt x="62474" y="1744583"/>
                        </a:cubicBez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54" name="AutoShape 154"/>
                  <p:cNvSpPr/>
                  <p:nvPr/>
                </p:nvSpPr>
                <p:spPr>
                  <a:xfrm>
                    <a:off x="9702568" y="4121203"/>
                    <a:ext cx="99779" cy="19280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779" h="1928057">
                        <a:moveTo>
                          <a:pt x="55549" y="1890902"/>
                        </a:moveTo>
                        <a:lnTo>
                          <a:pt x="55549" y="649983"/>
                        </a:lnTo>
                        <a:lnTo>
                          <a:pt x="72080" y="649983"/>
                        </a:lnTo>
                        <a:lnTo>
                          <a:pt x="72080" y="502771"/>
                        </a:lnTo>
                        <a:lnTo>
                          <a:pt x="55549" y="502771"/>
                        </a:lnTo>
                        <a:lnTo>
                          <a:pt x="55549" y="161658"/>
                        </a:lnTo>
                        <a:lnTo>
                          <a:pt x="69771" y="161658"/>
                        </a:lnTo>
                        <a:lnTo>
                          <a:pt x="69771" y="14446"/>
                        </a:lnTo>
                        <a:lnTo>
                          <a:pt x="55549" y="14446"/>
                        </a:lnTo>
                        <a:lnTo>
                          <a:pt x="55549" y="6999"/>
                        </a:lnTo>
                        <a:cubicBezTo>
                          <a:pt x="55549" y="3127"/>
                          <a:pt x="52421" y="0"/>
                          <a:pt x="48550" y="0"/>
                        </a:cubicBezTo>
                        <a:cubicBezTo>
                          <a:pt x="44678" y="0"/>
                          <a:pt x="41550" y="3127"/>
                          <a:pt x="41550" y="6999"/>
                        </a:cubicBezTo>
                        <a:lnTo>
                          <a:pt x="41550" y="14446"/>
                        </a:lnTo>
                        <a:lnTo>
                          <a:pt x="23084" y="14446"/>
                        </a:lnTo>
                        <a:lnTo>
                          <a:pt x="23084" y="161658"/>
                        </a:lnTo>
                        <a:lnTo>
                          <a:pt x="41550" y="161658"/>
                        </a:lnTo>
                        <a:lnTo>
                          <a:pt x="41550" y="502771"/>
                        </a:lnTo>
                        <a:lnTo>
                          <a:pt x="25392" y="502771"/>
                        </a:lnTo>
                        <a:lnTo>
                          <a:pt x="25392" y="649983"/>
                        </a:lnTo>
                        <a:lnTo>
                          <a:pt x="41550" y="649983"/>
                        </a:lnTo>
                        <a:lnTo>
                          <a:pt x="41550" y="1891274"/>
                        </a:lnTo>
                        <a:cubicBezTo>
                          <a:pt x="19584" y="1894327"/>
                          <a:pt x="2457" y="1909368"/>
                          <a:pt x="0" y="1928059"/>
                        </a:cubicBezTo>
                        <a:lnTo>
                          <a:pt x="99780" y="1928059"/>
                        </a:lnTo>
                        <a:cubicBezTo>
                          <a:pt x="97248" y="1908549"/>
                          <a:pt x="78781" y="1893136"/>
                          <a:pt x="55549" y="1890902"/>
                        </a:cubicBez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55" name="AutoShape 155"/>
                  <p:cNvSpPr/>
                  <p:nvPr/>
                </p:nvSpPr>
                <p:spPr>
                  <a:xfrm>
                    <a:off x="10258654" y="4102588"/>
                    <a:ext cx="99779" cy="19022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779" h="1902294">
                        <a:moveTo>
                          <a:pt x="68952" y="1868042"/>
                        </a:moveTo>
                        <a:lnTo>
                          <a:pt x="68952" y="159275"/>
                        </a:lnTo>
                        <a:lnTo>
                          <a:pt x="83770" y="159275"/>
                        </a:lnTo>
                        <a:lnTo>
                          <a:pt x="83770" y="12063"/>
                        </a:lnTo>
                        <a:lnTo>
                          <a:pt x="68952" y="12063"/>
                        </a:lnTo>
                        <a:lnTo>
                          <a:pt x="68952" y="6999"/>
                        </a:lnTo>
                        <a:cubicBezTo>
                          <a:pt x="68952" y="3127"/>
                          <a:pt x="65825" y="0"/>
                          <a:pt x="61953" y="0"/>
                        </a:cubicBezTo>
                        <a:cubicBezTo>
                          <a:pt x="58081" y="0"/>
                          <a:pt x="54953" y="3127"/>
                          <a:pt x="54953" y="6999"/>
                        </a:cubicBezTo>
                        <a:lnTo>
                          <a:pt x="54953" y="12063"/>
                        </a:lnTo>
                        <a:lnTo>
                          <a:pt x="37008" y="12063"/>
                        </a:lnTo>
                        <a:lnTo>
                          <a:pt x="37008" y="159275"/>
                        </a:lnTo>
                        <a:lnTo>
                          <a:pt x="54953" y="159275"/>
                        </a:lnTo>
                        <a:lnTo>
                          <a:pt x="54953" y="1865138"/>
                        </a:lnTo>
                        <a:cubicBezTo>
                          <a:pt x="53315" y="1864989"/>
                          <a:pt x="51603" y="1864914"/>
                          <a:pt x="49890" y="1864914"/>
                        </a:cubicBezTo>
                        <a:cubicBezTo>
                          <a:pt x="24051" y="1864914"/>
                          <a:pt x="2755" y="1881296"/>
                          <a:pt x="0" y="1902294"/>
                        </a:cubicBezTo>
                        <a:lnTo>
                          <a:pt x="99780" y="1902294"/>
                        </a:lnTo>
                        <a:cubicBezTo>
                          <a:pt x="97769" y="1886732"/>
                          <a:pt x="85632" y="1873775"/>
                          <a:pt x="68952" y="1868042"/>
                        </a:cubicBez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56" name="AutoShape 156"/>
                  <p:cNvSpPr/>
                  <p:nvPr/>
                </p:nvSpPr>
                <p:spPr>
                  <a:xfrm>
                    <a:off x="11340446" y="4275862"/>
                    <a:ext cx="99779" cy="1780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779" h="1780398">
                        <a:moveTo>
                          <a:pt x="62325" y="1744285"/>
                        </a:moveTo>
                        <a:lnTo>
                          <a:pt x="62325" y="147213"/>
                        </a:lnTo>
                        <a:lnTo>
                          <a:pt x="79154" y="147213"/>
                        </a:lnTo>
                        <a:lnTo>
                          <a:pt x="79154" y="0"/>
                        </a:lnTo>
                        <a:lnTo>
                          <a:pt x="32391" y="0"/>
                        </a:lnTo>
                        <a:lnTo>
                          <a:pt x="32391" y="147213"/>
                        </a:lnTo>
                        <a:lnTo>
                          <a:pt x="48326" y="147213"/>
                        </a:lnTo>
                        <a:lnTo>
                          <a:pt x="48326" y="1743094"/>
                        </a:lnTo>
                        <a:cubicBezTo>
                          <a:pt x="23232" y="1743764"/>
                          <a:pt x="2755" y="1759848"/>
                          <a:pt x="0" y="1780400"/>
                        </a:cubicBezTo>
                        <a:lnTo>
                          <a:pt x="99780" y="1780400"/>
                        </a:lnTo>
                        <a:cubicBezTo>
                          <a:pt x="97471" y="1762826"/>
                          <a:pt x="82281" y="1748604"/>
                          <a:pt x="62325" y="1744285"/>
                        </a:cubicBez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157" name="Group 157"/>
                <p:cNvGrpSpPr/>
                <p:nvPr/>
              </p:nvGrpSpPr>
              <p:grpSpPr>
                <a:xfrm>
                  <a:off x="9298350" y="4069768"/>
                  <a:ext cx="2336777" cy="591926"/>
                  <a:chOff x="9298350" y="4069768"/>
                  <a:chExt cx="2336777" cy="591926"/>
                </a:xfrm>
              </p:grpSpPr>
              <p:sp>
                <p:nvSpPr>
                  <p:cNvPr id="158" name="AutoShape 158"/>
                  <p:cNvSpPr/>
                  <p:nvPr/>
                </p:nvSpPr>
                <p:spPr>
                  <a:xfrm>
                    <a:off x="9298350" y="4088385"/>
                    <a:ext cx="2330275" cy="566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30275" h="566193">
                        <a:moveTo>
                          <a:pt x="491860" y="566194"/>
                        </a:moveTo>
                        <a:cubicBezTo>
                          <a:pt x="490222" y="566194"/>
                          <a:pt x="488584" y="565970"/>
                          <a:pt x="486945" y="565598"/>
                        </a:cubicBezTo>
                        <a:cubicBezTo>
                          <a:pt x="349041" y="532611"/>
                          <a:pt x="218582" y="477062"/>
                          <a:pt x="99293" y="400440"/>
                        </a:cubicBezTo>
                        <a:cubicBezTo>
                          <a:pt x="58041" y="373931"/>
                          <a:pt x="14257" y="339902"/>
                          <a:pt x="2715" y="288300"/>
                        </a:cubicBezTo>
                        <a:cubicBezTo>
                          <a:pt x="-7263" y="243622"/>
                          <a:pt x="10683" y="192913"/>
                          <a:pt x="49552" y="155905"/>
                        </a:cubicBezTo>
                        <a:cubicBezTo>
                          <a:pt x="82763" y="124333"/>
                          <a:pt x="125132" y="106313"/>
                          <a:pt x="165863" y="91644"/>
                        </a:cubicBezTo>
                        <a:cubicBezTo>
                          <a:pt x="398335" y="7725"/>
                          <a:pt x="644210" y="-1658"/>
                          <a:pt x="853822" y="204"/>
                        </a:cubicBezTo>
                        <a:cubicBezTo>
                          <a:pt x="1349519" y="4672"/>
                          <a:pt x="1841270" y="80177"/>
                          <a:pt x="2315373" y="224708"/>
                        </a:cubicBezTo>
                        <a:cubicBezTo>
                          <a:pt x="2326468" y="228134"/>
                          <a:pt x="2332723" y="239824"/>
                          <a:pt x="2329372" y="250919"/>
                        </a:cubicBezTo>
                        <a:cubicBezTo>
                          <a:pt x="2325947" y="262014"/>
                          <a:pt x="2314256" y="268269"/>
                          <a:pt x="2303161" y="264918"/>
                        </a:cubicBezTo>
                        <a:cubicBezTo>
                          <a:pt x="1832856" y="121578"/>
                          <a:pt x="1345126" y="46669"/>
                          <a:pt x="853450" y="42275"/>
                        </a:cubicBezTo>
                        <a:cubicBezTo>
                          <a:pt x="647486" y="40413"/>
                          <a:pt x="406377" y="49498"/>
                          <a:pt x="180160" y="131183"/>
                        </a:cubicBezTo>
                        <a:cubicBezTo>
                          <a:pt x="143673" y="144363"/>
                          <a:pt x="106144" y="160149"/>
                          <a:pt x="78518" y="186435"/>
                        </a:cubicBezTo>
                        <a:cubicBezTo>
                          <a:pt x="50744" y="212869"/>
                          <a:pt x="37043" y="249281"/>
                          <a:pt x="43744" y="279140"/>
                        </a:cubicBezTo>
                        <a:cubicBezTo>
                          <a:pt x="51935" y="315925"/>
                          <a:pt x="87901" y="343178"/>
                          <a:pt x="122005" y="365070"/>
                        </a:cubicBezTo>
                        <a:cubicBezTo>
                          <a:pt x="237347" y="439086"/>
                          <a:pt x="363412" y="492773"/>
                          <a:pt x="496700" y="524718"/>
                        </a:cubicBezTo>
                        <a:cubicBezTo>
                          <a:pt x="508018" y="527399"/>
                          <a:pt x="514943" y="538791"/>
                          <a:pt x="512263" y="550035"/>
                        </a:cubicBezTo>
                        <a:cubicBezTo>
                          <a:pt x="510029" y="559715"/>
                          <a:pt x="501391" y="566194"/>
                          <a:pt x="491860" y="566194"/>
                        </a:cubicBezTo>
                        <a:close/>
                      </a:path>
                    </a:pathLst>
                  </a:custGeom>
                  <a:solidFill>
                    <a:srgbClr val="06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159" name="Group 159"/>
                  <p:cNvGrpSpPr/>
                  <p:nvPr/>
                </p:nvGrpSpPr>
                <p:grpSpPr>
                  <a:xfrm>
                    <a:off x="9298350" y="4069768"/>
                    <a:ext cx="2336777" cy="591926"/>
                    <a:chOff x="9298350" y="4069768"/>
                    <a:chExt cx="2336777" cy="591926"/>
                  </a:xfrm>
                </p:grpSpPr>
                <p:sp>
                  <p:nvSpPr>
                    <p:cNvPr id="160" name="AutoShape 160"/>
                    <p:cNvSpPr/>
                    <p:nvPr/>
                  </p:nvSpPr>
                  <p:spPr>
                    <a:xfrm>
                      <a:off x="9298350" y="4069768"/>
                      <a:ext cx="2336777" cy="59192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6777" h="591926">
                          <a:moveTo>
                            <a:pt x="2318575" y="222922"/>
                          </a:moveTo>
                          <a:cubicBezTo>
                            <a:pt x="2315298" y="221582"/>
                            <a:pt x="2311427" y="221061"/>
                            <a:pt x="2308150" y="222475"/>
                          </a:cubicBezTo>
                          <a:cubicBezTo>
                            <a:pt x="1836207" y="79433"/>
                            <a:pt x="1346988" y="4598"/>
                            <a:pt x="853822" y="205"/>
                          </a:cubicBezTo>
                          <a:cubicBezTo>
                            <a:pt x="644210" y="-1657"/>
                            <a:pt x="398335" y="7651"/>
                            <a:pt x="165863" y="91645"/>
                          </a:cubicBezTo>
                          <a:cubicBezTo>
                            <a:pt x="125132" y="106389"/>
                            <a:pt x="82763" y="124334"/>
                            <a:pt x="49552" y="155906"/>
                          </a:cubicBezTo>
                          <a:cubicBezTo>
                            <a:pt x="10683" y="192840"/>
                            <a:pt x="-7263" y="243548"/>
                            <a:pt x="2715" y="288301"/>
                          </a:cubicBezTo>
                          <a:cubicBezTo>
                            <a:pt x="14257" y="339903"/>
                            <a:pt x="57967" y="373932"/>
                            <a:pt x="99293" y="400441"/>
                          </a:cubicBezTo>
                          <a:cubicBezTo>
                            <a:pt x="216125" y="475425"/>
                            <a:pt x="343679" y="530229"/>
                            <a:pt x="478457" y="563439"/>
                          </a:cubicBezTo>
                          <a:cubicBezTo>
                            <a:pt x="478308" y="565152"/>
                            <a:pt x="478159" y="566865"/>
                            <a:pt x="478084" y="568577"/>
                          </a:cubicBezTo>
                          <a:cubicBezTo>
                            <a:pt x="477637" y="575726"/>
                            <a:pt x="477712" y="583842"/>
                            <a:pt x="482999" y="588682"/>
                          </a:cubicBezTo>
                          <a:cubicBezTo>
                            <a:pt x="489552" y="594565"/>
                            <a:pt x="500274" y="591661"/>
                            <a:pt x="507274" y="586225"/>
                          </a:cubicBezTo>
                          <a:cubicBezTo>
                            <a:pt x="517922" y="577960"/>
                            <a:pt x="524623" y="563737"/>
                            <a:pt x="521198" y="550632"/>
                          </a:cubicBezTo>
                          <a:cubicBezTo>
                            <a:pt x="518890" y="541845"/>
                            <a:pt x="512635" y="534771"/>
                            <a:pt x="506603" y="528070"/>
                          </a:cubicBezTo>
                          <a:cubicBezTo>
                            <a:pt x="504816" y="526059"/>
                            <a:pt x="502806" y="523900"/>
                            <a:pt x="500125" y="523527"/>
                          </a:cubicBezTo>
                          <a:cubicBezTo>
                            <a:pt x="498561" y="523230"/>
                            <a:pt x="496998" y="523677"/>
                            <a:pt x="495509" y="524421"/>
                          </a:cubicBezTo>
                          <a:cubicBezTo>
                            <a:pt x="362593" y="492477"/>
                            <a:pt x="236974" y="438864"/>
                            <a:pt x="121930" y="365071"/>
                          </a:cubicBezTo>
                          <a:cubicBezTo>
                            <a:pt x="87826" y="343179"/>
                            <a:pt x="51935" y="315926"/>
                            <a:pt x="43670" y="279141"/>
                          </a:cubicBezTo>
                          <a:cubicBezTo>
                            <a:pt x="36968" y="249282"/>
                            <a:pt x="50669" y="212870"/>
                            <a:pt x="78444" y="186436"/>
                          </a:cubicBezTo>
                          <a:cubicBezTo>
                            <a:pt x="106070" y="160150"/>
                            <a:pt x="143598" y="144364"/>
                            <a:pt x="180085" y="131184"/>
                          </a:cubicBezTo>
                          <a:cubicBezTo>
                            <a:pt x="406303" y="49499"/>
                            <a:pt x="647338" y="40414"/>
                            <a:pt x="853375" y="42276"/>
                          </a:cubicBezTo>
                          <a:cubicBezTo>
                            <a:pt x="1343116" y="46670"/>
                            <a:pt x="1829058" y="121058"/>
                            <a:pt x="2297651" y="263355"/>
                          </a:cubicBezTo>
                          <a:cubicBezTo>
                            <a:pt x="2297800" y="266706"/>
                            <a:pt x="2298172" y="269983"/>
                            <a:pt x="2298693" y="273334"/>
                          </a:cubicBezTo>
                          <a:cubicBezTo>
                            <a:pt x="2299661" y="279141"/>
                            <a:pt x="2301896" y="285694"/>
                            <a:pt x="2307331" y="287779"/>
                          </a:cubicBezTo>
                          <a:cubicBezTo>
                            <a:pt x="2312990" y="289939"/>
                            <a:pt x="2319170" y="286290"/>
                            <a:pt x="2323490" y="282046"/>
                          </a:cubicBezTo>
                          <a:cubicBezTo>
                            <a:pt x="2331830" y="273855"/>
                            <a:pt x="2337265" y="262387"/>
                            <a:pt x="2336744" y="250697"/>
                          </a:cubicBezTo>
                          <a:cubicBezTo>
                            <a:pt x="2336521" y="238932"/>
                            <a:pt x="2329446" y="227390"/>
                            <a:pt x="2318575" y="222922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grpSp>
                  <p:nvGrpSpPr>
                    <p:cNvPr id="161" name="Group 161"/>
                    <p:cNvGrpSpPr/>
                    <p:nvPr/>
                  </p:nvGrpSpPr>
                  <p:grpSpPr>
                    <a:xfrm>
                      <a:off x="9419834" y="4083080"/>
                      <a:ext cx="555192" cy="107134"/>
                      <a:chOff x="9419834" y="4083080"/>
                      <a:chExt cx="555192" cy="107134"/>
                    </a:xfrm>
                    <a:solidFill>
                      <a:srgbClr val="5FBBBF">
                        <a:alpha val="100000"/>
                      </a:srgbClr>
                    </a:solidFill>
                  </p:grpSpPr>
                  <p:sp>
                    <p:nvSpPr>
                      <p:cNvPr id="162" name="AutoShape 162"/>
                      <p:cNvSpPr/>
                      <p:nvPr/>
                    </p:nvSpPr>
                    <p:spPr>
                      <a:xfrm>
                        <a:off x="9419834" y="4158963"/>
                        <a:ext cx="85744" cy="312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5744" h="31251">
                            <a:moveTo>
                              <a:pt x="78930" y="67"/>
                            </a:moveTo>
                            <a:cubicBezTo>
                              <a:pt x="49964" y="-975"/>
                              <a:pt x="20849" y="10194"/>
                              <a:pt x="0" y="30299"/>
                            </a:cubicBezTo>
                            <a:cubicBezTo>
                              <a:pt x="28445" y="34022"/>
                              <a:pt x="58155" y="26725"/>
                              <a:pt x="81536" y="10268"/>
                            </a:cubicBezTo>
                            <a:cubicBezTo>
                              <a:pt x="83919" y="8556"/>
                              <a:pt x="86600" y="5875"/>
                              <a:pt x="85483" y="3120"/>
                            </a:cubicBezTo>
                            <a:cubicBezTo>
                              <a:pt x="84589" y="663"/>
                              <a:pt x="81536" y="141"/>
                              <a:pt x="78930" y="67"/>
                            </a:cubicBezTo>
                            <a:close/>
                          </a:path>
                        </a:pathLst>
                      </a:custGeom>
                      <a:solidFill>
                        <a:srgbClr val="5FBBBF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163" name="AutoShape 163"/>
                      <p:cNvSpPr/>
                      <p:nvPr/>
                    </p:nvSpPr>
                    <p:spPr>
                      <a:xfrm>
                        <a:off x="9519911" y="4086339"/>
                        <a:ext cx="411032" cy="7187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11032" h="71872">
                            <a:moveTo>
                              <a:pt x="0" y="71872"/>
                            </a:moveTo>
                            <a:cubicBezTo>
                              <a:pt x="137011" y="50725"/>
                              <a:pt x="274022" y="29503"/>
                              <a:pt x="411033" y="8356"/>
                            </a:cubicBezTo>
                            <a:cubicBezTo>
                              <a:pt x="368441" y="-4675"/>
                              <a:pt x="322646" y="-58"/>
                              <a:pt x="278490" y="6048"/>
                            </a:cubicBezTo>
                            <a:cubicBezTo>
                              <a:pt x="210729" y="15430"/>
                              <a:pt x="143489" y="28014"/>
                              <a:pt x="76919" y="43800"/>
                            </a:cubicBezTo>
                            <a:cubicBezTo>
                              <a:pt x="50262" y="50055"/>
                              <a:pt x="23158" y="57129"/>
                              <a:pt x="0" y="71872"/>
                            </a:cubicBezTo>
                            <a:close/>
                          </a:path>
                        </a:pathLst>
                      </a:custGeom>
                      <a:solidFill>
                        <a:srgbClr val="5FBBBF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164" name="AutoShape 164"/>
                      <p:cNvSpPr/>
                      <p:nvPr/>
                    </p:nvSpPr>
                    <p:spPr>
                      <a:xfrm>
                        <a:off x="9937037" y="4083080"/>
                        <a:ext cx="37989" cy="972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89" h="9722">
                            <a:moveTo>
                              <a:pt x="6194" y="8934"/>
                            </a:moveTo>
                            <a:cubicBezTo>
                              <a:pt x="16842" y="10647"/>
                              <a:pt x="27862" y="9530"/>
                              <a:pt x="37989" y="5956"/>
                            </a:cubicBezTo>
                            <a:cubicBezTo>
                              <a:pt x="27713" y="520"/>
                              <a:pt x="15576" y="-1267"/>
                              <a:pt x="4183" y="893"/>
                            </a:cubicBezTo>
                            <a:cubicBezTo>
                              <a:pt x="2694" y="1190"/>
                              <a:pt x="1056" y="1637"/>
                              <a:pt x="311" y="2977"/>
                            </a:cubicBezTo>
                            <a:cubicBezTo>
                              <a:pt x="-1178" y="5881"/>
                              <a:pt x="2992" y="8413"/>
                              <a:pt x="6194" y="8934"/>
                            </a:cubicBezTo>
                            <a:close/>
                          </a:path>
                        </a:pathLst>
                      </a:custGeom>
                      <a:solidFill>
                        <a:srgbClr val="5FBBBF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</p:grpSp>
            </p:grpSp>
          </p:grpSp>
        </p:grpSp>
        <p:grpSp>
          <p:nvGrpSpPr>
            <p:cNvPr id="165" name="Group 165"/>
            <p:cNvGrpSpPr/>
            <p:nvPr/>
          </p:nvGrpSpPr>
          <p:grpSpPr>
            <a:xfrm>
              <a:off x="10054329" y="3453349"/>
              <a:ext cx="426819" cy="557798"/>
              <a:chOff x="10054329" y="3453349"/>
              <a:chExt cx="426819" cy="557798"/>
            </a:xfrm>
          </p:grpSpPr>
          <p:sp>
            <p:nvSpPr>
              <p:cNvPr id="166" name="AutoShape 166"/>
              <p:cNvSpPr/>
              <p:nvPr/>
            </p:nvSpPr>
            <p:spPr>
              <a:xfrm>
                <a:off x="10054329" y="3453349"/>
                <a:ext cx="426819" cy="557798"/>
              </a:xfrm>
              <a:custGeom>
                <a:avLst/>
                <a:gdLst/>
                <a:ahLst/>
                <a:cxnLst/>
                <a:rect l="l" t="t" r="r" b="b"/>
                <a:pathLst>
                  <a:path w="426819" h="557798">
                    <a:moveTo>
                      <a:pt x="426819" y="435904"/>
                    </a:moveTo>
                    <a:cubicBezTo>
                      <a:pt x="351761" y="369185"/>
                      <a:pt x="283404" y="291298"/>
                      <a:pt x="203879" y="220782"/>
                    </a:cubicBezTo>
                    <a:cubicBezTo>
                      <a:pt x="197401" y="209165"/>
                      <a:pt x="191592" y="197177"/>
                      <a:pt x="186901" y="184742"/>
                    </a:cubicBezTo>
                    <a:cubicBezTo>
                      <a:pt x="184295" y="177817"/>
                      <a:pt x="181986" y="170743"/>
                      <a:pt x="179604" y="163669"/>
                    </a:cubicBezTo>
                    <a:cubicBezTo>
                      <a:pt x="176327" y="149372"/>
                      <a:pt x="173721" y="134777"/>
                      <a:pt x="170370" y="120629"/>
                    </a:cubicBezTo>
                    <a:cubicBezTo>
                      <a:pt x="168956" y="114523"/>
                      <a:pt x="167243" y="108194"/>
                      <a:pt x="162924" y="103652"/>
                    </a:cubicBezTo>
                    <a:cubicBezTo>
                      <a:pt x="157638" y="98067"/>
                      <a:pt x="149893" y="96504"/>
                      <a:pt x="141926" y="96355"/>
                    </a:cubicBezTo>
                    <a:cubicBezTo>
                      <a:pt x="135894" y="89951"/>
                      <a:pt x="129565" y="83770"/>
                      <a:pt x="123235" y="77665"/>
                    </a:cubicBezTo>
                    <a:cubicBezTo>
                      <a:pt x="111322" y="66272"/>
                      <a:pt x="99333" y="54730"/>
                      <a:pt x="85409" y="45869"/>
                    </a:cubicBezTo>
                    <a:cubicBezTo>
                      <a:pt x="55847" y="27030"/>
                      <a:pt x="42146" y="22711"/>
                      <a:pt x="6181" y="0"/>
                    </a:cubicBezTo>
                    <a:cubicBezTo>
                      <a:pt x="-1563" y="9531"/>
                      <a:pt x="4393" y="22115"/>
                      <a:pt x="13105" y="30753"/>
                    </a:cubicBezTo>
                    <a:cubicBezTo>
                      <a:pt x="21817" y="39391"/>
                      <a:pt x="34848" y="49815"/>
                      <a:pt x="45124" y="56517"/>
                    </a:cubicBezTo>
                    <a:cubicBezTo>
                      <a:pt x="58751" y="65378"/>
                      <a:pt x="62698" y="73495"/>
                      <a:pt x="65378" y="85409"/>
                    </a:cubicBezTo>
                    <a:cubicBezTo>
                      <a:pt x="63740" y="85260"/>
                      <a:pt x="62027" y="85036"/>
                      <a:pt x="60389" y="84887"/>
                    </a:cubicBezTo>
                    <a:cubicBezTo>
                      <a:pt x="56815" y="84664"/>
                      <a:pt x="53092" y="84664"/>
                      <a:pt x="49890" y="86153"/>
                    </a:cubicBezTo>
                    <a:cubicBezTo>
                      <a:pt x="43784" y="88983"/>
                      <a:pt x="41327" y="96206"/>
                      <a:pt x="40284" y="102833"/>
                    </a:cubicBezTo>
                    <a:cubicBezTo>
                      <a:pt x="39614" y="106928"/>
                      <a:pt x="39167" y="111173"/>
                      <a:pt x="38125" y="115119"/>
                    </a:cubicBezTo>
                    <a:cubicBezTo>
                      <a:pt x="32913" y="114672"/>
                      <a:pt x="27402" y="114449"/>
                      <a:pt x="23084" y="117279"/>
                    </a:cubicBezTo>
                    <a:cubicBezTo>
                      <a:pt x="18392" y="120331"/>
                      <a:pt x="16307" y="126140"/>
                      <a:pt x="14595" y="131501"/>
                    </a:cubicBezTo>
                    <a:cubicBezTo>
                      <a:pt x="12063" y="139394"/>
                      <a:pt x="9531" y="147287"/>
                      <a:pt x="6925" y="155180"/>
                    </a:cubicBezTo>
                    <a:cubicBezTo>
                      <a:pt x="2606" y="162328"/>
                      <a:pt x="0" y="167690"/>
                      <a:pt x="0" y="167690"/>
                    </a:cubicBezTo>
                    <a:cubicBezTo>
                      <a:pt x="0" y="167690"/>
                      <a:pt x="5212" y="189879"/>
                      <a:pt x="12436" y="209538"/>
                    </a:cubicBezTo>
                    <a:cubicBezTo>
                      <a:pt x="23605" y="200453"/>
                      <a:pt x="30083" y="183848"/>
                      <a:pt x="24126" y="170743"/>
                    </a:cubicBezTo>
                    <a:cubicBezTo>
                      <a:pt x="28519" y="168434"/>
                      <a:pt x="32689" y="170817"/>
                      <a:pt x="37157" y="168509"/>
                    </a:cubicBezTo>
                    <a:cubicBezTo>
                      <a:pt x="36189" y="188316"/>
                      <a:pt x="52124" y="225994"/>
                      <a:pt x="67910" y="237982"/>
                    </a:cubicBezTo>
                    <a:cubicBezTo>
                      <a:pt x="77516" y="245205"/>
                      <a:pt x="89057" y="249524"/>
                      <a:pt x="98812" y="256524"/>
                    </a:cubicBezTo>
                    <a:cubicBezTo>
                      <a:pt x="108194" y="263225"/>
                      <a:pt x="117204" y="271714"/>
                      <a:pt x="125991" y="280947"/>
                    </a:cubicBezTo>
                    <a:cubicBezTo>
                      <a:pt x="190475" y="372015"/>
                      <a:pt x="251312" y="466806"/>
                      <a:pt x="315870" y="557799"/>
                    </a:cubicBezTo>
                    <a:cubicBezTo>
                      <a:pt x="352282" y="513643"/>
                      <a:pt x="392716" y="470455"/>
                      <a:pt x="426819" y="435904"/>
                    </a:cubicBezTo>
                    <a:close/>
                  </a:path>
                </a:pathLst>
              </a:custGeom>
              <a:solidFill>
                <a:srgbClr val="FFBE69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7" name="AutoShape 167"/>
              <p:cNvSpPr/>
              <p:nvPr/>
            </p:nvSpPr>
            <p:spPr>
              <a:xfrm>
                <a:off x="10276451" y="3798855"/>
                <a:ext cx="204697" cy="212292"/>
              </a:xfrm>
              <a:custGeom>
                <a:avLst/>
                <a:gdLst/>
                <a:ahLst/>
                <a:cxnLst/>
                <a:rect l="l" t="t" r="r" b="b"/>
                <a:pathLst>
                  <a:path w="204697" h="212292">
                    <a:moveTo>
                      <a:pt x="204697" y="90397"/>
                    </a:moveTo>
                    <a:cubicBezTo>
                      <a:pt x="172530" y="61878"/>
                      <a:pt x="141628" y="31200"/>
                      <a:pt x="110577" y="0"/>
                    </a:cubicBezTo>
                    <a:cubicBezTo>
                      <a:pt x="63740" y="8935"/>
                      <a:pt x="26435" y="37752"/>
                      <a:pt x="0" y="75505"/>
                    </a:cubicBezTo>
                    <a:cubicBezTo>
                      <a:pt x="30977" y="121448"/>
                      <a:pt x="61952" y="167317"/>
                      <a:pt x="93897" y="212293"/>
                    </a:cubicBezTo>
                    <a:cubicBezTo>
                      <a:pt x="130160" y="168136"/>
                      <a:pt x="170594" y="124948"/>
                      <a:pt x="204697" y="90397"/>
                    </a:cubicBezTo>
                    <a:close/>
                  </a:path>
                </a:pathLst>
              </a:custGeom>
              <a:solidFill>
                <a:srgbClr val="00203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168" name="AutoShape 168"/>
            <p:cNvSpPr/>
            <p:nvPr/>
          </p:nvSpPr>
          <p:spPr>
            <a:xfrm>
              <a:off x="7932966" y="541458"/>
              <a:ext cx="95684" cy="15521"/>
            </a:xfrm>
            <a:custGeom>
              <a:avLst/>
              <a:gdLst/>
              <a:ahLst/>
              <a:cxnLst/>
              <a:rect l="l" t="t" r="r" b="b"/>
              <a:pathLst>
                <a:path w="95684" h="15521">
                  <a:moveTo>
                    <a:pt x="90621" y="33"/>
                  </a:moveTo>
                  <a:cubicBezTo>
                    <a:pt x="66122" y="-339"/>
                    <a:pt x="42295" y="2416"/>
                    <a:pt x="19211" y="9564"/>
                  </a:cubicBezTo>
                  <a:cubicBezTo>
                    <a:pt x="12807" y="11500"/>
                    <a:pt x="6404" y="13511"/>
                    <a:pt x="0" y="15521"/>
                  </a:cubicBezTo>
                  <a:cubicBezTo>
                    <a:pt x="31721" y="10160"/>
                    <a:pt x="63665" y="5990"/>
                    <a:pt x="95684" y="3160"/>
                  </a:cubicBezTo>
                  <a:cubicBezTo>
                    <a:pt x="93972" y="2118"/>
                    <a:pt x="92333" y="1075"/>
                    <a:pt x="90621" y="33"/>
                  </a:cubicBezTo>
                  <a:close/>
                </a:path>
              </a:pathLst>
            </a:custGeom>
            <a:solidFill>
              <a:srgbClr val="809CA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69" name="AutoShape 169"/>
            <p:cNvSpPr/>
            <p:nvPr/>
          </p:nvSpPr>
          <p:spPr>
            <a:xfrm>
              <a:off x="5727772" y="1928695"/>
              <a:ext cx="91741" cy="165959"/>
            </a:xfrm>
            <a:custGeom>
              <a:avLst/>
              <a:gdLst/>
              <a:ahLst/>
              <a:cxnLst/>
              <a:rect l="l" t="t" r="r" b="b"/>
              <a:pathLst>
                <a:path w="91741" h="165959">
                  <a:moveTo>
                    <a:pt x="89341" y="94122"/>
                  </a:moveTo>
                  <a:cubicBezTo>
                    <a:pt x="91947" y="72156"/>
                    <a:pt x="94404" y="48849"/>
                    <a:pt x="85394" y="28595"/>
                  </a:cubicBezTo>
                  <a:cubicBezTo>
                    <a:pt x="76459" y="8341"/>
                    <a:pt x="51588" y="-6626"/>
                    <a:pt x="31707" y="2980"/>
                  </a:cubicBezTo>
                  <a:cubicBezTo>
                    <a:pt x="18750" y="9235"/>
                    <a:pt x="11825" y="23606"/>
                    <a:pt x="7581" y="37382"/>
                  </a:cubicBezTo>
                  <a:cubicBezTo>
                    <a:pt x="-1206" y="66050"/>
                    <a:pt x="-2397" y="97026"/>
                    <a:pt x="4230" y="126290"/>
                  </a:cubicBezTo>
                  <a:cubicBezTo>
                    <a:pt x="7581" y="141182"/>
                    <a:pt x="14282" y="157117"/>
                    <a:pt x="28207" y="163447"/>
                  </a:cubicBezTo>
                  <a:cubicBezTo>
                    <a:pt x="44663" y="170893"/>
                    <a:pt x="64843" y="160841"/>
                    <a:pt x="74821" y="145799"/>
                  </a:cubicBezTo>
                  <a:cubicBezTo>
                    <a:pt x="84873" y="130758"/>
                    <a:pt x="87256" y="112068"/>
                    <a:pt x="89341" y="94122"/>
                  </a:cubicBezTo>
                  <a:close/>
                </a:path>
              </a:pathLst>
            </a:custGeom>
            <a:solidFill>
              <a:srgbClr val="007888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70" name="AutoShape 170"/>
            <p:cNvSpPr/>
            <p:nvPr/>
          </p:nvSpPr>
          <p:spPr>
            <a:xfrm>
              <a:off x="11764659" y="5986788"/>
              <a:ext cx="22338" cy="14892"/>
            </a:xfrm>
            <a:custGeom>
              <a:avLst/>
              <a:gdLst/>
              <a:ahLst/>
              <a:cxnLst/>
              <a:rect l="l" t="t" r="r" b="b"/>
              <a:pathLst>
                <a:path w="22338" h="14892">
                  <a:moveTo>
                    <a:pt x="0" y="0"/>
                  </a:moveTo>
                  <a:lnTo>
                    <a:pt x="22339" y="0"/>
                  </a:lnTo>
                  <a:lnTo>
                    <a:pt x="22339" y="14893"/>
                  </a:lnTo>
                  <a:lnTo>
                    <a:pt x="0" y="14893"/>
                  </a:lnTo>
                  <a:close/>
                </a:path>
              </a:pathLst>
            </a:custGeom>
            <a:solidFill>
              <a:srgbClr val="5FBBB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171" name="Group 171"/>
            <p:cNvGrpSpPr/>
            <p:nvPr/>
          </p:nvGrpSpPr>
          <p:grpSpPr>
            <a:xfrm>
              <a:off x="4829144" y="2928405"/>
              <a:ext cx="4186581" cy="3697941"/>
              <a:chOff x="4829144" y="2928405"/>
              <a:chExt cx="4186581" cy="3697941"/>
            </a:xfrm>
          </p:grpSpPr>
          <p:sp>
            <p:nvSpPr>
              <p:cNvPr id="172" name="AutoShape 172"/>
              <p:cNvSpPr/>
              <p:nvPr/>
            </p:nvSpPr>
            <p:spPr>
              <a:xfrm>
                <a:off x="4829144" y="6240184"/>
                <a:ext cx="4186581" cy="386162"/>
              </a:xfrm>
              <a:custGeom>
                <a:avLst/>
                <a:gdLst/>
                <a:ahLst/>
                <a:cxnLst/>
                <a:rect l="l" t="t" r="r" b="b"/>
                <a:pathLst>
                  <a:path w="4186581" h="386162">
                    <a:moveTo>
                      <a:pt x="4186582" y="193082"/>
                    </a:moveTo>
                    <a:cubicBezTo>
                      <a:pt x="4186582" y="299717"/>
                      <a:pt x="3249384" y="386163"/>
                      <a:pt x="2093291" y="386163"/>
                    </a:cubicBezTo>
                    <a:cubicBezTo>
                      <a:pt x="937198" y="386163"/>
                      <a:pt x="0" y="299717"/>
                      <a:pt x="0" y="193082"/>
                    </a:cubicBezTo>
                    <a:cubicBezTo>
                      <a:pt x="0" y="86446"/>
                      <a:pt x="937198" y="0"/>
                      <a:pt x="2093291" y="0"/>
                    </a:cubicBezTo>
                    <a:cubicBezTo>
                      <a:pt x="3249384" y="0"/>
                      <a:pt x="4186582" y="86446"/>
                      <a:pt x="4186582" y="193082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3" name="AutoShape 173"/>
              <p:cNvSpPr/>
              <p:nvPr/>
            </p:nvSpPr>
            <p:spPr>
              <a:xfrm>
                <a:off x="5383443" y="6252247"/>
                <a:ext cx="3326241" cy="262257"/>
              </a:xfrm>
              <a:custGeom>
                <a:avLst/>
                <a:gdLst/>
                <a:ahLst/>
                <a:cxnLst/>
                <a:rect l="l" t="t" r="r" b="b"/>
                <a:pathLst>
                  <a:path w="3326241" h="262257">
                    <a:moveTo>
                      <a:pt x="3326242" y="131129"/>
                    </a:moveTo>
                    <a:cubicBezTo>
                      <a:pt x="3326242" y="203549"/>
                      <a:pt x="2581637" y="262257"/>
                      <a:pt x="1663121" y="262257"/>
                    </a:cubicBezTo>
                    <a:cubicBezTo>
                      <a:pt x="744605" y="262257"/>
                      <a:pt x="0" y="203549"/>
                      <a:pt x="0" y="131129"/>
                    </a:cubicBezTo>
                    <a:cubicBezTo>
                      <a:pt x="0" y="58709"/>
                      <a:pt x="744605" y="0"/>
                      <a:pt x="1663121" y="0"/>
                    </a:cubicBezTo>
                    <a:cubicBezTo>
                      <a:pt x="2581637" y="0"/>
                      <a:pt x="3326242" y="58709"/>
                      <a:pt x="3326242" y="131129"/>
                    </a:cubicBezTo>
                    <a:close/>
                  </a:path>
                </a:pathLst>
              </a:custGeom>
              <a:solidFill>
                <a:srgbClr val="00203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74" name="Group 174"/>
              <p:cNvGrpSpPr/>
              <p:nvPr/>
            </p:nvGrpSpPr>
            <p:grpSpPr>
              <a:xfrm>
                <a:off x="5171643" y="2928405"/>
                <a:ext cx="3442144" cy="3453852"/>
                <a:chOff x="5171643" y="2928405"/>
                <a:chExt cx="3442144" cy="3453852"/>
              </a:xfrm>
            </p:grpSpPr>
            <p:grpSp>
              <p:nvGrpSpPr>
                <p:cNvPr id="175" name="Group 175"/>
                <p:cNvGrpSpPr/>
                <p:nvPr/>
              </p:nvGrpSpPr>
              <p:grpSpPr>
                <a:xfrm>
                  <a:off x="5373008" y="2928405"/>
                  <a:ext cx="2711191" cy="1909425"/>
                  <a:chOff x="5373008" y="2928405"/>
                  <a:chExt cx="2711191" cy="1909425"/>
                </a:xfrm>
                <a:solidFill>
                  <a:srgbClr val="002033">
                    <a:alpha val="100000"/>
                  </a:srgbClr>
                </a:solidFill>
              </p:grpSpPr>
              <p:grpSp>
                <p:nvGrpSpPr>
                  <p:cNvPr id="176" name="Group 176"/>
                  <p:cNvGrpSpPr/>
                  <p:nvPr/>
                </p:nvGrpSpPr>
                <p:grpSpPr>
                  <a:xfrm>
                    <a:off x="6739852" y="3545682"/>
                    <a:ext cx="1344346" cy="647004"/>
                    <a:chOff x="6739852" y="3545682"/>
                    <a:chExt cx="1344346" cy="647004"/>
                  </a:xfrm>
                  <a:solidFill>
                    <a:srgbClr val="002033">
                      <a:alpha val="100000"/>
                    </a:srgbClr>
                  </a:solidFill>
                </p:grpSpPr>
                <p:sp>
                  <p:nvSpPr>
                    <p:cNvPr id="177" name="AutoShape 177"/>
                    <p:cNvSpPr/>
                    <p:nvPr/>
                  </p:nvSpPr>
                  <p:spPr>
                    <a:xfrm>
                      <a:off x="6739852" y="3545682"/>
                      <a:ext cx="1157371" cy="6470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7371" h="647004">
                          <a:moveTo>
                            <a:pt x="1137564" y="647005"/>
                          </a:moveTo>
                          <a:cubicBezTo>
                            <a:pt x="1120885" y="511111"/>
                            <a:pt x="1024307" y="379014"/>
                            <a:pt x="879105" y="293606"/>
                          </a:cubicBezTo>
                          <a:cubicBezTo>
                            <a:pt x="750359" y="217877"/>
                            <a:pt x="606274" y="183848"/>
                            <a:pt x="444765" y="150191"/>
                          </a:cubicBezTo>
                          <a:lnTo>
                            <a:pt x="423692" y="145798"/>
                          </a:lnTo>
                          <a:cubicBezTo>
                            <a:pt x="280426" y="116013"/>
                            <a:pt x="132320" y="85185"/>
                            <a:pt x="0" y="17796"/>
                          </a:cubicBezTo>
                          <a:lnTo>
                            <a:pt x="9085" y="0"/>
                          </a:lnTo>
                          <a:cubicBezTo>
                            <a:pt x="139021" y="66123"/>
                            <a:pt x="285787" y="96652"/>
                            <a:pt x="427787" y="126214"/>
                          </a:cubicBezTo>
                          <a:lnTo>
                            <a:pt x="448860" y="130607"/>
                          </a:lnTo>
                          <a:cubicBezTo>
                            <a:pt x="606125" y="163445"/>
                            <a:pt x="758103" y="199262"/>
                            <a:pt x="889232" y="276405"/>
                          </a:cubicBezTo>
                          <a:cubicBezTo>
                            <a:pt x="1039720" y="364941"/>
                            <a:pt x="1140022" y="502547"/>
                            <a:pt x="1157371" y="644548"/>
                          </a:cubicBezTo>
                          <a:lnTo>
                            <a:pt x="1137564" y="647005"/>
                          </a:ln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78" name="AutoShape 178"/>
                    <p:cNvSpPr/>
                    <p:nvPr/>
                  </p:nvSpPr>
                  <p:spPr>
                    <a:xfrm>
                      <a:off x="6908212" y="3585371"/>
                      <a:ext cx="1175987" cy="5784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75987" h="578424">
                          <a:moveTo>
                            <a:pt x="1157520" y="578425"/>
                          </a:moveTo>
                          <a:cubicBezTo>
                            <a:pt x="1090057" y="416171"/>
                            <a:pt x="960939" y="278788"/>
                            <a:pt x="803228" y="201347"/>
                          </a:cubicBezTo>
                          <a:cubicBezTo>
                            <a:pt x="663089" y="132618"/>
                            <a:pt x="504261" y="110502"/>
                            <a:pt x="350644" y="89057"/>
                          </a:cubicBezTo>
                          <a:cubicBezTo>
                            <a:pt x="233962" y="72824"/>
                            <a:pt x="113332" y="55996"/>
                            <a:pt x="0" y="18988"/>
                          </a:cubicBezTo>
                          <a:lnTo>
                            <a:pt x="6181" y="0"/>
                          </a:lnTo>
                          <a:cubicBezTo>
                            <a:pt x="117800" y="36412"/>
                            <a:pt x="237610" y="53092"/>
                            <a:pt x="353399" y="69250"/>
                          </a:cubicBezTo>
                          <a:cubicBezTo>
                            <a:pt x="508580" y="90919"/>
                            <a:pt x="669046" y="113257"/>
                            <a:pt x="812014" y="183401"/>
                          </a:cubicBezTo>
                          <a:cubicBezTo>
                            <a:pt x="974044" y="262853"/>
                            <a:pt x="1106737" y="404034"/>
                            <a:pt x="1175987" y="570681"/>
                          </a:cubicBezTo>
                          <a:lnTo>
                            <a:pt x="1157520" y="578425"/>
                          </a:ln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179" name="Group 179"/>
                  <p:cNvGrpSpPr/>
                  <p:nvPr/>
                </p:nvGrpSpPr>
                <p:grpSpPr>
                  <a:xfrm>
                    <a:off x="5373008" y="2928405"/>
                    <a:ext cx="1703848" cy="1909425"/>
                    <a:chOff x="5373008" y="2928405"/>
                    <a:chExt cx="1703848" cy="1909425"/>
                  </a:xfrm>
                  <a:solidFill>
                    <a:srgbClr val="002033">
                      <a:alpha val="100000"/>
                    </a:srgbClr>
                  </a:solidFill>
                </p:grpSpPr>
                <p:sp>
                  <p:nvSpPr>
                    <p:cNvPr id="180" name="AutoShape 180"/>
                    <p:cNvSpPr/>
                    <p:nvPr/>
                  </p:nvSpPr>
                  <p:spPr>
                    <a:xfrm>
                      <a:off x="5373008" y="2928405"/>
                      <a:ext cx="1353217" cy="1909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53217" h="1909425">
                          <a:moveTo>
                            <a:pt x="117512" y="1909426"/>
                          </a:moveTo>
                          <a:lnTo>
                            <a:pt x="97630" y="1907564"/>
                          </a:lnTo>
                          <a:cubicBezTo>
                            <a:pt x="113119" y="1745012"/>
                            <a:pt x="81621" y="1580376"/>
                            <a:pt x="51166" y="1421175"/>
                          </a:cubicBezTo>
                          <a:cubicBezTo>
                            <a:pt x="25178" y="1285355"/>
                            <a:pt x="-1703" y="1144844"/>
                            <a:pt x="84" y="1004706"/>
                          </a:cubicBezTo>
                          <a:cubicBezTo>
                            <a:pt x="2616" y="802242"/>
                            <a:pt x="71941" y="594491"/>
                            <a:pt x="195400" y="419728"/>
                          </a:cubicBezTo>
                          <a:cubicBezTo>
                            <a:pt x="318859" y="244964"/>
                            <a:pt x="491463" y="110187"/>
                            <a:pt x="681417" y="40118"/>
                          </a:cubicBezTo>
                          <a:cubicBezTo>
                            <a:pt x="772708" y="6461"/>
                            <a:pt x="944791" y="-36430"/>
                            <a:pt x="1071526" y="54489"/>
                          </a:cubicBezTo>
                          <a:cubicBezTo>
                            <a:pt x="1161402" y="118899"/>
                            <a:pt x="1196995" y="226721"/>
                            <a:pt x="1231471" y="331043"/>
                          </a:cubicBezTo>
                          <a:cubicBezTo>
                            <a:pt x="1260587" y="419132"/>
                            <a:pt x="1290669" y="510274"/>
                            <a:pt x="1353218" y="574908"/>
                          </a:cubicBezTo>
                          <a:lnTo>
                            <a:pt x="1338846" y="588758"/>
                          </a:lnTo>
                          <a:cubicBezTo>
                            <a:pt x="1273096" y="520848"/>
                            <a:pt x="1242269" y="427546"/>
                            <a:pt x="1212484" y="337298"/>
                          </a:cubicBezTo>
                          <a:cubicBezTo>
                            <a:pt x="1177486" y="231412"/>
                            <a:pt x="1144499" y="131335"/>
                            <a:pt x="1059910" y="70722"/>
                          </a:cubicBezTo>
                          <a:cubicBezTo>
                            <a:pt x="940546" y="-14761"/>
                            <a:pt x="775835" y="26640"/>
                            <a:pt x="688267" y="58882"/>
                          </a:cubicBezTo>
                          <a:cubicBezTo>
                            <a:pt x="306051" y="199766"/>
                            <a:pt x="25029" y="597619"/>
                            <a:pt x="20040" y="1004929"/>
                          </a:cubicBezTo>
                          <a:cubicBezTo>
                            <a:pt x="18328" y="1143057"/>
                            <a:pt x="44985" y="1282525"/>
                            <a:pt x="70824" y="1417377"/>
                          </a:cubicBezTo>
                          <a:cubicBezTo>
                            <a:pt x="101502" y="1577918"/>
                            <a:pt x="133224" y="1743970"/>
                            <a:pt x="117512" y="1909426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81" name="AutoShape 181"/>
                    <p:cNvSpPr/>
                    <p:nvPr/>
                  </p:nvSpPr>
                  <p:spPr>
                    <a:xfrm>
                      <a:off x="5431281" y="3134666"/>
                      <a:ext cx="1645576" cy="1569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45576" h="1569950">
                          <a:moveTo>
                            <a:pt x="18359" y="1569951"/>
                          </a:moveTo>
                          <a:cubicBezTo>
                            <a:pt x="-24010" y="1222360"/>
                            <a:pt x="7041" y="917733"/>
                            <a:pt x="110618" y="664486"/>
                          </a:cubicBezTo>
                          <a:cubicBezTo>
                            <a:pt x="235864" y="358296"/>
                            <a:pt x="476155" y="126346"/>
                            <a:pt x="753379" y="43841"/>
                          </a:cubicBezTo>
                          <a:cubicBezTo>
                            <a:pt x="935365" y="-10293"/>
                            <a:pt x="1126437" y="-2177"/>
                            <a:pt x="1311252" y="5642"/>
                          </a:cubicBezTo>
                          <a:cubicBezTo>
                            <a:pt x="1411032" y="9886"/>
                            <a:pt x="1513939" y="19641"/>
                            <a:pt x="1580137" y="88072"/>
                          </a:cubicBezTo>
                          <a:cubicBezTo>
                            <a:pt x="1637771" y="147567"/>
                            <a:pt x="1657429" y="241539"/>
                            <a:pt x="1638739" y="367306"/>
                          </a:cubicBezTo>
                          <a:cubicBezTo>
                            <a:pt x="1635611" y="388454"/>
                            <a:pt x="1631739" y="409973"/>
                            <a:pt x="1628016" y="430749"/>
                          </a:cubicBezTo>
                          <a:cubicBezTo>
                            <a:pt x="1615060" y="502605"/>
                            <a:pt x="1601731" y="576919"/>
                            <a:pt x="1616176" y="647956"/>
                          </a:cubicBezTo>
                          <a:lnTo>
                            <a:pt x="1596593" y="651977"/>
                          </a:lnTo>
                          <a:cubicBezTo>
                            <a:pt x="1581328" y="577216"/>
                            <a:pt x="1595029" y="500967"/>
                            <a:pt x="1608358" y="427249"/>
                          </a:cubicBezTo>
                          <a:cubicBezTo>
                            <a:pt x="1612081" y="406622"/>
                            <a:pt x="1615953" y="385252"/>
                            <a:pt x="1619006" y="364402"/>
                          </a:cubicBezTo>
                          <a:cubicBezTo>
                            <a:pt x="1636728" y="245113"/>
                            <a:pt x="1618857" y="156875"/>
                            <a:pt x="1565840" y="101996"/>
                          </a:cubicBezTo>
                          <a:cubicBezTo>
                            <a:pt x="1504781" y="38852"/>
                            <a:pt x="1406192" y="29619"/>
                            <a:pt x="1310433" y="25598"/>
                          </a:cubicBezTo>
                          <a:cubicBezTo>
                            <a:pt x="1127256" y="17854"/>
                            <a:pt x="937897" y="9812"/>
                            <a:pt x="759113" y="63052"/>
                          </a:cubicBezTo>
                          <a:cubicBezTo>
                            <a:pt x="487622" y="143770"/>
                            <a:pt x="252172" y="371476"/>
                            <a:pt x="129160" y="672082"/>
                          </a:cubicBezTo>
                          <a:cubicBezTo>
                            <a:pt x="26848" y="922127"/>
                            <a:pt x="-3756" y="1223402"/>
                            <a:pt x="38241" y="1567568"/>
                          </a:cubicBezTo>
                          <a:lnTo>
                            <a:pt x="18359" y="1569951"/>
                          </a:ln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  <p:sp>
              <p:nvSpPr>
                <p:cNvPr id="182" name="AutoShape 182"/>
                <p:cNvSpPr/>
                <p:nvPr/>
              </p:nvSpPr>
              <p:spPr>
                <a:xfrm>
                  <a:off x="6233135" y="5888944"/>
                  <a:ext cx="1676598" cy="239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598" h="239544">
                      <a:moveTo>
                        <a:pt x="0" y="0"/>
                      </a:moveTo>
                      <a:lnTo>
                        <a:pt x="1676598" y="0"/>
                      </a:lnTo>
                      <a:lnTo>
                        <a:pt x="1676598" y="239546"/>
                      </a:lnTo>
                      <a:lnTo>
                        <a:pt x="0" y="239546"/>
                      </a:lnTo>
                      <a:close/>
                    </a:path>
                  </a:pathLst>
                </a:custGeom>
                <a:solidFill>
                  <a:srgbClr val="002033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83" name="Group 183"/>
                <p:cNvGrpSpPr/>
                <p:nvPr/>
              </p:nvGrpSpPr>
              <p:grpSpPr>
                <a:xfrm>
                  <a:off x="5526858" y="6063708"/>
                  <a:ext cx="2937249" cy="318550"/>
                  <a:chOff x="5526858" y="6063708"/>
                  <a:chExt cx="2937249" cy="318550"/>
                </a:xfrm>
              </p:grpSpPr>
              <p:sp>
                <p:nvSpPr>
                  <p:cNvPr id="184" name="AutoShape 184"/>
                  <p:cNvSpPr/>
                  <p:nvPr/>
                </p:nvSpPr>
                <p:spPr>
                  <a:xfrm>
                    <a:off x="5824708" y="6063708"/>
                    <a:ext cx="2341548" cy="239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1548" h="239918">
                        <a:moveTo>
                          <a:pt x="0" y="239918"/>
                        </a:moveTo>
                        <a:lnTo>
                          <a:pt x="2341549" y="239918"/>
                        </a:lnTo>
                        <a:lnTo>
                          <a:pt x="2209155" y="0"/>
                        </a:lnTo>
                        <a:lnTo>
                          <a:pt x="132394" y="0"/>
                        </a:lnTo>
                        <a:close/>
                      </a:path>
                    </a:pathLst>
                  </a:custGeom>
                  <a:solidFill>
                    <a:srgbClr val="809CAA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185" name="Group 185"/>
                  <p:cNvGrpSpPr/>
                  <p:nvPr/>
                </p:nvGrpSpPr>
                <p:grpSpPr>
                  <a:xfrm>
                    <a:off x="5925902" y="6063708"/>
                    <a:ext cx="2240354" cy="239992"/>
                    <a:chOff x="5925902" y="6063708"/>
                    <a:chExt cx="2240354" cy="239992"/>
                  </a:xfrm>
                  <a:solidFill>
                    <a:srgbClr val="E0DBD5">
                      <a:alpha val="100000"/>
                    </a:srgbClr>
                  </a:solidFill>
                </p:grpSpPr>
                <p:sp>
                  <p:nvSpPr>
                    <p:cNvPr id="186" name="AutoShape 186"/>
                    <p:cNvSpPr/>
                    <p:nvPr/>
                  </p:nvSpPr>
                  <p:spPr>
                    <a:xfrm>
                      <a:off x="7960294" y="6063708"/>
                      <a:ext cx="205963" cy="2399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5962" h="239918">
                          <a:moveTo>
                            <a:pt x="5882" y="22786"/>
                          </a:moveTo>
                          <a:cubicBezTo>
                            <a:pt x="28593" y="96056"/>
                            <a:pt x="55623" y="167987"/>
                            <a:pt x="82802" y="239918"/>
                          </a:cubicBezTo>
                          <a:lnTo>
                            <a:pt x="205963" y="239918"/>
                          </a:lnTo>
                          <a:lnTo>
                            <a:pt x="73569" y="0"/>
                          </a:lnTo>
                          <a:lnTo>
                            <a:pt x="0" y="0"/>
                          </a:lnTo>
                          <a:cubicBezTo>
                            <a:pt x="2010" y="7595"/>
                            <a:pt x="3946" y="15190"/>
                            <a:pt x="5882" y="22786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87" name="AutoShape 187"/>
                    <p:cNvSpPr/>
                    <p:nvPr/>
                  </p:nvSpPr>
                  <p:spPr>
                    <a:xfrm>
                      <a:off x="6716099" y="6063708"/>
                      <a:ext cx="195613" cy="2399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5613" h="239918">
                          <a:moveTo>
                            <a:pt x="195613" y="0"/>
                          </a:moveTo>
                          <a:lnTo>
                            <a:pt x="47209" y="0"/>
                          </a:lnTo>
                          <a:cubicBezTo>
                            <a:pt x="32093" y="80122"/>
                            <a:pt x="16307" y="160094"/>
                            <a:pt x="0" y="239918"/>
                          </a:cubicBezTo>
                          <a:lnTo>
                            <a:pt x="181838" y="239918"/>
                          </a:lnTo>
                          <a:cubicBezTo>
                            <a:pt x="187795" y="160020"/>
                            <a:pt x="192411" y="80047"/>
                            <a:pt x="195613" y="0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88" name="AutoShape 188"/>
                    <p:cNvSpPr/>
                    <p:nvPr/>
                  </p:nvSpPr>
                  <p:spPr>
                    <a:xfrm>
                      <a:off x="5925902" y="6063708"/>
                      <a:ext cx="543725" cy="23999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43725" h="239992">
                          <a:moveTo>
                            <a:pt x="543726" y="0"/>
                          </a:moveTo>
                          <a:lnTo>
                            <a:pt x="83770" y="0"/>
                          </a:lnTo>
                          <a:cubicBezTo>
                            <a:pt x="58528" y="70739"/>
                            <a:pt x="35816" y="143564"/>
                            <a:pt x="8265" y="217952"/>
                          </a:cubicBezTo>
                          <a:cubicBezTo>
                            <a:pt x="5510" y="225324"/>
                            <a:pt x="2755" y="232621"/>
                            <a:pt x="0" y="239993"/>
                          </a:cubicBezTo>
                          <a:lnTo>
                            <a:pt x="495250" y="239993"/>
                          </a:lnTo>
                          <a:cubicBezTo>
                            <a:pt x="511930" y="160020"/>
                            <a:pt x="528163" y="80047"/>
                            <a:pt x="543726" y="0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189" name="AutoShape 189"/>
                  <p:cNvSpPr/>
                  <p:nvPr/>
                </p:nvSpPr>
                <p:spPr>
                  <a:xfrm>
                    <a:off x="5824708" y="6153435"/>
                    <a:ext cx="2341548" cy="1501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1548" h="150190">
                        <a:moveTo>
                          <a:pt x="82877" y="0"/>
                        </a:moveTo>
                        <a:lnTo>
                          <a:pt x="0" y="150191"/>
                        </a:lnTo>
                        <a:lnTo>
                          <a:pt x="2341549" y="150191"/>
                        </a:lnTo>
                        <a:lnTo>
                          <a:pt x="2258672" y="0"/>
                        </a:ln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90" name="AutoShape 190"/>
                  <p:cNvSpPr/>
                  <p:nvPr/>
                </p:nvSpPr>
                <p:spPr>
                  <a:xfrm>
                    <a:off x="5526858" y="6216728"/>
                    <a:ext cx="2937249" cy="1655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37249" h="165530">
                        <a:moveTo>
                          <a:pt x="0" y="165530"/>
                        </a:moveTo>
                        <a:lnTo>
                          <a:pt x="2937249" y="165530"/>
                        </a:lnTo>
                        <a:lnTo>
                          <a:pt x="2609763" y="0"/>
                        </a:lnTo>
                        <a:lnTo>
                          <a:pt x="327486" y="0"/>
                        </a:lnTo>
                        <a:close/>
                      </a:path>
                    </a:pathLst>
                  </a:custGeom>
                  <a:solidFill>
                    <a:srgbClr val="809CAA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191" name="Group 191"/>
                  <p:cNvGrpSpPr/>
                  <p:nvPr/>
                </p:nvGrpSpPr>
                <p:grpSpPr>
                  <a:xfrm>
                    <a:off x="5689633" y="6216728"/>
                    <a:ext cx="2774474" cy="165530"/>
                    <a:chOff x="5689633" y="6216728"/>
                    <a:chExt cx="2774474" cy="165530"/>
                  </a:xfrm>
                  <a:solidFill>
                    <a:srgbClr val="5FBBBF">
                      <a:alpha val="100000"/>
                    </a:srgbClr>
                  </a:solidFill>
                </p:grpSpPr>
                <p:sp>
                  <p:nvSpPr>
                    <p:cNvPr id="192" name="AutoShape 192"/>
                    <p:cNvSpPr/>
                    <p:nvPr/>
                  </p:nvSpPr>
                  <p:spPr>
                    <a:xfrm>
                      <a:off x="8093879" y="6216803"/>
                      <a:ext cx="370227" cy="16545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0227" h="165455">
                          <a:moveTo>
                            <a:pt x="214228" y="165456"/>
                          </a:moveTo>
                          <a:lnTo>
                            <a:pt x="370228" y="165456"/>
                          </a:lnTo>
                          <a:lnTo>
                            <a:pt x="42741" y="0"/>
                          </a:lnTo>
                          <a:lnTo>
                            <a:pt x="0" y="0"/>
                          </a:lnTo>
                          <a:cubicBezTo>
                            <a:pt x="73494" y="52347"/>
                            <a:pt x="145053" y="107598"/>
                            <a:pt x="214228" y="165456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93" name="AutoShape 193"/>
                    <p:cNvSpPr/>
                    <p:nvPr/>
                  </p:nvSpPr>
                  <p:spPr>
                    <a:xfrm>
                      <a:off x="6705972" y="6216728"/>
                      <a:ext cx="644771" cy="16545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4771" h="165455">
                          <a:moveTo>
                            <a:pt x="572766" y="0"/>
                          </a:moveTo>
                          <a:lnTo>
                            <a:pt x="34551" y="0"/>
                          </a:lnTo>
                          <a:cubicBezTo>
                            <a:pt x="22935" y="55102"/>
                            <a:pt x="11467" y="110279"/>
                            <a:pt x="0" y="165456"/>
                          </a:cubicBezTo>
                          <a:lnTo>
                            <a:pt x="644771" y="165456"/>
                          </a:lnTo>
                          <a:cubicBezTo>
                            <a:pt x="621241" y="110130"/>
                            <a:pt x="597264" y="54953"/>
                            <a:pt x="572766" y="0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94" name="AutoShape 194"/>
                    <p:cNvSpPr/>
                    <p:nvPr/>
                  </p:nvSpPr>
                  <p:spPr>
                    <a:xfrm>
                      <a:off x="5689633" y="6216728"/>
                      <a:ext cx="755645" cy="16545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55645" h="165455">
                          <a:moveTo>
                            <a:pt x="755646" y="0"/>
                          </a:moveTo>
                          <a:lnTo>
                            <a:pt x="180274" y="0"/>
                          </a:lnTo>
                          <a:cubicBezTo>
                            <a:pt x="119512" y="54358"/>
                            <a:pt x="59495" y="109683"/>
                            <a:pt x="0" y="165456"/>
                          </a:cubicBezTo>
                          <a:lnTo>
                            <a:pt x="721170" y="165456"/>
                          </a:lnTo>
                          <a:cubicBezTo>
                            <a:pt x="732711" y="110354"/>
                            <a:pt x="744179" y="55177"/>
                            <a:pt x="755646" y="0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  <p:grpSp>
              <p:nvGrpSpPr>
                <p:cNvPr id="195" name="Group 195"/>
                <p:cNvGrpSpPr/>
                <p:nvPr/>
              </p:nvGrpSpPr>
              <p:grpSpPr>
                <a:xfrm>
                  <a:off x="6106846" y="3937430"/>
                  <a:ext cx="2506941" cy="2001478"/>
                  <a:chOff x="6106846" y="3937430"/>
                  <a:chExt cx="2506941" cy="2001478"/>
                </a:xfrm>
              </p:grpSpPr>
              <p:grpSp>
                <p:nvGrpSpPr>
                  <p:cNvPr id="196" name="Group 196"/>
                  <p:cNvGrpSpPr/>
                  <p:nvPr/>
                </p:nvGrpSpPr>
                <p:grpSpPr>
                  <a:xfrm>
                    <a:off x="6106846" y="3937430"/>
                    <a:ext cx="2506941" cy="2001478"/>
                    <a:chOff x="6106846" y="3937430"/>
                    <a:chExt cx="2506941" cy="2001478"/>
                  </a:xfrm>
                </p:grpSpPr>
                <p:sp>
                  <p:nvSpPr>
                    <p:cNvPr id="197" name="AutoShape 197"/>
                    <p:cNvSpPr/>
                    <p:nvPr/>
                  </p:nvSpPr>
                  <p:spPr>
                    <a:xfrm>
                      <a:off x="6106846" y="3937430"/>
                      <a:ext cx="2506941" cy="20014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06941" h="2001478">
                          <a:moveTo>
                            <a:pt x="1955312" y="2001404"/>
                          </a:moveTo>
                          <a:cubicBezTo>
                            <a:pt x="2070207" y="1764762"/>
                            <a:pt x="2185103" y="1528045"/>
                            <a:pt x="2299924" y="1291404"/>
                          </a:cubicBezTo>
                          <a:cubicBezTo>
                            <a:pt x="2373419" y="1140021"/>
                            <a:pt x="2447435" y="987001"/>
                            <a:pt x="2484219" y="822811"/>
                          </a:cubicBezTo>
                          <a:cubicBezTo>
                            <a:pt x="2521004" y="658621"/>
                            <a:pt x="2517579" y="479836"/>
                            <a:pt x="2440733" y="330166"/>
                          </a:cubicBezTo>
                          <a:cubicBezTo>
                            <a:pt x="2324497" y="103726"/>
                            <a:pt x="2052858" y="-16308"/>
                            <a:pt x="1799015" y="1787"/>
                          </a:cubicBezTo>
                          <a:cubicBezTo>
                            <a:pt x="1545098" y="19807"/>
                            <a:pt x="1311360" y="156743"/>
                            <a:pt x="1128927" y="334187"/>
                          </a:cubicBezTo>
                          <a:cubicBezTo>
                            <a:pt x="946419" y="511632"/>
                            <a:pt x="808291" y="728690"/>
                            <a:pt x="671801" y="943589"/>
                          </a:cubicBezTo>
                          <a:cubicBezTo>
                            <a:pt x="447892" y="1296243"/>
                            <a:pt x="223909" y="1648824"/>
                            <a:pt x="0" y="2001478"/>
                          </a:cubicBezTo>
                          <a:lnTo>
                            <a:pt x="1955312" y="2001478"/>
                          </a:ln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98" name="AutoShape 198"/>
                    <p:cNvSpPr/>
                    <p:nvPr/>
                  </p:nvSpPr>
                  <p:spPr>
                    <a:xfrm>
                      <a:off x="6106846" y="3944355"/>
                      <a:ext cx="1748529" cy="19944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48529" h="1994478">
                          <a:moveTo>
                            <a:pt x="1109269" y="542459"/>
                          </a:moveTo>
                          <a:cubicBezTo>
                            <a:pt x="1282692" y="306637"/>
                            <a:pt x="1494612" y="104694"/>
                            <a:pt x="1748529" y="0"/>
                          </a:cubicBezTo>
                          <a:cubicBezTo>
                            <a:pt x="1514196" y="31348"/>
                            <a:pt x="1299223" y="161583"/>
                            <a:pt x="1128927" y="327188"/>
                          </a:cubicBezTo>
                          <a:cubicBezTo>
                            <a:pt x="946419" y="504632"/>
                            <a:pt x="808291" y="721691"/>
                            <a:pt x="671801" y="936590"/>
                          </a:cubicBezTo>
                          <a:cubicBezTo>
                            <a:pt x="447892" y="1289244"/>
                            <a:pt x="223909" y="1641825"/>
                            <a:pt x="0" y="1994479"/>
                          </a:cubicBezTo>
                          <a:lnTo>
                            <a:pt x="141553" y="1994479"/>
                          </a:lnTo>
                          <a:cubicBezTo>
                            <a:pt x="220930" y="1829321"/>
                            <a:pt x="321231" y="1671684"/>
                            <a:pt x="440595" y="1520451"/>
                          </a:cubicBezTo>
                          <a:cubicBezTo>
                            <a:pt x="690119" y="1191103"/>
                            <a:pt x="869797" y="881785"/>
                            <a:pt x="1109269" y="542459"/>
                          </a:cubicBezTo>
                          <a:close/>
                        </a:path>
                      </a:pathLst>
                    </a:custGeom>
                    <a:solidFill>
                      <a:srgbClr val="BBC6E2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99" name="AutoShape 199"/>
                    <p:cNvSpPr/>
                    <p:nvPr/>
                  </p:nvSpPr>
                  <p:spPr>
                    <a:xfrm>
                      <a:off x="7117750" y="3968034"/>
                      <a:ext cx="1496037" cy="19708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6037" h="1970873">
                          <a:moveTo>
                            <a:pt x="944409" y="1970800"/>
                          </a:moveTo>
                          <a:cubicBezTo>
                            <a:pt x="1059304" y="1734158"/>
                            <a:pt x="1174200" y="1497442"/>
                            <a:pt x="1289021" y="1260800"/>
                          </a:cubicBezTo>
                          <a:cubicBezTo>
                            <a:pt x="1362516" y="1109417"/>
                            <a:pt x="1436531" y="956397"/>
                            <a:pt x="1473316" y="792207"/>
                          </a:cubicBezTo>
                          <a:cubicBezTo>
                            <a:pt x="1510100" y="628017"/>
                            <a:pt x="1506675" y="449232"/>
                            <a:pt x="1429830" y="299563"/>
                          </a:cubicBezTo>
                          <a:cubicBezTo>
                            <a:pt x="1353208" y="150340"/>
                            <a:pt x="1209048" y="47730"/>
                            <a:pt x="1047018" y="0"/>
                          </a:cubicBezTo>
                          <a:cubicBezTo>
                            <a:pt x="1109120" y="33583"/>
                            <a:pt x="1166977" y="76026"/>
                            <a:pt x="1213889" y="143042"/>
                          </a:cubicBezTo>
                          <a:cubicBezTo>
                            <a:pt x="1296616" y="275437"/>
                            <a:pt x="1295052" y="316094"/>
                            <a:pt x="1146127" y="349155"/>
                          </a:cubicBezTo>
                          <a:cubicBezTo>
                            <a:pt x="848277" y="415352"/>
                            <a:pt x="601583" y="705681"/>
                            <a:pt x="485719" y="953865"/>
                          </a:cubicBezTo>
                          <a:cubicBezTo>
                            <a:pt x="322125" y="1294978"/>
                            <a:pt x="162328" y="1634601"/>
                            <a:pt x="0" y="1970875"/>
                          </a:cubicBezTo>
                          <a:lnTo>
                            <a:pt x="944409" y="1970875"/>
                          </a:ln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00" name="AutoShape 200"/>
                    <p:cNvSpPr/>
                    <p:nvPr/>
                  </p:nvSpPr>
                  <p:spPr>
                    <a:xfrm>
                      <a:off x="6886624" y="3971990"/>
                      <a:ext cx="1376433" cy="10108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76433" h="1010803">
                          <a:moveTo>
                            <a:pt x="545432" y="961004"/>
                          </a:moveTo>
                          <a:cubicBezTo>
                            <a:pt x="434185" y="1040083"/>
                            <a:pt x="193819" y="1010745"/>
                            <a:pt x="63361" y="970536"/>
                          </a:cubicBezTo>
                          <a:cubicBezTo>
                            <a:pt x="4089" y="952292"/>
                            <a:pt x="5057" y="939187"/>
                            <a:pt x="143" y="877383"/>
                          </a:cubicBezTo>
                          <a:cubicBezTo>
                            <a:pt x="-2538" y="843502"/>
                            <a:pt x="33204" y="786241"/>
                            <a:pt x="52192" y="758094"/>
                          </a:cubicBezTo>
                          <a:cubicBezTo>
                            <a:pt x="176917" y="573129"/>
                            <a:pt x="324650" y="403727"/>
                            <a:pt x="491000" y="255099"/>
                          </a:cubicBezTo>
                          <a:cubicBezTo>
                            <a:pt x="620192" y="139682"/>
                            <a:pt x="767777" y="33499"/>
                            <a:pt x="938743" y="5799"/>
                          </a:cubicBezTo>
                          <a:cubicBezTo>
                            <a:pt x="1109709" y="-21901"/>
                            <a:pt x="1307109" y="50253"/>
                            <a:pt x="1376434" y="209081"/>
                          </a:cubicBezTo>
                          <a:cubicBezTo>
                            <a:pt x="1086849" y="292926"/>
                            <a:pt x="833527" y="495539"/>
                            <a:pt x="688176" y="759658"/>
                          </a:cubicBezTo>
                          <a:cubicBezTo>
                            <a:pt x="648115" y="832408"/>
                            <a:pt x="613193" y="912902"/>
                            <a:pt x="545432" y="961004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01" name="AutoShape 201"/>
                    <p:cNvSpPr/>
                    <p:nvPr/>
                  </p:nvSpPr>
                  <p:spPr>
                    <a:xfrm>
                      <a:off x="7013911" y="4735455"/>
                      <a:ext cx="471609" cy="11756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71609" h="117565">
                          <a:moveTo>
                            <a:pt x="2123" y="100365"/>
                          </a:moveTo>
                          <a:cubicBezTo>
                            <a:pt x="11953" y="80186"/>
                            <a:pt x="33174" y="67304"/>
                            <a:pt x="54992" y="62091"/>
                          </a:cubicBezTo>
                          <a:cubicBezTo>
                            <a:pt x="76884" y="56879"/>
                            <a:pt x="99669" y="58220"/>
                            <a:pt x="122157" y="59560"/>
                          </a:cubicBezTo>
                          <a:cubicBezTo>
                            <a:pt x="181131" y="63134"/>
                            <a:pt x="240031" y="66634"/>
                            <a:pt x="299006" y="70208"/>
                          </a:cubicBezTo>
                          <a:cubicBezTo>
                            <a:pt x="316430" y="71250"/>
                            <a:pt x="334301" y="72367"/>
                            <a:pt x="350384" y="79292"/>
                          </a:cubicBezTo>
                          <a:cubicBezTo>
                            <a:pt x="366469" y="86218"/>
                            <a:pt x="380616" y="100216"/>
                            <a:pt x="382701" y="117566"/>
                          </a:cubicBezTo>
                          <a:cubicBezTo>
                            <a:pt x="403774" y="77058"/>
                            <a:pt x="434453" y="41540"/>
                            <a:pt x="471610" y="14957"/>
                          </a:cubicBezTo>
                          <a:cubicBezTo>
                            <a:pt x="367362" y="10266"/>
                            <a:pt x="263189" y="5649"/>
                            <a:pt x="158942" y="958"/>
                          </a:cubicBezTo>
                          <a:cubicBezTo>
                            <a:pt x="122529" y="-681"/>
                            <a:pt x="84628" y="-2021"/>
                            <a:pt x="51492" y="13095"/>
                          </a:cubicBezTo>
                          <a:cubicBezTo>
                            <a:pt x="18356" y="28211"/>
                            <a:pt x="-7780" y="65368"/>
                            <a:pt x="2123" y="100365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202" name="Group 202"/>
                  <p:cNvGrpSpPr/>
                  <p:nvPr/>
                </p:nvGrpSpPr>
                <p:grpSpPr>
                  <a:xfrm>
                    <a:off x="7741081" y="4545423"/>
                    <a:ext cx="660511" cy="722676"/>
                    <a:chOff x="7741081" y="4545423"/>
                    <a:chExt cx="660511" cy="722676"/>
                  </a:xfrm>
                </p:grpSpPr>
                <p:sp>
                  <p:nvSpPr>
                    <p:cNvPr id="203" name="AutoShape 203"/>
                    <p:cNvSpPr/>
                    <p:nvPr/>
                  </p:nvSpPr>
                  <p:spPr>
                    <a:xfrm>
                      <a:off x="7741081" y="4545423"/>
                      <a:ext cx="660511" cy="7226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60511" h="722676">
                          <a:moveTo>
                            <a:pt x="480948" y="611629"/>
                          </a:moveTo>
                          <a:cubicBezTo>
                            <a:pt x="560846" y="537539"/>
                            <a:pt x="619076" y="440291"/>
                            <a:pt x="646478" y="334777"/>
                          </a:cubicBezTo>
                          <a:cubicBezTo>
                            <a:pt x="666806" y="256666"/>
                            <a:pt x="669040" y="168577"/>
                            <a:pt x="626076" y="100146"/>
                          </a:cubicBezTo>
                          <a:cubicBezTo>
                            <a:pt x="560772" y="-3804"/>
                            <a:pt x="408347" y="-24728"/>
                            <a:pt x="297323" y="27619"/>
                          </a:cubicBezTo>
                          <a:cubicBezTo>
                            <a:pt x="186300" y="79966"/>
                            <a:pt x="111093" y="187044"/>
                            <a:pt x="56884" y="297099"/>
                          </a:cubicBezTo>
                          <a:cubicBezTo>
                            <a:pt x="7738" y="396804"/>
                            <a:pt x="-27333" y="519444"/>
                            <a:pt x="28662" y="615427"/>
                          </a:cubicBezTo>
                          <a:cubicBezTo>
                            <a:pt x="72297" y="690262"/>
                            <a:pt x="164706" y="728386"/>
                            <a:pt x="251082" y="721983"/>
                          </a:cubicBezTo>
                          <a:cubicBezTo>
                            <a:pt x="337459" y="715728"/>
                            <a:pt x="417432" y="670603"/>
                            <a:pt x="480948" y="611629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grpSp>
                  <p:nvGrpSpPr>
                    <p:cNvPr id="204" name="Group 204"/>
                    <p:cNvGrpSpPr/>
                    <p:nvPr/>
                  </p:nvGrpSpPr>
                  <p:grpSpPr>
                    <a:xfrm>
                      <a:off x="7817781" y="4645355"/>
                      <a:ext cx="453812" cy="496460"/>
                      <a:chOff x="7817781" y="4645355"/>
                      <a:chExt cx="453812" cy="496460"/>
                    </a:xfrm>
                  </p:grpSpPr>
                  <p:sp>
                    <p:nvSpPr>
                      <p:cNvPr id="205" name="AutoShape 205"/>
                      <p:cNvSpPr/>
                      <p:nvPr/>
                    </p:nvSpPr>
                    <p:spPr>
                      <a:xfrm>
                        <a:off x="7817781" y="4645355"/>
                        <a:ext cx="453812" cy="49646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3812" h="496460">
                            <a:moveTo>
                              <a:pt x="330455" y="420108"/>
                            </a:moveTo>
                            <a:cubicBezTo>
                              <a:pt x="385334" y="369175"/>
                              <a:pt x="425321" y="302382"/>
                              <a:pt x="444160" y="229930"/>
                            </a:cubicBezTo>
                            <a:cubicBezTo>
                              <a:pt x="458159" y="176243"/>
                              <a:pt x="459648" y="115705"/>
                              <a:pt x="430161" y="68793"/>
                            </a:cubicBezTo>
                            <a:cubicBezTo>
                              <a:pt x="385260" y="-2616"/>
                              <a:pt x="280565" y="-16988"/>
                              <a:pt x="204316" y="18978"/>
                            </a:cubicBezTo>
                            <a:cubicBezTo>
                              <a:pt x="128066" y="54943"/>
                              <a:pt x="76389" y="128512"/>
                              <a:pt x="39083" y="204092"/>
                            </a:cubicBezTo>
                            <a:cubicBezTo>
                              <a:pt x="5352" y="272597"/>
                              <a:pt x="-18774" y="356814"/>
                              <a:pt x="19649" y="422788"/>
                            </a:cubicBezTo>
                            <a:cubicBezTo>
                              <a:pt x="49657" y="474241"/>
                              <a:pt x="113099" y="500378"/>
                              <a:pt x="172446" y="495985"/>
                            </a:cubicBezTo>
                            <a:cubicBezTo>
                              <a:pt x="231942" y="491591"/>
                              <a:pt x="286821" y="460541"/>
                              <a:pt x="330455" y="420108"/>
                            </a:cubicBezTo>
                            <a:close/>
                          </a:path>
                        </a:pathLst>
                      </a:custGeom>
                      <a:solidFill>
                        <a:srgbClr val="005361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06" name="AutoShape 206"/>
                      <p:cNvSpPr/>
                      <p:nvPr/>
                    </p:nvSpPr>
                    <p:spPr>
                      <a:xfrm>
                        <a:off x="7880901" y="4715489"/>
                        <a:ext cx="327489" cy="35622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7489" h="356228">
                            <a:moveTo>
                              <a:pt x="118187" y="356229"/>
                            </a:moveTo>
                            <a:cubicBezTo>
                              <a:pt x="118187" y="356229"/>
                              <a:pt x="118187" y="356229"/>
                              <a:pt x="118187" y="356229"/>
                            </a:cubicBezTo>
                            <a:cubicBezTo>
                              <a:pt x="74775" y="356229"/>
                              <a:pt x="34193" y="334709"/>
                              <a:pt x="14759" y="301350"/>
                            </a:cubicBezTo>
                            <a:cubicBezTo>
                              <a:pt x="-8548" y="261363"/>
                              <a:pt x="-4230" y="208346"/>
                              <a:pt x="27566" y="143787"/>
                            </a:cubicBezTo>
                            <a:cubicBezTo>
                              <a:pt x="59958" y="78037"/>
                              <a:pt x="98156" y="35444"/>
                              <a:pt x="144175" y="13775"/>
                            </a:cubicBezTo>
                            <a:cubicBezTo>
                              <a:pt x="163311" y="4765"/>
                              <a:pt x="185054" y="0"/>
                              <a:pt x="207021" y="0"/>
                            </a:cubicBezTo>
                            <a:cubicBezTo>
                              <a:pt x="251252" y="0"/>
                              <a:pt x="289674" y="19137"/>
                              <a:pt x="309854" y="51304"/>
                            </a:cubicBezTo>
                            <a:cubicBezTo>
                              <a:pt x="333905" y="89578"/>
                              <a:pt x="328990" y="136043"/>
                              <a:pt x="320576" y="168285"/>
                            </a:cubicBezTo>
                            <a:cubicBezTo>
                              <a:pt x="307396" y="218920"/>
                              <a:pt x="279026" y="266352"/>
                              <a:pt x="240678" y="301946"/>
                            </a:cubicBezTo>
                            <a:cubicBezTo>
                              <a:pt x="216254" y="324582"/>
                              <a:pt x="176789" y="352357"/>
                              <a:pt x="127644" y="356005"/>
                            </a:cubicBezTo>
                            <a:cubicBezTo>
                              <a:pt x="124516" y="356154"/>
                              <a:pt x="121389" y="356229"/>
                              <a:pt x="118187" y="356229"/>
                            </a:cubicBezTo>
                            <a:close/>
                            <a:moveTo>
                              <a:pt x="207095" y="19881"/>
                            </a:moveTo>
                            <a:cubicBezTo>
                              <a:pt x="188033" y="19881"/>
                              <a:pt x="169268" y="23977"/>
                              <a:pt x="152738" y="31795"/>
                            </a:cubicBezTo>
                            <a:cubicBezTo>
                              <a:pt x="110890" y="51528"/>
                              <a:pt x="75818" y="91068"/>
                              <a:pt x="45512" y="152648"/>
                            </a:cubicBezTo>
                            <a:cubicBezTo>
                              <a:pt x="16843" y="210878"/>
                              <a:pt x="12301" y="257491"/>
                              <a:pt x="32034" y="291372"/>
                            </a:cubicBezTo>
                            <a:cubicBezTo>
                              <a:pt x="47969" y="318700"/>
                              <a:pt x="81775" y="336347"/>
                              <a:pt x="118187" y="336347"/>
                            </a:cubicBezTo>
                            <a:cubicBezTo>
                              <a:pt x="118187" y="336347"/>
                              <a:pt x="118187" y="336347"/>
                              <a:pt x="118187" y="336347"/>
                            </a:cubicBezTo>
                            <a:cubicBezTo>
                              <a:pt x="120868" y="336347"/>
                              <a:pt x="123548" y="336273"/>
                              <a:pt x="126229" y="336049"/>
                            </a:cubicBezTo>
                            <a:cubicBezTo>
                              <a:pt x="169641" y="332847"/>
                              <a:pt x="205085" y="307753"/>
                              <a:pt x="227200" y="287276"/>
                            </a:cubicBezTo>
                            <a:cubicBezTo>
                              <a:pt x="262793" y="254289"/>
                              <a:pt x="289153" y="210208"/>
                              <a:pt x="301365" y="163222"/>
                            </a:cubicBezTo>
                            <a:cubicBezTo>
                              <a:pt x="311864" y="123012"/>
                              <a:pt x="308886" y="87047"/>
                              <a:pt x="293100" y="61878"/>
                            </a:cubicBezTo>
                            <a:cubicBezTo>
                              <a:pt x="276569" y="35518"/>
                              <a:pt x="244401" y="19881"/>
                              <a:pt x="207095" y="19881"/>
                            </a:cubicBezTo>
                            <a:close/>
                          </a:path>
                        </a:pathLst>
                      </a:custGeom>
                      <a:solidFill>
                        <a:srgbClr val="E0DBD5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07" name="AutoShape 207"/>
                      <p:cNvSpPr/>
                      <p:nvPr/>
                    </p:nvSpPr>
                    <p:spPr>
                      <a:xfrm>
                        <a:off x="7957862" y="4798618"/>
                        <a:ext cx="173676" cy="19003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3676" h="190038">
                            <a:moveTo>
                              <a:pt x="126486" y="160736"/>
                            </a:moveTo>
                            <a:cubicBezTo>
                              <a:pt x="147484" y="141227"/>
                              <a:pt x="162823" y="115686"/>
                              <a:pt x="169972" y="87986"/>
                            </a:cubicBezTo>
                            <a:cubicBezTo>
                              <a:pt x="175333" y="67434"/>
                              <a:pt x="175929" y="44276"/>
                              <a:pt x="164611" y="26331"/>
                            </a:cubicBezTo>
                            <a:cubicBezTo>
                              <a:pt x="147410" y="-997"/>
                              <a:pt x="107349" y="-6507"/>
                              <a:pt x="78160" y="7268"/>
                            </a:cubicBezTo>
                            <a:cubicBezTo>
                              <a:pt x="48970" y="21044"/>
                              <a:pt x="29238" y="49191"/>
                              <a:pt x="14941" y="78157"/>
                            </a:cubicBezTo>
                            <a:cubicBezTo>
                              <a:pt x="2059" y="104368"/>
                              <a:pt x="-7175" y="136610"/>
                              <a:pt x="7495" y="161853"/>
                            </a:cubicBezTo>
                            <a:cubicBezTo>
                              <a:pt x="18962" y="181511"/>
                              <a:pt x="43237" y="191563"/>
                              <a:pt x="65948" y="189851"/>
                            </a:cubicBezTo>
                            <a:cubicBezTo>
                              <a:pt x="88733" y="188063"/>
                              <a:pt x="109806" y="176224"/>
                              <a:pt x="126486" y="160736"/>
                            </a:cubicBezTo>
                            <a:close/>
                          </a:path>
                        </a:pathLst>
                      </a:custGeom>
                      <a:solidFill>
                        <a:srgbClr val="002033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</p:grpSp>
              <p:grpSp>
                <p:nvGrpSpPr>
                  <p:cNvPr id="208" name="Group 208"/>
                  <p:cNvGrpSpPr/>
                  <p:nvPr/>
                </p:nvGrpSpPr>
                <p:grpSpPr>
                  <a:xfrm>
                    <a:off x="6359572" y="5401661"/>
                    <a:ext cx="1714872" cy="290999"/>
                    <a:chOff x="6359572" y="5401661"/>
                    <a:chExt cx="1714872" cy="290999"/>
                  </a:xfrm>
                </p:grpSpPr>
                <p:grpSp>
                  <p:nvGrpSpPr>
                    <p:cNvPr id="209" name="Group 209"/>
                    <p:cNvGrpSpPr/>
                    <p:nvPr/>
                  </p:nvGrpSpPr>
                  <p:grpSpPr>
                    <a:xfrm>
                      <a:off x="6359572" y="5401661"/>
                      <a:ext cx="880966" cy="290999"/>
                      <a:chOff x="6359572" y="5401661"/>
                      <a:chExt cx="880966" cy="290999"/>
                    </a:xfrm>
                  </p:grpSpPr>
                  <p:sp>
                    <p:nvSpPr>
                      <p:cNvPr id="210" name="AutoShape 210"/>
                      <p:cNvSpPr/>
                      <p:nvPr/>
                    </p:nvSpPr>
                    <p:spPr>
                      <a:xfrm>
                        <a:off x="6359572" y="5401661"/>
                        <a:ext cx="880966" cy="2909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80966" h="290999">
                            <a:moveTo>
                              <a:pt x="880966" y="0"/>
                            </a:moveTo>
                            <a:lnTo>
                              <a:pt x="184741" y="0"/>
                            </a:lnTo>
                            <a:cubicBezTo>
                              <a:pt x="123161" y="97025"/>
                              <a:pt x="61580" y="193975"/>
                              <a:pt x="0" y="291000"/>
                            </a:cubicBezTo>
                            <a:lnTo>
                              <a:pt x="733977" y="291000"/>
                            </a:lnTo>
                            <a:cubicBezTo>
                              <a:pt x="783793" y="194422"/>
                              <a:pt x="832044" y="97025"/>
                              <a:pt x="880966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2033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11" name="AutoShape 211"/>
                      <p:cNvSpPr/>
                      <p:nvPr/>
                    </p:nvSpPr>
                    <p:spPr>
                      <a:xfrm>
                        <a:off x="6786987" y="5430478"/>
                        <a:ext cx="38273" cy="3827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273" h="38273">
                            <a:moveTo>
                              <a:pt x="38274" y="19137"/>
                            </a:moveTo>
                            <a:cubicBezTo>
                              <a:pt x="38274" y="29706"/>
                              <a:pt x="29706" y="38274"/>
                              <a:pt x="19137" y="38274"/>
                            </a:cubicBezTo>
                            <a:cubicBezTo>
                              <a:pt x="8568" y="38274"/>
                              <a:pt x="0" y="29706"/>
                              <a:pt x="0" y="19137"/>
                            </a:cubicBezTo>
                            <a:cubicBezTo>
                              <a:pt x="0" y="8568"/>
                              <a:pt x="8568" y="0"/>
                              <a:pt x="19137" y="0"/>
                            </a:cubicBezTo>
                            <a:cubicBezTo>
                              <a:pt x="29706" y="0"/>
                              <a:pt x="38274" y="8568"/>
                              <a:pt x="38274" y="19137"/>
                            </a:cubicBezTo>
                            <a:close/>
                          </a:path>
                        </a:pathLst>
                      </a:custGeom>
                      <a:solidFill>
                        <a:srgbClr val="E67231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12" name="AutoShape 212"/>
                      <p:cNvSpPr/>
                      <p:nvPr/>
                    </p:nvSpPr>
                    <p:spPr>
                      <a:xfrm>
                        <a:off x="6860705" y="5430478"/>
                        <a:ext cx="38273" cy="3827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273" h="38273">
                            <a:moveTo>
                              <a:pt x="38273" y="19137"/>
                            </a:moveTo>
                            <a:cubicBezTo>
                              <a:pt x="38273" y="29711"/>
                              <a:pt x="29710" y="38274"/>
                              <a:pt x="19136" y="38274"/>
                            </a:cubicBezTo>
                            <a:cubicBezTo>
                              <a:pt x="8563" y="38274"/>
                              <a:pt x="0" y="29711"/>
                              <a:pt x="0" y="19137"/>
                            </a:cubicBezTo>
                            <a:cubicBezTo>
                              <a:pt x="0" y="8563"/>
                              <a:pt x="8563" y="0"/>
                              <a:pt x="19136" y="0"/>
                            </a:cubicBezTo>
                            <a:cubicBezTo>
                              <a:pt x="29710" y="0"/>
                              <a:pt x="38273" y="8563"/>
                              <a:pt x="38273" y="19137"/>
                            </a:cubicBezTo>
                            <a:close/>
                          </a:path>
                        </a:pathLst>
                      </a:custGeom>
                      <a:solidFill>
                        <a:srgbClr val="E67231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13" name="AutoShape 213"/>
                      <p:cNvSpPr/>
                      <p:nvPr/>
                    </p:nvSpPr>
                    <p:spPr>
                      <a:xfrm>
                        <a:off x="6934497" y="5430478"/>
                        <a:ext cx="38273" cy="3827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273" h="38273">
                            <a:moveTo>
                              <a:pt x="38274" y="19137"/>
                            </a:moveTo>
                            <a:cubicBezTo>
                              <a:pt x="38274" y="29706"/>
                              <a:pt x="29706" y="38274"/>
                              <a:pt x="19137" y="38274"/>
                            </a:cubicBezTo>
                            <a:cubicBezTo>
                              <a:pt x="8568" y="38274"/>
                              <a:pt x="0" y="29706"/>
                              <a:pt x="0" y="19137"/>
                            </a:cubicBezTo>
                            <a:cubicBezTo>
                              <a:pt x="0" y="8568"/>
                              <a:pt x="8568" y="0"/>
                              <a:pt x="19137" y="0"/>
                            </a:cubicBezTo>
                            <a:cubicBezTo>
                              <a:pt x="29706" y="0"/>
                              <a:pt x="38274" y="8568"/>
                              <a:pt x="38274" y="19137"/>
                            </a:cubicBezTo>
                            <a:close/>
                          </a:path>
                        </a:pathLst>
                      </a:custGeom>
                      <a:solidFill>
                        <a:srgbClr val="E67231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14" name="AutoShape 214"/>
                      <p:cNvSpPr/>
                      <p:nvPr/>
                    </p:nvSpPr>
                    <p:spPr>
                      <a:xfrm>
                        <a:off x="7008216" y="5430478"/>
                        <a:ext cx="38273" cy="3827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273" h="38273">
                            <a:moveTo>
                              <a:pt x="38273" y="19137"/>
                            </a:moveTo>
                            <a:cubicBezTo>
                              <a:pt x="38273" y="29711"/>
                              <a:pt x="29710" y="38274"/>
                              <a:pt x="19136" y="38274"/>
                            </a:cubicBezTo>
                            <a:cubicBezTo>
                              <a:pt x="8563" y="38274"/>
                              <a:pt x="0" y="29711"/>
                              <a:pt x="0" y="19137"/>
                            </a:cubicBezTo>
                            <a:cubicBezTo>
                              <a:pt x="0" y="8563"/>
                              <a:pt x="8563" y="0"/>
                              <a:pt x="19136" y="0"/>
                            </a:cubicBezTo>
                            <a:cubicBezTo>
                              <a:pt x="29710" y="0"/>
                              <a:pt x="38273" y="8563"/>
                              <a:pt x="38273" y="19137"/>
                            </a:cubicBezTo>
                            <a:close/>
                          </a:path>
                        </a:pathLst>
                      </a:custGeom>
                      <a:solidFill>
                        <a:srgbClr val="E67231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grpSp>
                  <p:nvGrpSpPr>
                    <p:cNvPr id="215" name="Group 215"/>
                    <p:cNvGrpSpPr/>
                    <p:nvPr/>
                  </p:nvGrpSpPr>
                  <p:grpSpPr>
                    <a:xfrm>
                      <a:off x="7565418" y="5401661"/>
                      <a:ext cx="509026" cy="290999"/>
                      <a:chOff x="7565418" y="5401661"/>
                      <a:chExt cx="509026" cy="290999"/>
                    </a:xfrm>
                  </p:grpSpPr>
                  <p:sp>
                    <p:nvSpPr>
                      <p:cNvPr id="216" name="AutoShape 216"/>
                      <p:cNvSpPr/>
                      <p:nvPr/>
                    </p:nvSpPr>
                    <p:spPr>
                      <a:xfrm>
                        <a:off x="7565418" y="5401661"/>
                        <a:ext cx="509026" cy="2909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09026" h="290999">
                            <a:moveTo>
                              <a:pt x="451020" y="0"/>
                            </a:moveTo>
                            <a:lnTo>
                              <a:pt x="58155" y="0"/>
                            </a:lnTo>
                            <a:cubicBezTo>
                              <a:pt x="35444" y="22711"/>
                              <a:pt x="22711" y="35444"/>
                              <a:pt x="0" y="58155"/>
                            </a:cubicBezTo>
                            <a:lnTo>
                              <a:pt x="0" y="233068"/>
                            </a:lnTo>
                            <a:cubicBezTo>
                              <a:pt x="0" y="265012"/>
                              <a:pt x="25913" y="291000"/>
                              <a:pt x="57932" y="291000"/>
                            </a:cubicBezTo>
                            <a:lnTo>
                              <a:pt x="451094" y="291000"/>
                            </a:lnTo>
                            <a:cubicBezTo>
                              <a:pt x="483038" y="291000"/>
                              <a:pt x="509026" y="265087"/>
                              <a:pt x="509026" y="233068"/>
                            </a:cubicBezTo>
                            <a:lnTo>
                              <a:pt x="509026" y="57932"/>
                            </a:lnTo>
                            <a:cubicBezTo>
                              <a:pt x="508952" y="25913"/>
                              <a:pt x="483038" y="0"/>
                              <a:pt x="451020" y="0"/>
                            </a:cubicBezTo>
                            <a:close/>
                          </a:path>
                        </a:pathLst>
                      </a:custGeom>
                      <a:solidFill>
                        <a:srgbClr val="809CAA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grpSp>
                    <p:nvGrpSpPr>
                      <p:cNvPr id="217" name="Group 217"/>
                      <p:cNvGrpSpPr/>
                      <p:nvPr/>
                    </p:nvGrpSpPr>
                    <p:grpSpPr>
                      <a:xfrm>
                        <a:off x="7750830" y="5445668"/>
                        <a:ext cx="259501" cy="38273"/>
                        <a:chOff x="7750830" y="5445668"/>
                        <a:chExt cx="259501" cy="38273"/>
                      </a:xfrm>
                      <a:solidFill>
                        <a:srgbClr val="002033">
                          <a:alpha val="100000"/>
                        </a:srgbClr>
                      </a:solidFill>
                    </p:grpSpPr>
                    <p:sp>
                      <p:nvSpPr>
                        <p:cNvPr id="218" name="AutoShape 218"/>
                        <p:cNvSpPr/>
                        <p:nvPr/>
                      </p:nvSpPr>
                      <p:spPr>
                        <a:xfrm>
                          <a:off x="7750830" y="5445668"/>
                          <a:ext cx="38273" cy="3827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8273" h="38273">
                              <a:moveTo>
                                <a:pt x="38274" y="19137"/>
                              </a:moveTo>
                              <a:cubicBezTo>
                                <a:pt x="38274" y="29706"/>
                                <a:pt x="29706" y="38274"/>
                                <a:pt x="19137" y="38274"/>
                              </a:cubicBezTo>
                              <a:cubicBezTo>
                                <a:pt x="8568" y="38274"/>
                                <a:pt x="0" y="29706"/>
                                <a:pt x="0" y="19137"/>
                              </a:cubicBezTo>
                              <a:cubicBezTo>
                                <a:pt x="0" y="8568"/>
                                <a:pt x="8568" y="0"/>
                                <a:pt x="19137" y="0"/>
                              </a:cubicBezTo>
                              <a:cubicBezTo>
                                <a:pt x="29706" y="0"/>
                                <a:pt x="38274" y="8568"/>
                                <a:pt x="38274" y="1913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19" name="AutoShape 219"/>
                        <p:cNvSpPr/>
                        <p:nvPr/>
                      </p:nvSpPr>
                      <p:spPr>
                        <a:xfrm>
                          <a:off x="7824623" y="5445668"/>
                          <a:ext cx="38273" cy="3827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8273" h="38273">
                              <a:moveTo>
                                <a:pt x="38274" y="19137"/>
                              </a:moveTo>
                              <a:cubicBezTo>
                                <a:pt x="38274" y="29706"/>
                                <a:pt x="29706" y="38274"/>
                                <a:pt x="19137" y="38274"/>
                              </a:cubicBezTo>
                              <a:cubicBezTo>
                                <a:pt x="8568" y="38274"/>
                                <a:pt x="0" y="29706"/>
                                <a:pt x="0" y="19137"/>
                              </a:cubicBezTo>
                              <a:cubicBezTo>
                                <a:pt x="0" y="8568"/>
                                <a:pt x="8568" y="0"/>
                                <a:pt x="19137" y="0"/>
                              </a:cubicBezTo>
                              <a:cubicBezTo>
                                <a:pt x="29706" y="0"/>
                                <a:pt x="38274" y="8568"/>
                                <a:pt x="38274" y="1913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20" name="AutoShape 220"/>
                        <p:cNvSpPr/>
                        <p:nvPr/>
                      </p:nvSpPr>
                      <p:spPr>
                        <a:xfrm>
                          <a:off x="7898341" y="5445668"/>
                          <a:ext cx="38273" cy="3827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8273" h="38273">
                              <a:moveTo>
                                <a:pt x="38274" y="19137"/>
                              </a:moveTo>
                              <a:cubicBezTo>
                                <a:pt x="38274" y="29706"/>
                                <a:pt x="29706" y="38274"/>
                                <a:pt x="19137" y="38274"/>
                              </a:cubicBezTo>
                              <a:cubicBezTo>
                                <a:pt x="8568" y="38274"/>
                                <a:pt x="0" y="29706"/>
                                <a:pt x="0" y="19137"/>
                              </a:cubicBezTo>
                              <a:cubicBezTo>
                                <a:pt x="0" y="8568"/>
                                <a:pt x="8568" y="0"/>
                                <a:pt x="19137" y="0"/>
                              </a:cubicBezTo>
                              <a:cubicBezTo>
                                <a:pt x="29706" y="0"/>
                                <a:pt x="38274" y="8568"/>
                                <a:pt x="38274" y="1913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21" name="AutoShape 221"/>
                        <p:cNvSpPr/>
                        <p:nvPr/>
                      </p:nvSpPr>
                      <p:spPr>
                        <a:xfrm>
                          <a:off x="7972058" y="5445668"/>
                          <a:ext cx="38273" cy="3827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8273" h="38273">
                              <a:moveTo>
                                <a:pt x="38274" y="19137"/>
                              </a:moveTo>
                              <a:cubicBezTo>
                                <a:pt x="38274" y="29706"/>
                                <a:pt x="29706" y="38274"/>
                                <a:pt x="19137" y="38274"/>
                              </a:cubicBezTo>
                              <a:cubicBezTo>
                                <a:pt x="8568" y="38274"/>
                                <a:pt x="0" y="29706"/>
                                <a:pt x="0" y="19137"/>
                              </a:cubicBezTo>
                              <a:cubicBezTo>
                                <a:pt x="0" y="8568"/>
                                <a:pt x="8568" y="0"/>
                                <a:pt x="19137" y="0"/>
                              </a:cubicBezTo>
                              <a:cubicBezTo>
                                <a:pt x="29706" y="0"/>
                                <a:pt x="38274" y="8568"/>
                                <a:pt x="38274" y="1913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  <p:grpSp>
                    <p:nvGrpSpPr>
                      <p:cNvPr id="222" name="Group 222"/>
                      <p:cNvGrpSpPr/>
                      <p:nvPr/>
                    </p:nvGrpSpPr>
                    <p:grpSpPr>
                      <a:xfrm>
                        <a:off x="7679693" y="5516716"/>
                        <a:ext cx="302097" cy="150208"/>
                        <a:chOff x="7679693" y="5516716"/>
                        <a:chExt cx="302097" cy="150208"/>
                      </a:xfrm>
                    </p:grpSpPr>
                    <p:sp>
                      <p:nvSpPr>
                        <p:cNvPr id="223" name="AutoShape 223"/>
                        <p:cNvSpPr/>
                        <p:nvPr/>
                      </p:nvSpPr>
                      <p:spPr>
                        <a:xfrm rot="-4800000">
                          <a:off x="7689941" y="5526963"/>
                          <a:ext cx="129713" cy="12971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9713" h="129713">
                              <a:moveTo>
                                <a:pt x="129713" y="64856"/>
                              </a:moveTo>
                              <a:cubicBezTo>
                                <a:pt x="129713" y="100676"/>
                                <a:pt x="100676" y="129713"/>
                                <a:pt x="64857" y="129713"/>
                              </a:cubicBezTo>
                              <a:cubicBezTo>
                                <a:pt x="29037" y="129713"/>
                                <a:pt x="0" y="100676"/>
                                <a:pt x="0" y="64856"/>
                              </a:cubicBezTo>
                              <a:cubicBezTo>
                                <a:pt x="0" y="29037"/>
                                <a:pt x="29037" y="0"/>
                                <a:pt x="64857" y="0"/>
                              </a:cubicBezTo>
                              <a:cubicBezTo>
                                <a:pt x="100676" y="0"/>
                                <a:pt x="129713" y="29037"/>
                                <a:pt x="129713" y="6485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24" name="AutoShape 224"/>
                        <p:cNvSpPr/>
                        <p:nvPr/>
                      </p:nvSpPr>
                      <p:spPr>
                        <a:xfrm>
                          <a:off x="7725066" y="5554607"/>
                          <a:ext cx="82355" cy="8235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82355" h="82355">
                              <a:moveTo>
                                <a:pt x="82356" y="41178"/>
                              </a:moveTo>
                              <a:cubicBezTo>
                                <a:pt x="82356" y="63889"/>
                                <a:pt x="63889" y="82356"/>
                                <a:pt x="41178" y="82356"/>
                              </a:cubicBezTo>
                              <a:cubicBezTo>
                                <a:pt x="18467" y="82356"/>
                                <a:pt x="0" y="63889"/>
                                <a:pt x="0" y="41178"/>
                              </a:cubicBezTo>
                              <a:cubicBezTo>
                                <a:pt x="0" y="18467"/>
                                <a:pt x="18467" y="0"/>
                                <a:pt x="41178" y="0"/>
                              </a:cubicBezTo>
                              <a:cubicBezTo>
                                <a:pt x="63889" y="0"/>
                                <a:pt x="82356" y="18467"/>
                                <a:pt x="82356" y="4117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09CAA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25" name="AutoShape 225"/>
                        <p:cNvSpPr/>
                        <p:nvPr/>
                      </p:nvSpPr>
                      <p:spPr>
                        <a:xfrm rot="-4800000">
                          <a:off x="7842522" y="5527284"/>
                          <a:ext cx="129715" cy="12971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9715" h="129715">
                              <a:moveTo>
                                <a:pt x="129716" y="64858"/>
                              </a:moveTo>
                              <a:cubicBezTo>
                                <a:pt x="129716" y="100678"/>
                                <a:pt x="100678" y="129716"/>
                                <a:pt x="64858" y="129716"/>
                              </a:cubicBezTo>
                              <a:cubicBezTo>
                                <a:pt x="29038" y="129716"/>
                                <a:pt x="0" y="100678"/>
                                <a:pt x="0" y="64858"/>
                              </a:cubicBezTo>
                              <a:cubicBezTo>
                                <a:pt x="0" y="29038"/>
                                <a:pt x="29038" y="0"/>
                                <a:pt x="64858" y="0"/>
                              </a:cubicBezTo>
                              <a:cubicBezTo>
                                <a:pt x="100678" y="0"/>
                                <a:pt x="129716" y="29038"/>
                                <a:pt x="129716" y="6485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26" name="AutoShape 226"/>
                        <p:cNvSpPr/>
                        <p:nvPr/>
                      </p:nvSpPr>
                      <p:spPr>
                        <a:xfrm>
                          <a:off x="7880991" y="5554607"/>
                          <a:ext cx="82355" cy="8235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82355" h="82355">
                              <a:moveTo>
                                <a:pt x="82356" y="41178"/>
                              </a:moveTo>
                              <a:cubicBezTo>
                                <a:pt x="82356" y="63889"/>
                                <a:pt x="63889" y="82356"/>
                                <a:pt x="41178" y="82356"/>
                              </a:cubicBezTo>
                              <a:cubicBezTo>
                                <a:pt x="18467" y="82356"/>
                                <a:pt x="0" y="63889"/>
                                <a:pt x="0" y="41178"/>
                              </a:cubicBezTo>
                              <a:cubicBezTo>
                                <a:pt x="0" y="18467"/>
                                <a:pt x="18467" y="0"/>
                                <a:pt x="41178" y="0"/>
                              </a:cubicBezTo>
                              <a:cubicBezTo>
                                <a:pt x="63964" y="0"/>
                                <a:pt x="82356" y="18467"/>
                                <a:pt x="82356" y="4117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09CAA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</p:grpSp>
              </p:grpSp>
            </p:grpSp>
            <p:grpSp>
              <p:nvGrpSpPr>
                <p:cNvPr id="227" name="Group 227"/>
                <p:cNvGrpSpPr/>
                <p:nvPr/>
              </p:nvGrpSpPr>
              <p:grpSpPr>
                <a:xfrm>
                  <a:off x="5171643" y="3358316"/>
                  <a:ext cx="2814712" cy="2683946"/>
                  <a:chOff x="5171643" y="3358316"/>
                  <a:chExt cx="2814712" cy="2683946"/>
                </a:xfrm>
              </p:grpSpPr>
              <p:grpSp>
                <p:nvGrpSpPr>
                  <p:cNvPr id="228" name="Group 228"/>
                  <p:cNvGrpSpPr/>
                  <p:nvPr/>
                </p:nvGrpSpPr>
                <p:grpSpPr>
                  <a:xfrm>
                    <a:off x="6295065" y="3358316"/>
                    <a:ext cx="1691290" cy="1441613"/>
                    <a:chOff x="6295065" y="3358316"/>
                    <a:chExt cx="1691290" cy="1441613"/>
                  </a:xfrm>
                </p:grpSpPr>
                <p:sp>
                  <p:nvSpPr>
                    <p:cNvPr id="229" name="AutoShape 229"/>
                    <p:cNvSpPr/>
                    <p:nvPr/>
                  </p:nvSpPr>
                  <p:spPr>
                    <a:xfrm>
                      <a:off x="6295065" y="3358316"/>
                      <a:ext cx="1691290" cy="14415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91290" h="1441538">
                          <a:moveTo>
                            <a:pt x="134726" y="120723"/>
                          </a:moveTo>
                          <a:cubicBezTo>
                            <a:pt x="172181" y="92725"/>
                            <a:pt x="212688" y="66737"/>
                            <a:pt x="249398" y="37548"/>
                          </a:cubicBezTo>
                          <a:cubicBezTo>
                            <a:pt x="312245" y="-12417"/>
                            <a:pt x="401004" y="-12863"/>
                            <a:pt x="462882" y="38292"/>
                          </a:cubicBezTo>
                          <a:cubicBezTo>
                            <a:pt x="850981" y="358779"/>
                            <a:pt x="1261866" y="651641"/>
                            <a:pt x="1691291" y="914121"/>
                          </a:cubicBezTo>
                          <a:cubicBezTo>
                            <a:pt x="1476541" y="1050387"/>
                            <a:pt x="1312575" y="1232002"/>
                            <a:pt x="1184797" y="1441539"/>
                          </a:cubicBezTo>
                          <a:cubicBezTo>
                            <a:pt x="831323" y="1139072"/>
                            <a:pt x="478966" y="835414"/>
                            <a:pt x="127875" y="530192"/>
                          </a:cubicBezTo>
                          <a:cubicBezTo>
                            <a:pt x="71358" y="481047"/>
                            <a:pt x="11118" y="425200"/>
                            <a:pt x="1363" y="350961"/>
                          </a:cubicBezTo>
                          <a:cubicBezTo>
                            <a:pt x="-10774" y="258702"/>
                            <a:pt x="60115" y="176569"/>
                            <a:pt x="134726" y="120723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30" name="AutoShape 230"/>
                    <p:cNvSpPr/>
                    <p:nvPr/>
                  </p:nvSpPr>
                  <p:spPr>
                    <a:xfrm>
                      <a:off x="6482659" y="3375519"/>
                      <a:ext cx="212426" cy="1647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2425" h="164727">
                          <a:moveTo>
                            <a:pt x="188539" y="5452"/>
                          </a:moveTo>
                          <a:cubicBezTo>
                            <a:pt x="205591" y="15504"/>
                            <a:pt x="210953" y="37619"/>
                            <a:pt x="212069" y="57352"/>
                          </a:cubicBezTo>
                          <a:cubicBezTo>
                            <a:pt x="214154" y="94137"/>
                            <a:pt x="207080" y="131368"/>
                            <a:pt x="191667" y="164727"/>
                          </a:cubicBezTo>
                          <a:cubicBezTo>
                            <a:pt x="142000" y="114614"/>
                            <a:pt x="70441" y="86988"/>
                            <a:pt x="0" y="90637"/>
                          </a:cubicBezTo>
                          <a:cubicBezTo>
                            <a:pt x="37380" y="49980"/>
                            <a:pt x="86004" y="19897"/>
                            <a:pt x="139021" y="4558"/>
                          </a:cubicBezTo>
                          <a:cubicBezTo>
                            <a:pt x="155329" y="-59"/>
                            <a:pt x="173870" y="-3186"/>
                            <a:pt x="188539" y="5452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31" name="AutoShape 231"/>
                    <p:cNvSpPr/>
                    <p:nvPr/>
                  </p:nvSpPr>
                  <p:spPr>
                    <a:xfrm>
                      <a:off x="6608432" y="3388636"/>
                      <a:ext cx="62759" cy="6233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759" h="62334">
                          <a:moveTo>
                            <a:pt x="60979" y="31726"/>
                          </a:moveTo>
                          <a:cubicBezTo>
                            <a:pt x="55245" y="48927"/>
                            <a:pt x="37299" y="62628"/>
                            <a:pt x="20992" y="62330"/>
                          </a:cubicBezTo>
                          <a:cubicBezTo>
                            <a:pt x="4610" y="62032"/>
                            <a:pt x="-3953" y="47810"/>
                            <a:pt x="1781" y="30609"/>
                          </a:cubicBezTo>
                          <a:cubicBezTo>
                            <a:pt x="7514" y="13408"/>
                            <a:pt x="25460" y="-293"/>
                            <a:pt x="41767" y="5"/>
                          </a:cubicBezTo>
                          <a:cubicBezTo>
                            <a:pt x="58149" y="377"/>
                            <a:pt x="66712" y="14525"/>
                            <a:pt x="60979" y="31726"/>
                          </a:cubicBezTo>
                          <a:close/>
                        </a:path>
                      </a:pathLst>
                    </a:custGeom>
                    <a:solidFill>
                      <a:srgbClr val="E6723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32" name="AutoShape 232"/>
                    <p:cNvSpPr/>
                    <p:nvPr/>
                  </p:nvSpPr>
                  <p:spPr>
                    <a:xfrm>
                      <a:off x="6295066" y="3542778"/>
                      <a:ext cx="1457998" cy="1257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57998" h="1257150">
                          <a:moveTo>
                            <a:pt x="64656" y="0"/>
                          </a:moveTo>
                          <a:cubicBezTo>
                            <a:pt x="74857" y="13552"/>
                            <a:pt x="86622" y="26509"/>
                            <a:pt x="100547" y="38721"/>
                          </a:cubicBezTo>
                          <a:cubicBezTo>
                            <a:pt x="199805" y="121448"/>
                            <a:pt x="332200" y="38721"/>
                            <a:pt x="398397" y="71782"/>
                          </a:cubicBezTo>
                          <a:cubicBezTo>
                            <a:pt x="817398" y="259577"/>
                            <a:pt x="1122843" y="598828"/>
                            <a:pt x="1457999" y="913134"/>
                          </a:cubicBezTo>
                          <a:cubicBezTo>
                            <a:pt x="1351741" y="1015148"/>
                            <a:pt x="1261641" y="1131011"/>
                            <a:pt x="1184796" y="1257151"/>
                          </a:cubicBezTo>
                          <a:cubicBezTo>
                            <a:pt x="831322" y="954684"/>
                            <a:pt x="478965" y="651026"/>
                            <a:pt x="127874" y="345804"/>
                          </a:cubicBezTo>
                          <a:cubicBezTo>
                            <a:pt x="71357" y="296659"/>
                            <a:pt x="11117" y="240812"/>
                            <a:pt x="1362" y="166573"/>
                          </a:cubicBezTo>
                          <a:cubicBezTo>
                            <a:pt x="-6754" y="104843"/>
                            <a:pt x="22286" y="47805"/>
                            <a:pt x="64656" y="0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33" name="AutoShape 233"/>
                    <p:cNvSpPr/>
                    <p:nvPr/>
                  </p:nvSpPr>
                  <p:spPr>
                    <a:xfrm>
                      <a:off x="6353129" y="3519897"/>
                      <a:ext cx="997783" cy="9909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97783" h="990990">
                          <a:moveTo>
                            <a:pt x="291039" y="60262"/>
                          </a:moveTo>
                          <a:cubicBezTo>
                            <a:pt x="248149" y="7170"/>
                            <a:pt x="170038" y="-14201"/>
                            <a:pt x="106149" y="9776"/>
                          </a:cubicBezTo>
                          <a:cubicBezTo>
                            <a:pt x="42260" y="33753"/>
                            <a:pt x="-2567" y="101216"/>
                            <a:pt x="114" y="169424"/>
                          </a:cubicBezTo>
                          <a:cubicBezTo>
                            <a:pt x="3688" y="261311"/>
                            <a:pt x="80534" y="331157"/>
                            <a:pt x="151497" y="389610"/>
                          </a:cubicBezTo>
                          <a:cubicBezTo>
                            <a:pt x="372203" y="571596"/>
                            <a:pt x="592985" y="753582"/>
                            <a:pt x="813692" y="935643"/>
                          </a:cubicBezTo>
                          <a:cubicBezTo>
                            <a:pt x="840201" y="957461"/>
                            <a:pt x="867826" y="979949"/>
                            <a:pt x="901185" y="988214"/>
                          </a:cubicBezTo>
                          <a:cubicBezTo>
                            <a:pt x="934470" y="996554"/>
                            <a:pt x="975052" y="986204"/>
                            <a:pt x="990913" y="955823"/>
                          </a:cubicBezTo>
                          <a:cubicBezTo>
                            <a:pt x="1012805" y="913826"/>
                            <a:pt x="978254" y="865425"/>
                            <a:pt x="945193" y="831396"/>
                          </a:cubicBezTo>
                          <a:cubicBezTo>
                            <a:pt x="807437" y="689545"/>
                            <a:pt x="656576" y="560427"/>
                            <a:pt x="495066" y="446276"/>
                          </a:cubicBezTo>
                          <a:cubicBezTo>
                            <a:pt x="457091" y="419395"/>
                            <a:pt x="417551" y="392439"/>
                            <a:pt x="391638" y="353719"/>
                          </a:cubicBezTo>
                          <a:cubicBezTo>
                            <a:pt x="333557" y="267044"/>
                            <a:pt x="356641" y="141500"/>
                            <a:pt x="291039" y="60262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34" name="AutoShape 234"/>
                    <p:cNvSpPr/>
                    <p:nvPr/>
                  </p:nvSpPr>
                  <p:spPr>
                    <a:xfrm>
                      <a:off x="7369954" y="4177572"/>
                      <a:ext cx="616252" cy="6223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16252" h="622357">
                          <a:moveTo>
                            <a:pt x="463827" y="0"/>
                          </a:moveTo>
                          <a:cubicBezTo>
                            <a:pt x="514387" y="32093"/>
                            <a:pt x="565171" y="63740"/>
                            <a:pt x="616252" y="95014"/>
                          </a:cubicBezTo>
                          <a:cubicBezTo>
                            <a:pt x="401576" y="231281"/>
                            <a:pt x="237610" y="412820"/>
                            <a:pt x="109907" y="622358"/>
                          </a:cubicBezTo>
                          <a:cubicBezTo>
                            <a:pt x="73271" y="590860"/>
                            <a:pt x="36636" y="559437"/>
                            <a:pt x="0" y="528014"/>
                          </a:cubicBezTo>
                          <a:cubicBezTo>
                            <a:pt x="218324" y="431585"/>
                            <a:pt x="397779" y="242673"/>
                            <a:pt x="463827" y="0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235" name="Group 235"/>
                  <p:cNvGrpSpPr/>
                  <p:nvPr/>
                </p:nvGrpSpPr>
                <p:grpSpPr>
                  <a:xfrm>
                    <a:off x="5367312" y="3432077"/>
                    <a:ext cx="1202096" cy="1352438"/>
                    <a:chOff x="5367312" y="3432077"/>
                    <a:chExt cx="1202096" cy="1352438"/>
                  </a:xfrm>
                </p:grpSpPr>
                <p:sp>
                  <p:nvSpPr>
                    <p:cNvPr id="236" name="AutoShape 236"/>
                    <p:cNvSpPr/>
                    <p:nvPr/>
                  </p:nvSpPr>
                  <p:spPr>
                    <a:xfrm>
                      <a:off x="5367383" y="3432077"/>
                      <a:ext cx="1202025" cy="13524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02025" h="1352438">
                          <a:moveTo>
                            <a:pt x="707519" y="24623"/>
                          </a:moveTo>
                          <a:cubicBezTo>
                            <a:pt x="803502" y="-21321"/>
                            <a:pt x="916833" y="6007"/>
                            <a:pt x="1019517" y="34080"/>
                          </a:cubicBezTo>
                          <a:cubicBezTo>
                            <a:pt x="1078641" y="50238"/>
                            <a:pt x="1142753" y="69822"/>
                            <a:pt x="1177452" y="120382"/>
                          </a:cubicBezTo>
                          <a:cubicBezTo>
                            <a:pt x="1234193" y="203035"/>
                            <a:pt x="1182069" y="314431"/>
                            <a:pt x="1128084" y="398872"/>
                          </a:cubicBezTo>
                          <a:cubicBezTo>
                            <a:pt x="915791" y="730677"/>
                            <a:pt x="673118" y="1041856"/>
                            <a:pt x="430891" y="1352439"/>
                          </a:cubicBezTo>
                          <a:cubicBezTo>
                            <a:pt x="314655" y="1272094"/>
                            <a:pt x="198494" y="1191749"/>
                            <a:pt x="82257" y="1111404"/>
                          </a:cubicBezTo>
                          <a:cubicBezTo>
                            <a:pt x="47483" y="1087352"/>
                            <a:pt x="9954" y="1059280"/>
                            <a:pt x="1689" y="1017879"/>
                          </a:cubicBezTo>
                          <a:cubicBezTo>
                            <a:pt x="-7098" y="974020"/>
                            <a:pt x="20007" y="931875"/>
                            <a:pt x="45845" y="895388"/>
                          </a:cubicBezTo>
                          <a:cubicBezTo>
                            <a:pt x="213386" y="658299"/>
                            <a:pt x="380927" y="421136"/>
                            <a:pt x="548467" y="184047"/>
                          </a:cubicBezTo>
                          <a:cubicBezTo>
                            <a:pt x="592177" y="122020"/>
                            <a:pt x="638939" y="57386"/>
                            <a:pt x="707519" y="24623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grpSp>
                  <p:nvGrpSpPr>
                    <p:cNvPr id="237" name="Group 237"/>
                    <p:cNvGrpSpPr/>
                    <p:nvPr/>
                  </p:nvGrpSpPr>
                  <p:grpSpPr>
                    <a:xfrm>
                      <a:off x="5367312" y="3432238"/>
                      <a:ext cx="1202096" cy="1339469"/>
                      <a:chOff x="5367312" y="3432238"/>
                      <a:chExt cx="1202096" cy="1339469"/>
                    </a:xfrm>
                  </p:grpSpPr>
                  <p:sp>
                    <p:nvSpPr>
                      <p:cNvPr id="238" name="AutoShape 238"/>
                      <p:cNvSpPr/>
                      <p:nvPr/>
                    </p:nvSpPr>
                    <p:spPr>
                      <a:xfrm>
                        <a:off x="5681935" y="3486135"/>
                        <a:ext cx="887473" cy="128557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87473" h="1285572">
                            <a:moveTo>
                              <a:pt x="806309" y="17178"/>
                            </a:moveTo>
                            <a:cubicBezTo>
                              <a:pt x="728942" y="-10969"/>
                              <a:pt x="635566" y="-5906"/>
                              <a:pt x="566167" y="42644"/>
                            </a:cubicBezTo>
                            <a:cubicBezTo>
                              <a:pt x="466387" y="112490"/>
                              <a:pt x="476365" y="232225"/>
                              <a:pt x="536233" y="322102"/>
                            </a:cubicBezTo>
                            <a:cubicBezTo>
                              <a:pt x="655969" y="491728"/>
                              <a:pt x="406519" y="641472"/>
                              <a:pt x="316718" y="761208"/>
                            </a:cubicBezTo>
                            <a:cubicBezTo>
                              <a:pt x="256850" y="711318"/>
                              <a:pt x="187004" y="661428"/>
                              <a:pt x="107180" y="691362"/>
                            </a:cubicBezTo>
                            <a:cubicBezTo>
                              <a:pt x="17378" y="721295"/>
                              <a:pt x="-42490" y="860987"/>
                              <a:pt x="37334" y="920929"/>
                            </a:cubicBezTo>
                            <a:cubicBezTo>
                              <a:pt x="198396" y="1037538"/>
                              <a:pt x="192514" y="1166582"/>
                              <a:pt x="126391" y="1285573"/>
                            </a:cubicBezTo>
                            <a:cubicBezTo>
                              <a:pt x="365267" y="979234"/>
                              <a:pt x="604143" y="672076"/>
                              <a:pt x="813531" y="344887"/>
                            </a:cubicBezTo>
                            <a:cubicBezTo>
                              <a:pt x="867517" y="260447"/>
                              <a:pt x="919641" y="149051"/>
                              <a:pt x="862900" y="66397"/>
                            </a:cubicBezTo>
                            <a:cubicBezTo>
                              <a:pt x="848306" y="45175"/>
                              <a:pt x="828573" y="29464"/>
                              <a:pt x="806309" y="17178"/>
                            </a:cubicBezTo>
                            <a:close/>
                          </a:path>
                        </a:pathLst>
                      </a:custGeom>
                      <a:solidFill>
                        <a:srgbClr val="005361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39" name="AutoShape 239"/>
                      <p:cNvSpPr/>
                      <p:nvPr/>
                    </p:nvSpPr>
                    <p:spPr>
                      <a:xfrm>
                        <a:off x="5367312" y="3432238"/>
                        <a:ext cx="830974" cy="11163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30974" h="1116379">
                            <a:moveTo>
                              <a:pt x="132293" y="894928"/>
                            </a:moveTo>
                            <a:cubicBezTo>
                              <a:pt x="331852" y="595514"/>
                              <a:pt x="561420" y="326109"/>
                              <a:pt x="800967" y="36673"/>
                            </a:cubicBezTo>
                            <a:cubicBezTo>
                              <a:pt x="810498" y="27142"/>
                              <a:pt x="820103" y="13515"/>
                              <a:pt x="830975" y="38"/>
                            </a:cubicBezTo>
                            <a:cubicBezTo>
                              <a:pt x="788233" y="-558"/>
                              <a:pt x="746460" y="5846"/>
                              <a:pt x="707590" y="24461"/>
                            </a:cubicBezTo>
                            <a:cubicBezTo>
                              <a:pt x="639085" y="57225"/>
                              <a:pt x="592248" y="121858"/>
                              <a:pt x="548464" y="183886"/>
                            </a:cubicBezTo>
                            <a:cubicBezTo>
                              <a:pt x="380923" y="420974"/>
                              <a:pt x="213383" y="658138"/>
                              <a:pt x="45842" y="895226"/>
                            </a:cubicBezTo>
                            <a:cubicBezTo>
                              <a:pt x="20078" y="931713"/>
                              <a:pt x="-7101" y="973933"/>
                              <a:pt x="1686" y="1017717"/>
                            </a:cubicBezTo>
                            <a:cubicBezTo>
                              <a:pt x="9951" y="1059118"/>
                              <a:pt x="47480" y="1087265"/>
                              <a:pt x="82254" y="1111242"/>
                            </a:cubicBezTo>
                            <a:cubicBezTo>
                              <a:pt x="84711" y="1112955"/>
                              <a:pt x="87243" y="1114667"/>
                              <a:pt x="89700" y="1116380"/>
                            </a:cubicBezTo>
                            <a:cubicBezTo>
                              <a:pt x="107869" y="1047204"/>
                              <a:pt x="141526" y="981528"/>
                              <a:pt x="192235" y="924863"/>
                            </a:cubicBezTo>
                            <a:cubicBezTo>
                              <a:pt x="185534" y="904907"/>
                              <a:pt x="152249" y="904907"/>
                              <a:pt x="132293" y="894928"/>
                            </a:cubicBezTo>
                            <a:close/>
                          </a:path>
                        </a:pathLst>
                      </a:custGeom>
                      <a:solidFill>
                        <a:srgbClr val="BBC6E2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sp>
                  <p:nvSpPr>
                    <p:cNvPr id="240" name="AutoShape 240"/>
                    <p:cNvSpPr/>
                    <p:nvPr/>
                  </p:nvSpPr>
                  <p:spPr>
                    <a:xfrm>
                      <a:off x="5392344" y="4384110"/>
                      <a:ext cx="439814" cy="3233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9814" h="323324">
                          <a:moveTo>
                            <a:pt x="414939" y="318348"/>
                          </a:moveTo>
                          <a:cubicBezTo>
                            <a:pt x="433778" y="307848"/>
                            <a:pt x="439661" y="283425"/>
                            <a:pt x="439810" y="261831"/>
                          </a:cubicBezTo>
                          <a:cubicBezTo>
                            <a:pt x="440406" y="183347"/>
                            <a:pt x="389697" y="110895"/>
                            <a:pt x="323723" y="68452"/>
                          </a:cubicBezTo>
                          <a:cubicBezTo>
                            <a:pt x="257749" y="25933"/>
                            <a:pt x="178446" y="9328"/>
                            <a:pt x="100335" y="1658"/>
                          </a:cubicBezTo>
                          <a:cubicBezTo>
                            <a:pt x="78592" y="-501"/>
                            <a:pt x="55955" y="-1841"/>
                            <a:pt x="35627" y="6126"/>
                          </a:cubicBezTo>
                          <a:cubicBezTo>
                            <a:pt x="15299" y="14094"/>
                            <a:pt x="-1976" y="34050"/>
                            <a:pt x="183" y="55793"/>
                          </a:cubicBezTo>
                          <a:cubicBezTo>
                            <a:pt x="2491" y="78429"/>
                            <a:pt x="23415" y="93843"/>
                            <a:pt x="42403" y="106353"/>
                          </a:cubicBezTo>
                          <a:cubicBezTo>
                            <a:pt x="141811" y="171507"/>
                            <a:pt x="241218" y="236588"/>
                            <a:pt x="340700" y="301742"/>
                          </a:cubicBezTo>
                          <a:cubicBezTo>
                            <a:pt x="363039" y="316337"/>
                            <a:pt x="391558" y="331379"/>
                            <a:pt x="414939" y="318348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41" name="AutoShape 241"/>
                    <p:cNvSpPr/>
                    <p:nvPr/>
                  </p:nvSpPr>
                  <p:spPr>
                    <a:xfrm>
                      <a:off x="5405037" y="4433866"/>
                      <a:ext cx="334113" cy="31431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34113" h="314312">
                          <a:moveTo>
                            <a:pt x="0" y="180206"/>
                          </a:moveTo>
                          <a:cubicBezTo>
                            <a:pt x="25541" y="125327"/>
                            <a:pt x="51007" y="70373"/>
                            <a:pt x="76547" y="15494"/>
                          </a:cubicBezTo>
                          <a:cubicBezTo>
                            <a:pt x="125842" y="-6025"/>
                            <a:pt x="184444" y="-5057"/>
                            <a:pt x="233068" y="17951"/>
                          </a:cubicBezTo>
                          <a:cubicBezTo>
                            <a:pt x="281692" y="40960"/>
                            <a:pt x="319519" y="85713"/>
                            <a:pt x="334113" y="137538"/>
                          </a:cubicBezTo>
                          <a:cubicBezTo>
                            <a:pt x="307158" y="193087"/>
                            <a:pt x="289436" y="253030"/>
                            <a:pt x="281915" y="314312"/>
                          </a:cubicBezTo>
                          <a:cubicBezTo>
                            <a:pt x="210729" y="256231"/>
                            <a:pt x="91887" y="182514"/>
                            <a:pt x="0" y="180206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grpSp>
                  <p:nvGrpSpPr>
                    <p:cNvPr id="242" name="Group 242"/>
                    <p:cNvGrpSpPr/>
                    <p:nvPr/>
                  </p:nvGrpSpPr>
                  <p:grpSpPr>
                    <a:xfrm>
                      <a:off x="6226262" y="3535332"/>
                      <a:ext cx="263317" cy="285712"/>
                      <a:chOff x="6226262" y="3535332"/>
                      <a:chExt cx="263317" cy="285712"/>
                    </a:xfrm>
                  </p:grpSpPr>
                  <p:sp>
                    <p:nvSpPr>
                      <p:cNvPr id="243" name="AutoShape 243"/>
                      <p:cNvSpPr/>
                      <p:nvPr/>
                    </p:nvSpPr>
                    <p:spPr>
                      <a:xfrm>
                        <a:off x="6226262" y="3535332"/>
                        <a:ext cx="263317" cy="28571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63317" h="285712">
                            <a:moveTo>
                              <a:pt x="106950" y="285713"/>
                            </a:moveTo>
                            <a:cubicBezTo>
                              <a:pt x="106950" y="285713"/>
                              <a:pt x="106950" y="285713"/>
                              <a:pt x="106950" y="285713"/>
                            </a:cubicBezTo>
                            <a:cubicBezTo>
                              <a:pt x="80367" y="285713"/>
                              <a:pt x="56762" y="277894"/>
                              <a:pt x="38594" y="263002"/>
                            </a:cubicBezTo>
                            <a:cubicBezTo>
                              <a:pt x="-6754" y="225845"/>
                              <a:pt x="-5637" y="158903"/>
                              <a:pt x="9106" y="112885"/>
                            </a:cubicBezTo>
                            <a:cubicBezTo>
                              <a:pt x="27126" y="56815"/>
                              <a:pt x="64432" y="16009"/>
                              <a:pt x="108961" y="3723"/>
                            </a:cubicBezTo>
                            <a:cubicBezTo>
                              <a:pt x="117896" y="1266"/>
                              <a:pt x="127204" y="0"/>
                              <a:pt x="136586" y="0"/>
                            </a:cubicBezTo>
                            <a:cubicBezTo>
                              <a:pt x="195486" y="0"/>
                              <a:pt x="251556" y="48103"/>
                              <a:pt x="261534" y="107301"/>
                            </a:cubicBezTo>
                            <a:cubicBezTo>
                              <a:pt x="272480" y="172083"/>
                              <a:pt x="232047" y="243046"/>
                              <a:pt x="167563" y="272310"/>
                            </a:cubicBezTo>
                            <a:cubicBezTo>
                              <a:pt x="148351" y="281022"/>
                              <a:pt x="127353" y="285713"/>
                              <a:pt x="106950" y="285713"/>
                            </a:cubicBezTo>
                            <a:close/>
                            <a:moveTo>
                              <a:pt x="136735" y="19956"/>
                            </a:moveTo>
                            <a:cubicBezTo>
                              <a:pt x="129140" y="19956"/>
                              <a:pt x="121619" y="20998"/>
                              <a:pt x="114396" y="22934"/>
                            </a:cubicBezTo>
                            <a:cubicBezTo>
                              <a:pt x="76346" y="33434"/>
                              <a:pt x="44178" y="69325"/>
                              <a:pt x="28169" y="118917"/>
                            </a:cubicBezTo>
                            <a:cubicBezTo>
                              <a:pt x="15287" y="158978"/>
                              <a:pt x="13649" y="216686"/>
                              <a:pt x="51252" y="247513"/>
                            </a:cubicBezTo>
                            <a:cubicBezTo>
                              <a:pt x="65772" y="259427"/>
                              <a:pt x="85058" y="265682"/>
                              <a:pt x="106950" y="265682"/>
                            </a:cubicBezTo>
                            <a:lnTo>
                              <a:pt x="106950" y="265682"/>
                            </a:lnTo>
                            <a:cubicBezTo>
                              <a:pt x="124523" y="265682"/>
                              <a:pt x="142692" y="261661"/>
                              <a:pt x="159446" y="254066"/>
                            </a:cubicBezTo>
                            <a:cubicBezTo>
                              <a:pt x="215963" y="228377"/>
                              <a:pt x="251482" y="166722"/>
                              <a:pt x="242025" y="110577"/>
                            </a:cubicBezTo>
                            <a:cubicBezTo>
                              <a:pt x="233760" y="61432"/>
                              <a:pt x="185508" y="19956"/>
                              <a:pt x="136735" y="19956"/>
                            </a:cubicBezTo>
                            <a:close/>
                          </a:path>
                        </a:pathLst>
                      </a:custGeom>
                      <a:solidFill>
                        <a:srgbClr val="E0DBD5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44" name="AutoShape 244"/>
                      <p:cNvSpPr/>
                      <p:nvPr/>
                    </p:nvSpPr>
                    <p:spPr>
                      <a:xfrm>
                        <a:off x="6279229" y="3586443"/>
                        <a:ext cx="138059" cy="18392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38059" h="183929">
                            <a:moveTo>
                              <a:pt x="8041" y="76220"/>
                            </a:moveTo>
                            <a:cubicBezTo>
                              <a:pt x="-1714" y="107420"/>
                              <a:pt x="-6405" y="145768"/>
                              <a:pt x="16678" y="168925"/>
                            </a:cubicBezTo>
                            <a:cubicBezTo>
                              <a:pt x="37230" y="189477"/>
                              <a:pt x="73344" y="187839"/>
                              <a:pt x="96725" y="170564"/>
                            </a:cubicBezTo>
                            <a:cubicBezTo>
                              <a:pt x="120107" y="153288"/>
                              <a:pt x="132319" y="124322"/>
                              <a:pt x="136786" y="95580"/>
                            </a:cubicBezTo>
                            <a:cubicBezTo>
                              <a:pt x="142818" y="56413"/>
                              <a:pt x="127553" y="6374"/>
                              <a:pt x="88311" y="566"/>
                            </a:cubicBezTo>
                            <a:cubicBezTo>
                              <a:pt x="48623" y="-5466"/>
                              <a:pt x="20104" y="37872"/>
                              <a:pt x="8041" y="76220"/>
                            </a:cubicBezTo>
                            <a:close/>
                          </a:path>
                        </a:pathLst>
                      </a:custGeom>
                      <a:solidFill>
                        <a:srgbClr val="002033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grpSp>
                  <p:nvGrpSpPr>
                    <p:cNvPr id="245" name="Group 245"/>
                    <p:cNvGrpSpPr/>
                    <p:nvPr/>
                  </p:nvGrpSpPr>
                  <p:grpSpPr>
                    <a:xfrm>
                      <a:off x="5729301" y="4205569"/>
                      <a:ext cx="238603" cy="276107"/>
                      <a:chOff x="5729301" y="4205569"/>
                      <a:chExt cx="238603" cy="276107"/>
                    </a:xfrm>
                  </p:grpSpPr>
                  <p:sp>
                    <p:nvSpPr>
                      <p:cNvPr id="246" name="AutoShape 246"/>
                      <p:cNvSpPr/>
                      <p:nvPr/>
                    </p:nvSpPr>
                    <p:spPr>
                      <a:xfrm>
                        <a:off x="5729301" y="4205569"/>
                        <a:ext cx="238603" cy="27610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38603" h="276107">
                            <a:moveTo>
                              <a:pt x="113724" y="276107"/>
                            </a:moveTo>
                            <a:cubicBezTo>
                              <a:pt x="113724" y="276107"/>
                              <a:pt x="113724" y="276107"/>
                              <a:pt x="113724" y="276107"/>
                            </a:cubicBezTo>
                            <a:cubicBezTo>
                              <a:pt x="95257" y="276107"/>
                              <a:pt x="77535" y="271640"/>
                              <a:pt x="62271" y="263076"/>
                            </a:cubicBezTo>
                            <a:cubicBezTo>
                              <a:pt x="6275" y="231727"/>
                              <a:pt x="-9065" y="156669"/>
                              <a:pt x="4786" y="98737"/>
                            </a:cubicBezTo>
                            <a:cubicBezTo>
                              <a:pt x="15582" y="53390"/>
                              <a:pt x="40825" y="19733"/>
                              <a:pt x="73961" y="6404"/>
                            </a:cubicBezTo>
                            <a:cubicBezTo>
                              <a:pt x="84535" y="2160"/>
                              <a:pt x="95853" y="0"/>
                              <a:pt x="107693" y="0"/>
                            </a:cubicBezTo>
                            <a:cubicBezTo>
                              <a:pt x="142020" y="0"/>
                              <a:pt x="178655" y="18616"/>
                              <a:pt x="203377" y="48475"/>
                            </a:cubicBezTo>
                            <a:cubicBezTo>
                              <a:pt x="242768" y="96206"/>
                              <a:pt x="249991" y="166647"/>
                              <a:pt x="220652" y="216165"/>
                            </a:cubicBezTo>
                            <a:cubicBezTo>
                              <a:pt x="199058" y="252577"/>
                              <a:pt x="157061" y="276107"/>
                              <a:pt x="113724" y="276107"/>
                            </a:cubicBezTo>
                            <a:close/>
                            <a:moveTo>
                              <a:pt x="107618" y="19956"/>
                            </a:moveTo>
                            <a:cubicBezTo>
                              <a:pt x="98385" y="19956"/>
                              <a:pt x="89524" y="21594"/>
                              <a:pt x="81333" y="24945"/>
                            </a:cubicBezTo>
                            <a:cubicBezTo>
                              <a:pt x="42910" y="40359"/>
                              <a:pt x="28539" y="84962"/>
                              <a:pt x="24146" y="103354"/>
                            </a:cubicBezTo>
                            <a:cubicBezTo>
                              <a:pt x="12083" y="153988"/>
                              <a:pt x="24667" y="219143"/>
                              <a:pt x="72025" y="245652"/>
                            </a:cubicBezTo>
                            <a:cubicBezTo>
                              <a:pt x="84460" y="252577"/>
                              <a:pt x="98459" y="256151"/>
                              <a:pt x="113724" y="256151"/>
                            </a:cubicBezTo>
                            <a:cubicBezTo>
                              <a:pt x="113724" y="256151"/>
                              <a:pt x="113724" y="256151"/>
                              <a:pt x="113724" y="256151"/>
                            </a:cubicBezTo>
                            <a:cubicBezTo>
                              <a:pt x="149615" y="256151"/>
                              <a:pt x="185655" y="235972"/>
                              <a:pt x="203452" y="206038"/>
                            </a:cubicBezTo>
                            <a:cubicBezTo>
                              <a:pt x="228620" y="163594"/>
                              <a:pt x="222142" y="102684"/>
                              <a:pt x="187963" y="61283"/>
                            </a:cubicBezTo>
                            <a:cubicBezTo>
                              <a:pt x="166965" y="35816"/>
                              <a:pt x="136212" y="19956"/>
                              <a:pt x="107618" y="19956"/>
                            </a:cubicBezTo>
                            <a:close/>
                          </a:path>
                        </a:pathLst>
                      </a:custGeom>
                      <a:solidFill>
                        <a:srgbClr val="E0DBD5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47" name="AutoShape 247"/>
                      <p:cNvSpPr/>
                      <p:nvPr/>
                    </p:nvSpPr>
                    <p:spPr>
                      <a:xfrm>
                        <a:off x="5783047" y="4271077"/>
                        <a:ext cx="125305" cy="15179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25305" h="151793">
                            <a:moveTo>
                              <a:pt x="125133" y="67855"/>
                            </a:moveTo>
                            <a:cubicBezTo>
                              <a:pt x="123570" y="42984"/>
                              <a:pt x="111135" y="17742"/>
                              <a:pt x="89094" y="6125"/>
                            </a:cubicBezTo>
                            <a:cubicBezTo>
                              <a:pt x="65489" y="-6235"/>
                              <a:pt x="33470" y="690"/>
                              <a:pt x="17163" y="21688"/>
                            </a:cubicBezTo>
                            <a:cubicBezTo>
                              <a:pt x="5770" y="36357"/>
                              <a:pt x="2121" y="55643"/>
                              <a:pt x="632" y="74184"/>
                            </a:cubicBezTo>
                            <a:cubicBezTo>
                              <a:pt x="-857" y="92279"/>
                              <a:pt x="-336" y="111490"/>
                              <a:pt x="9121" y="126978"/>
                            </a:cubicBezTo>
                            <a:cubicBezTo>
                              <a:pt x="24609" y="152370"/>
                              <a:pt x="62138" y="158774"/>
                              <a:pt x="87902" y="143881"/>
                            </a:cubicBezTo>
                            <a:cubicBezTo>
                              <a:pt x="113666" y="129063"/>
                              <a:pt x="126995" y="97566"/>
                              <a:pt x="125133" y="67855"/>
                            </a:cubicBezTo>
                            <a:close/>
                          </a:path>
                        </a:pathLst>
                      </a:custGeom>
                      <a:solidFill>
                        <a:srgbClr val="002033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</p:grpSp>
              <p:grpSp>
                <p:nvGrpSpPr>
                  <p:cNvPr id="248" name="Group 248"/>
                  <p:cNvGrpSpPr/>
                  <p:nvPr/>
                </p:nvGrpSpPr>
                <p:grpSpPr>
                  <a:xfrm>
                    <a:off x="5171643" y="4551768"/>
                    <a:ext cx="622162" cy="1490494"/>
                    <a:chOff x="5171643" y="4551768"/>
                    <a:chExt cx="622162" cy="1490494"/>
                  </a:xfrm>
                </p:grpSpPr>
                <p:grpSp>
                  <p:nvGrpSpPr>
                    <p:cNvPr id="249" name="Group 249"/>
                    <p:cNvGrpSpPr/>
                    <p:nvPr/>
                  </p:nvGrpSpPr>
                  <p:grpSpPr>
                    <a:xfrm>
                      <a:off x="5220891" y="4551768"/>
                      <a:ext cx="572914" cy="765963"/>
                      <a:chOff x="5220891" y="4551768"/>
                      <a:chExt cx="572914" cy="765963"/>
                    </a:xfrm>
                  </p:grpSpPr>
                  <p:sp>
                    <p:nvSpPr>
                      <p:cNvPr id="250" name="AutoShape 250"/>
                      <p:cNvSpPr/>
                      <p:nvPr/>
                    </p:nvSpPr>
                    <p:spPr>
                      <a:xfrm>
                        <a:off x="5220891" y="4551768"/>
                        <a:ext cx="572914" cy="7659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2914" h="765963">
                            <a:moveTo>
                              <a:pt x="85036" y="36092"/>
                            </a:moveTo>
                            <a:cubicBezTo>
                              <a:pt x="43263" y="234609"/>
                              <a:pt x="14744" y="435956"/>
                              <a:pt x="0" y="638271"/>
                            </a:cubicBezTo>
                            <a:cubicBezTo>
                              <a:pt x="141181" y="787717"/>
                              <a:pt x="311477" y="792706"/>
                              <a:pt x="497186" y="721296"/>
                            </a:cubicBezTo>
                            <a:cubicBezTo>
                              <a:pt x="509696" y="716456"/>
                              <a:pt x="526004" y="725020"/>
                              <a:pt x="535386" y="715488"/>
                            </a:cubicBezTo>
                            <a:cubicBezTo>
                              <a:pt x="542460" y="708265"/>
                              <a:pt x="543428" y="697245"/>
                              <a:pt x="543949" y="687192"/>
                            </a:cubicBezTo>
                            <a:cubicBezTo>
                              <a:pt x="553629" y="515631"/>
                              <a:pt x="563235" y="344069"/>
                              <a:pt x="572915" y="172433"/>
                            </a:cubicBezTo>
                            <a:cubicBezTo>
                              <a:pt x="463380" y="23880"/>
                              <a:pt x="266650" y="-48796"/>
                              <a:pt x="85036" y="36092"/>
                            </a:cubicBezTo>
                            <a:close/>
                          </a:path>
                        </a:pathLst>
                      </a:custGeom>
                      <a:solidFill>
                        <a:srgbClr val="002033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grpSp>
                    <p:nvGrpSpPr>
                      <p:cNvPr id="251" name="Group 251"/>
                      <p:cNvGrpSpPr/>
                      <p:nvPr/>
                    </p:nvGrpSpPr>
                    <p:grpSpPr>
                      <a:xfrm>
                        <a:off x="5242482" y="4551969"/>
                        <a:ext cx="452689" cy="739335"/>
                        <a:chOff x="5242482" y="4551969"/>
                        <a:chExt cx="452689" cy="739335"/>
                      </a:xfrm>
                    </p:grpSpPr>
                    <p:grpSp>
                      <p:nvGrpSpPr>
                        <p:cNvPr id="252" name="Group 252"/>
                        <p:cNvGrpSpPr/>
                        <p:nvPr/>
                      </p:nvGrpSpPr>
                      <p:grpSpPr>
                        <a:xfrm>
                          <a:off x="5265866" y="4551969"/>
                          <a:ext cx="300009" cy="530545"/>
                          <a:chOff x="5265866" y="4551969"/>
                          <a:chExt cx="300009" cy="530545"/>
                        </a:xfrm>
                        <a:solidFill>
                          <a:srgbClr val="809CAA">
                            <a:alpha val="100000"/>
                          </a:srgbClr>
                        </a:solidFill>
                      </p:grpSpPr>
                      <p:sp>
                        <p:nvSpPr>
                          <p:cNvPr id="253" name="AutoShape 253"/>
                          <p:cNvSpPr/>
                          <p:nvPr/>
                        </p:nvSpPr>
                        <p:spPr>
                          <a:xfrm>
                            <a:off x="5265866" y="4551969"/>
                            <a:ext cx="197400" cy="518185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97400" h="518184">
                                <a:moveTo>
                                  <a:pt x="124278" y="506345"/>
                                </a:moveTo>
                                <a:cubicBezTo>
                                  <a:pt x="132767" y="507164"/>
                                  <a:pt x="141330" y="508132"/>
                                  <a:pt x="149893" y="509175"/>
                                </a:cubicBezTo>
                                <a:cubicBezTo>
                                  <a:pt x="161286" y="339996"/>
                                  <a:pt x="177817" y="171115"/>
                                  <a:pt x="197400" y="0"/>
                                </a:cubicBezTo>
                                <a:cubicBezTo>
                                  <a:pt x="151904" y="372"/>
                                  <a:pt x="105439" y="9010"/>
                                  <a:pt x="59793" y="27402"/>
                                </a:cubicBezTo>
                                <a:lnTo>
                                  <a:pt x="0" y="518185"/>
                                </a:lnTo>
                                <a:cubicBezTo>
                                  <a:pt x="38423" y="502994"/>
                                  <a:pt x="84068" y="502473"/>
                                  <a:pt x="124278" y="506345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809CAA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254" name="AutoShape 254"/>
                          <p:cNvSpPr/>
                          <p:nvPr/>
                        </p:nvSpPr>
                        <p:spPr>
                          <a:xfrm>
                            <a:off x="5449863" y="4555618"/>
                            <a:ext cx="116012" cy="526897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16012" h="526897">
                                <a:moveTo>
                                  <a:pt x="72526" y="526897"/>
                                </a:moveTo>
                                <a:cubicBezTo>
                                  <a:pt x="80941" y="353921"/>
                                  <a:pt x="94493" y="181018"/>
                                  <a:pt x="116013" y="10053"/>
                                </a:cubicBezTo>
                                <a:cubicBezTo>
                                  <a:pt x="100227" y="5734"/>
                                  <a:pt x="84143" y="2308"/>
                                  <a:pt x="67910" y="0"/>
                                </a:cubicBezTo>
                                <a:cubicBezTo>
                                  <a:pt x="55996" y="170147"/>
                                  <a:pt x="23530" y="340368"/>
                                  <a:pt x="0" y="510515"/>
                                </a:cubicBezTo>
                                <a:cubicBezTo>
                                  <a:pt x="24349" y="514685"/>
                                  <a:pt x="48699" y="519972"/>
                                  <a:pt x="72526" y="526897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809CAA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</p:grpSp>
                    <p:sp>
                      <p:nvSpPr>
                        <p:cNvPr id="255" name="AutoShape 255"/>
                        <p:cNvSpPr/>
                        <p:nvPr/>
                      </p:nvSpPr>
                      <p:spPr>
                        <a:xfrm>
                          <a:off x="5242482" y="5115578"/>
                          <a:ext cx="452689" cy="17572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52688" h="175726">
                              <a:moveTo>
                                <a:pt x="407314" y="158454"/>
                              </a:moveTo>
                              <a:cubicBezTo>
                                <a:pt x="424366" y="153539"/>
                                <a:pt x="442907" y="146093"/>
                                <a:pt x="449981" y="129860"/>
                              </a:cubicBezTo>
                              <a:cubicBezTo>
                                <a:pt x="456533" y="114819"/>
                                <a:pt x="450502" y="96650"/>
                                <a:pt x="439333" y="84587"/>
                              </a:cubicBezTo>
                              <a:cubicBezTo>
                                <a:pt x="428238" y="72524"/>
                                <a:pt x="412898" y="65376"/>
                                <a:pt x="397783" y="58972"/>
                              </a:cubicBezTo>
                              <a:cubicBezTo>
                                <a:pt x="293386" y="14593"/>
                                <a:pt x="178565" y="-9459"/>
                                <a:pt x="65828" y="3497"/>
                              </a:cubicBezTo>
                              <a:cubicBezTo>
                                <a:pt x="40139" y="6476"/>
                                <a:pt x="10131" y="15039"/>
                                <a:pt x="1940" y="39612"/>
                              </a:cubicBezTo>
                              <a:cubicBezTo>
                                <a:pt x="-7666" y="68578"/>
                                <a:pt x="20183" y="95756"/>
                                <a:pt x="46394" y="111394"/>
                              </a:cubicBezTo>
                              <a:cubicBezTo>
                                <a:pt x="153545" y="175357"/>
                                <a:pt x="287354" y="192781"/>
                                <a:pt x="407314" y="15845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7888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56" name="AutoShape 256"/>
                        <p:cNvSpPr/>
                        <p:nvPr/>
                      </p:nvSpPr>
                      <p:spPr>
                        <a:xfrm>
                          <a:off x="5295667" y="5133623"/>
                          <a:ext cx="342933" cy="13304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42933" h="133045">
                              <a:moveTo>
                                <a:pt x="308558" y="119932"/>
                              </a:moveTo>
                              <a:cubicBezTo>
                                <a:pt x="321440" y="116209"/>
                                <a:pt x="335513" y="110550"/>
                                <a:pt x="340874" y="98264"/>
                              </a:cubicBezTo>
                              <a:cubicBezTo>
                                <a:pt x="345863" y="86871"/>
                                <a:pt x="341247" y="73095"/>
                                <a:pt x="332832" y="64011"/>
                              </a:cubicBezTo>
                              <a:cubicBezTo>
                                <a:pt x="324418" y="54926"/>
                                <a:pt x="312802" y="49491"/>
                                <a:pt x="301335" y="44650"/>
                              </a:cubicBezTo>
                              <a:cubicBezTo>
                                <a:pt x="222256" y="11068"/>
                                <a:pt x="135283" y="-7175"/>
                                <a:pt x="49875" y="2654"/>
                              </a:cubicBezTo>
                              <a:cubicBezTo>
                                <a:pt x="30366" y="4888"/>
                                <a:pt x="7655" y="11366"/>
                                <a:pt x="1474" y="29982"/>
                              </a:cubicBezTo>
                              <a:cubicBezTo>
                                <a:pt x="-5823" y="51948"/>
                                <a:pt x="15324" y="72499"/>
                                <a:pt x="35206" y="84339"/>
                              </a:cubicBezTo>
                              <a:cubicBezTo>
                                <a:pt x="116370" y="132740"/>
                                <a:pt x="217713" y="145994"/>
                                <a:pt x="308558" y="11993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</p:grpSp>
                <p:grpSp>
                  <p:nvGrpSpPr>
                    <p:cNvPr id="257" name="Group 257"/>
                    <p:cNvGrpSpPr/>
                    <p:nvPr/>
                  </p:nvGrpSpPr>
                  <p:grpSpPr>
                    <a:xfrm>
                      <a:off x="5171643" y="5149821"/>
                      <a:ext cx="547206" cy="892441"/>
                      <a:chOff x="5171643" y="5149821"/>
                      <a:chExt cx="547206" cy="892441"/>
                    </a:xfrm>
                  </p:grpSpPr>
                  <p:grpSp>
                    <p:nvGrpSpPr>
                      <p:cNvPr id="258" name="Group 258"/>
                      <p:cNvGrpSpPr/>
                      <p:nvPr/>
                    </p:nvGrpSpPr>
                    <p:grpSpPr>
                      <a:xfrm>
                        <a:off x="5171643" y="5149821"/>
                        <a:ext cx="260572" cy="892441"/>
                        <a:chOff x="5171643" y="5149821"/>
                        <a:chExt cx="260572" cy="892441"/>
                      </a:xfrm>
                    </p:grpSpPr>
                    <p:sp>
                      <p:nvSpPr>
                        <p:cNvPr id="259" name="AutoShape 259"/>
                        <p:cNvSpPr/>
                        <p:nvPr/>
                      </p:nvSpPr>
                      <p:spPr>
                        <a:xfrm>
                          <a:off x="5171643" y="5149821"/>
                          <a:ext cx="260572" cy="89244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60572" h="892441">
                              <a:moveTo>
                                <a:pt x="143145" y="892441"/>
                              </a:moveTo>
                              <a:cubicBezTo>
                                <a:pt x="152304" y="890356"/>
                                <a:pt x="161388" y="888271"/>
                                <a:pt x="170547" y="886186"/>
                              </a:cubicBezTo>
                              <a:cubicBezTo>
                                <a:pt x="168388" y="749771"/>
                                <a:pt x="166228" y="613281"/>
                                <a:pt x="164143" y="476866"/>
                              </a:cubicBezTo>
                              <a:cubicBezTo>
                                <a:pt x="163622" y="444921"/>
                                <a:pt x="163324" y="411860"/>
                                <a:pt x="175983" y="382522"/>
                              </a:cubicBezTo>
                              <a:cubicBezTo>
                                <a:pt x="188642" y="353184"/>
                                <a:pt x="217905" y="328462"/>
                                <a:pt x="249701" y="331664"/>
                              </a:cubicBezTo>
                              <a:cubicBezTo>
                                <a:pt x="253350" y="221906"/>
                                <a:pt x="256924" y="112148"/>
                                <a:pt x="260572" y="2390"/>
                              </a:cubicBezTo>
                              <a:cubicBezTo>
                                <a:pt x="219171" y="-6843"/>
                                <a:pt x="175536" y="11698"/>
                                <a:pt x="144262" y="40367"/>
                              </a:cubicBezTo>
                              <a:cubicBezTo>
                                <a:pt x="112988" y="69034"/>
                                <a:pt x="91840" y="106712"/>
                                <a:pt x="71140" y="143795"/>
                              </a:cubicBezTo>
                              <a:cubicBezTo>
                                <a:pt x="38823" y="201727"/>
                                <a:pt x="5762" y="262041"/>
                                <a:pt x="698" y="328239"/>
                              </a:cubicBezTo>
                              <a:cubicBezTo>
                                <a:pt x="-2206" y="366512"/>
                                <a:pt x="4421" y="404786"/>
                                <a:pt x="11868" y="442390"/>
                              </a:cubicBezTo>
                              <a:cubicBezTo>
                                <a:pt x="42174" y="595857"/>
                                <a:pt x="86181" y="746718"/>
                                <a:pt x="143145" y="892441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5361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60" name="AutoShape 260"/>
                        <p:cNvSpPr/>
                        <p:nvPr/>
                      </p:nvSpPr>
                      <p:spPr>
                        <a:xfrm>
                          <a:off x="5345244" y="5185182"/>
                          <a:ext cx="48172" cy="4843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8172" h="48431">
                              <a:moveTo>
                                <a:pt x="0" y="23845"/>
                              </a:moveTo>
                              <a:cubicBezTo>
                                <a:pt x="0" y="39333"/>
                                <a:pt x="17499" y="52140"/>
                                <a:pt x="32317" y="47449"/>
                              </a:cubicBezTo>
                              <a:cubicBezTo>
                                <a:pt x="49592" y="41865"/>
                                <a:pt x="53985" y="14612"/>
                                <a:pt x="39316" y="3963"/>
                              </a:cubicBezTo>
                              <a:cubicBezTo>
                                <a:pt x="24647" y="-6759"/>
                                <a:pt x="0" y="5750"/>
                                <a:pt x="0" y="2384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09CAA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61" name="AutoShape 261"/>
                        <p:cNvSpPr/>
                        <p:nvPr/>
                      </p:nvSpPr>
                      <p:spPr>
                        <a:xfrm>
                          <a:off x="5241814" y="5345325"/>
                          <a:ext cx="131081" cy="13079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31081" h="130797">
                              <a:moveTo>
                                <a:pt x="69698" y="130798"/>
                              </a:moveTo>
                              <a:lnTo>
                                <a:pt x="69698" y="130798"/>
                              </a:lnTo>
                              <a:lnTo>
                                <a:pt x="68059" y="130798"/>
                              </a:lnTo>
                              <a:cubicBezTo>
                                <a:pt x="32020" y="129905"/>
                                <a:pt x="224" y="98407"/>
                                <a:pt x="1" y="63484"/>
                              </a:cubicBezTo>
                              <a:cubicBezTo>
                                <a:pt x="-74" y="47549"/>
                                <a:pt x="6851" y="31391"/>
                                <a:pt x="19063" y="19105"/>
                              </a:cubicBezTo>
                              <a:cubicBezTo>
                                <a:pt x="33137" y="4882"/>
                                <a:pt x="52571" y="-2117"/>
                                <a:pt x="70517" y="563"/>
                              </a:cubicBezTo>
                              <a:cubicBezTo>
                                <a:pt x="87569" y="3095"/>
                                <a:pt x="104099" y="13520"/>
                                <a:pt x="115864" y="29083"/>
                              </a:cubicBezTo>
                              <a:cubicBezTo>
                                <a:pt x="132395" y="51049"/>
                                <a:pt x="135820" y="79792"/>
                                <a:pt x="124353" y="100567"/>
                              </a:cubicBezTo>
                              <a:cubicBezTo>
                                <a:pt x="114152" y="118959"/>
                                <a:pt x="92781" y="130798"/>
                                <a:pt x="69698" y="130798"/>
                              </a:cubicBezTo>
                              <a:close/>
                              <a:moveTo>
                                <a:pt x="62698" y="14860"/>
                              </a:moveTo>
                              <a:cubicBezTo>
                                <a:pt x="51007" y="14860"/>
                                <a:pt x="38945" y="20222"/>
                                <a:pt x="29637" y="29604"/>
                              </a:cubicBezTo>
                              <a:cubicBezTo>
                                <a:pt x="20254" y="39060"/>
                                <a:pt x="14893" y="51421"/>
                                <a:pt x="14968" y="63410"/>
                              </a:cubicBezTo>
                              <a:cubicBezTo>
                                <a:pt x="15116" y="90216"/>
                                <a:pt x="40657" y="115236"/>
                                <a:pt x="68506" y="115980"/>
                              </a:cubicBezTo>
                              <a:lnTo>
                                <a:pt x="69772" y="115980"/>
                              </a:lnTo>
                              <a:cubicBezTo>
                                <a:pt x="87494" y="115980"/>
                                <a:pt x="103801" y="107119"/>
                                <a:pt x="111322" y="93493"/>
                              </a:cubicBezTo>
                              <a:cubicBezTo>
                                <a:pt x="121375" y="75324"/>
                                <a:pt x="114896" y="52613"/>
                                <a:pt x="103950" y="38167"/>
                              </a:cubicBezTo>
                              <a:cubicBezTo>
                                <a:pt x="94568" y="25657"/>
                                <a:pt x="81537" y="17392"/>
                                <a:pt x="68357" y="15381"/>
                              </a:cubicBezTo>
                              <a:cubicBezTo>
                                <a:pt x="66496" y="15009"/>
                                <a:pt x="64560" y="14860"/>
                                <a:pt x="62698" y="1486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09CAA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  <p:grpSp>
                    <p:nvGrpSpPr>
                      <p:cNvPr id="262" name="Group 262"/>
                      <p:cNvGrpSpPr/>
                      <p:nvPr/>
                    </p:nvGrpSpPr>
                    <p:grpSpPr>
                      <a:xfrm>
                        <a:off x="5458278" y="5149821"/>
                        <a:ext cx="260572" cy="892441"/>
                        <a:chOff x="5458278" y="5149821"/>
                        <a:chExt cx="260572" cy="892441"/>
                      </a:xfrm>
                    </p:grpSpPr>
                    <p:sp>
                      <p:nvSpPr>
                        <p:cNvPr id="263" name="AutoShape 263"/>
                        <p:cNvSpPr/>
                        <p:nvPr/>
                      </p:nvSpPr>
                      <p:spPr>
                        <a:xfrm>
                          <a:off x="5458278" y="5149821"/>
                          <a:ext cx="260572" cy="89244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60572" h="892441">
                              <a:moveTo>
                                <a:pt x="117427" y="892441"/>
                              </a:moveTo>
                              <a:cubicBezTo>
                                <a:pt x="108269" y="890356"/>
                                <a:pt x="99184" y="888271"/>
                                <a:pt x="90025" y="886186"/>
                              </a:cubicBezTo>
                              <a:cubicBezTo>
                                <a:pt x="92185" y="749771"/>
                                <a:pt x="94344" y="613281"/>
                                <a:pt x="96429" y="476866"/>
                              </a:cubicBezTo>
                              <a:cubicBezTo>
                                <a:pt x="96950" y="444921"/>
                                <a:pt x="97248" y="411860"/>
                                <a:pt x="84589" y="382522"/>
                              </a:cubicBezTo>
                              <a:cubicBezTo>
                                <a:pt x="71931" y="353184"/>
                                <a:pt x="42667" y="328462"/>
                                <a:pt x="10871" y="331664"/>
                              </a:cubicBezTo>
                              <a:cubicBezTo>
                                <a:pt x="7223" y="221906"/>
                                <a:pt x="3649" y="112148"/>
                                <a:pt x="0" y="2390"/>
                              </a:cubicBezTo>
                              <a:cubicBezTo>
                                <a:pt x="41401" y="-6843"/>
                                <a:pt x="85036" y="11698"/>
                                <a:pt x="116310" y="40367"/>
                              </a:cubicBezTo>
                              <a:cubicBezTo>
                                <a:pt x="147585" y="69034"/>
                                <a:pt x="168732" y="106712"/>
                                <a:pt x="189433" y="143795"/>
                              </a:cubicBezTo>
                              <a:cubicBezTo>
                                <a:pt x="221749" y="201727"/>
                                <a:pt x="254811" y="262041"/>
                                <a:pt x="259874" y="328239"/>
                              </a:cubicBezTo>
                              <a:cubicBezTo>
                                <a:pt x="262778" y="366512"/>
                                <a:pt x="256151" y="404786"/>
                                <a:pt x="248705" y="442390"/>
                              </a:cubicBezTo>
                              <a:cubicBezTo>
                                <a:pt x="218399" y="595857"/>
                                <a:pt x="174391" y="746718"/>
                                <a:pt x="117427" y="892441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5361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64" name="AutoShape 264"/>
                        <p:cNvSpPr/>
                        <p:nvPr/>
                      </p:nvSpPr>
                      <p:spPr>
                        <a:xfrm>
                          <a:off x="5499902" y="5190171"/>
                          <a:ext cx="48172" cy="4843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8172" h="48432">
                              <a:moveTo>
                                <a:pt x="0" y="23845"/>
                              </a:moveTo>
                              <a:cubicBezTo>
                                <a:pt x="0" y="39333"/>
                                <a:pt x="17499" y="52141"/>
                                <a:pt x="32317" y="47450"/>
                              </a:cubicBezTo>
                              <a:cubicBezTo>
                                <a:pt x="49592" y="41865"/>
                                <a:pt x="53985" y="14612"/>
                                <a:pt x="39316" y="3963"/>
                              </a:cubicBezTo>
                              <a:cubicBezTo>
                                <a:pt x="24647" y="-6759"/>
                                <a:pt x="75" y="5750"/>
                                <a:pt x="0" y="2384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09CAA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65" name="AutoShape 265"/>
                        <p:cNvSpPr/>
                        <p:nvPr/>
                      </p:nvSpPr>
                      <p:spPr>
                        <a:xfrm>
                          <a:off x="5551110" y="5351027"/>
                          <a:ext cx="118187" cy="11884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18187" h="118841">
                              <a:moveTo>
                                <a:pt x="61454" y="118842"/>
                              </a:moveTo>
                              <a:lnTo>
                                <a:pt x="61454" y="118842"/>
                              </a:lnTo>
                              <a:cubicBezTo>
                                <a:pt x="35839" y="118842"/>
                                <a:pt x="12011" y="103354"/>
                                <a:pt x="3522" y="81164"/>
                              </a:cubicBezTo>
                              <a:cubicBezTo>
                                <a:pt x="-2435" y="65527"/>
                                <a:pt x="-797" y="47358"/>
                                <a:pt x="8139" y="31349"/>
                              </a:cubicBezTo>
                              <a:cubicBezTo>
                                <a:pt x="17075" y="15265"/>
                                <a:pt x="31520" y="4244"/>
                                <a:pt x="47977" y="1043"/>
                              </a:cubicBezTo>
                              <a:cubicBezTo>
                                <a:pt x="51551" y="372"/>
                                <a:pt x="55274" y="0"/>
                                <a:pt x="58997" y="0"/>
                              </a:cubicBezTo>
                              <a:cubicBezTo>
                                <a:pt x="76496" y="0"/>
                                <a:pt x="93622" y="7744"/>
                                <a:pt x="104791" y="20775"/>
                              </a:cubicBezTo>
                              <a:cubicBezTo>
                                <a:pt x="115663" y="33434"/>
                                <a:pt x="120280" y="51081"/>
                                <a:pt x="117301" y="69250"/>
                              </a:cubicBezTo>
                              <a:cubicBezTo>
                                <a:pt x="114323" y="87344"/>
                                <a:pt x="104419" y="102684"/>
                                <a:pt x="90048" y="111247"/>
                              </a:cubicBezTo>
                              <a:cubicBezTo>
                                <a:pt x="81708" y="116236"/>
                                <a:pt x="71804" y="118842"/>
                                <a:pt x="61454" y="118842"/>
                              </a:cubicBezTo>
                              <a:close/>
                              <a:moveTo>
                                <a:pt x="58923" y="14893"/>
                              </a:moveTo>
                              <a:cubicBezTo>
                                <a:pt x="56167" y="14893"/>
                                <a:pt x="53412" y="15190"/>
                                <a:pt x="50732" y="15637"/>
                              </a:cubicBezTo>
                              <a:cubicBezTo>
                                <a:pt x="38669" y="18020"/>
                                <a:pt x="27872" y="26360"/>
                                <a:pt x="21095" y="38497"/>
                              </a:cubicBezTo>
                              <a:cubicBezTo>
                                <a:pt x="14319" y="50709"/>
                                <a:pt x="12979" y="64261"/>
                                <a:pt x="17372" y="75803"/>
                              </a:cubicBezTo>
                              <a:cubicBezTo>
                                <a:pt x="23627" y="92110"/>
                                <a:pt x="42094" y="103875"/>
                                <a:pt x="61380" y="103875"/>
                              </a:cubicBezTo>
                              <a:cubicBezTo>
                                <a:pt x="69049" y="103875"/>
                                <a:pt x="76347" y="101939"/>
                                <a:pt x="82378" y="98365"/>
                              </a:cubicBezTo>
                              <a:cubicBezTo>
                                <a:pt x="92952" y="92036"/>
                                <a:pt x="100324" y="80569"/>
                                <a:pt x="102557" y="66793"/>
                              </a:cubicBezTo>
                              <a:cubicBezTo>
                                <a:pt x="104791" y="53017"/>
                                <a:pt x="101515" y="39763"/>
                                <a:pt x="93473" y="30455"/>
                              </a:cubicBezTo>
                              <a:cubicBezTo>
                                <a:pt x="85133" y="20775"/>
                                <a:pt x="72177" y="14893"/>
                                <a:pt x="58923" y="14893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09CAA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</p:grpSp>
              </p:grpSp>
            </p:grpSp>
          </p:grpSp>
        </p:grpSp>
        <p:grpSp>
          <p:nvGrpSpPr>
            <p:cNvPr id="266" name="Group 266"/>
            <p:cNvGrpSpPr/>
            <p:nvPr/>
          </p:nvGrpSpPr>
          <p:grpSpPr>
            <a:xfrm>
              <a:off x="4411856" y="0"/>
              <a:ext cx="7762421" cy="2864463"/>
              <a:chOff x="4411856" y="0"/>
              <a:chExt cx="7762421" cy="2864463"/>
            </a:xfrm>
          </p:grpSpPr>
          <p:grpSp>
            <p:nvGrpSpPr>
              <p:cNvPr id="267" name="Group 267"/>
              <p:cNvGrpSpPr/>
              <p:nvPr/>
            </p:nvGrpSpPr>
            <p:grpSpPr>
              <a:xfrm>
                <a:off x="4411856" y="71409"/>
                <a:ext cx="7762421" cy="1953599"/>
                <a:chOff x="4411856" y="71409"/>
                <a:chExt cx="7762421" cy="1953599"/>
              </a:xfrm>
              <a:solidFill>
                <a:srgbClr val="002033">
                  <a:alpha val="100000"/>
                </a:srgbClr>
              </a:solidFill>
            </p:grpSpPr>
            <p:grpSp>
              <p:nvGrpSpPr>
                <p:cNvPr id="268" name="Group 268"/>
                <p:cNvGrpSpPr/>
                <p:nvPr/>
              </p:nvGrpSpPr>
              <p:grpSpPr>
                <a:xfrm>
                  <a:off x="4662273" y="207601"/>
                  <a:ext cx="3765543" cy="1817407"/>
                  <a:chOff x="4662273" y="207601"/>
                  <a:chExt cx="3765543" cy="1817407"/>
                </a:xfrm>
                <a:solidFill>
                  <a:srgbClr val="002033">
                    <a:alpha val="100000"/>
                  </a:srgbClr>
                </a:solidFill>
              </p:grpSpPr>
              <p:grpSp>
                <p:nvGrpSpPr>
                  <p:cNvPr id="269" name="Group 269"/>
                  <p:cNvGrpSpPr/>
                  <p:nvPr/>
                </p:nvGrpSpPr>
                <p:grpSpPr>
                  <a:xfrm>
                    <a:off x="6139908" y="338706"/>
                    <a:ext cx="2287908" cy="1686302"/>
                    <a:chOff x="6139908" y="338706"/>
                    <a:chExt cx="2287908" cy="1686302"/>
                  </a:xfrm>
                  <a:solidFill>
                    <a:srgbClr val="002033">
                      <a:alpha val="100000"/>
                    </a:srgbClr>
                  </a:solidFill>
                </p:grpSpPr>
                <p:sp>
                  <p:nvSpPr>
                    <p:cNvPr id="270" name="AutoShape 270"/>
                    <p:cNvSpPr/>
                    <p:nvPr/>
                  </p:nvSpPr>
                  <p:spPr>
                    <a:xfrm>
                      <a:off x="6139908" y="371865"/>
                      <a:ext cx="2241396" cy="132610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41396" h="1326103">
                          <a:moveTo>
                            <a:pt x="404778" y="1326103"/>
                          </a:moveTo>
                          <a:cubicBezTo>
                            <a:pt x="307158" y="1326103"/>
                            <a:pt x="213335" y="1270108"/>
                            <a:pt x="154659" y="1203315"/>
                          </a:cubicBezTo>
                          <a:cubicBezTo>
                            <a:pt x="74909" y="1112619"/>
                            <a:pt x="35146" y="993479"/>
                            <a:pt x="0" y="888264"/>
                          </a:cubicBezTo>
                          <a:lnTo>
                            <a:pt x="14148" y="883573"/>
                          </a:lnTo>
                          <a:cubicBezTo>
                            <a:pt x="48847" y="987373"/>
                            <a:pt x="88164" y="1105099"/>
                            <a:pt x="165903" y="1193486"/>
                          </a:cubicBezTo>
                          <a:cubicBezTo>
                            <a:pt x="236419" y="1273756"/>
                            <a:pt x="359580" y="1337794"/>
                            <a:pt x="475592" y="1300116"/>
                          </a:cubicBezTo>
                          <a:cubicBezTo>
                            <a:pt x="599051" y="1259981"/>
                            <a:pt x="659440" y="1128405"/>
                            <a:pt x="702256" y="1005021"/>
                          </a:cubicBezTo>
                          <a:cubicBezTo>
                            <a:pt x="720574" y="952227"/>
                            <a:pt x="738371" y="897869"/>
                            <a:pt x="755646" y="845224"/>
                          </a:cubicBezTo>
                          <a:cubicBezTo>
                            <a:pt x="836884" y="597339"/>
                            <a:pt x="920804" y="341113"/>
                            <a:pt x="1091249" y="138724"/>
                          </a:cubicBezTo>
                          <a:cubicBezTo>
                            <a:pt x="1168764" y="46688"/>
                            <a:pt x="1247843" y="0"/>
                            <a:pt x="1326401" y="0"/>
                          </a:cubicBezTo>
                          <a:cubicBezTo>
                            <a:pt x="1327965" y="0"/>
                            <a:pt x="1329603" y="0"/>
                            <a:pt x="1331167" y="74"/>
                          </a:cubicBezTo>
                          <a:cubicBezTo>
                            <a:pt x="1379270" y="1266"/>
                            <a:pt x="1424096" y="20105"/>
                            <a:pt x="1467508" y="38274"/>
                          </a:cubicBezTo>
                          <a:cubicBezTo>
                            <a:pt x="1508090" y="55326"/>
                            <a:pt x="1550012" y="72973"/>
                            <a:pt x="1593647" y="75282"/>
                          </a:cubicBezTo>
                          <a:cubicBezTo>
                            <a:pt x="1644207" y="77962"/>
                            <a:pt x="1691491" y="60836"/>
                            <a:pt x="1741604" y="42667"/>
                          </a:cubicBezTo>
                          <a:cubicBezTo>
                            <a:pt x="1786654" y="26360"/>
                            <a:pt x="1833268" y="9531"/>
                            <a:pt x="1882041" y="8712"/>
                          </a:cubicBezTo>
                          <a:cubicBezTo>
                            <a:pt x="1966407" y="7372"/>
                            <a:pt x="2053007" y="56592"/>
                            <a:pt x="2108854" y="137309"/>
                          </a:cubicBezTo>
                          <a:cubicBezTo>
                            <a:pt x="2162541" y="214899"/>
                            <a:pt x="2183391" y="310062"/>
                            <a:pt x="2195603" y="384227"/>
                          </a:cubicBezTo>
                          <a:cubicBezTo>
                            <a:pt x="2199549" y="408204"/>
                            <a:pt x="2202974" y="432627"/>
                            <a:pt x="2206325" y="456306"/>
                          </a:cubicBezTo>
                          <a:cubicBezTo>
                            <a:pt x="2214888" y="516919"/>
                            <a:pt x="2223749" y="579616"/>
                            <a:pt x="2241397" y="639112"/>
                          </a:cubicBezTo>
                          <a:lnTo>
                            <a:pt x="2227100" y="643356"/>
                          </a:lnTo>
                          <a:cubicBezTo>
                            <a:pt x="2209154" y="582893"/>
                            <a:pt x="2200219" y="519600"/>
                            <a:pt x="2191507" y="458391"/>
                          </a:cubicBezTo>
                          <a:cubicBezTo>
                            <a:pt x="2188156" y="434861"/>
                            <a:pt x="2184731" y="410438"/>
                            <a:pt x="2180859" y="386684"/>
                          </a:cubicBezTo>
                          <a:cubicBezTo>
                            <a:pt x="2168945" y="314009"/>
                            <a:pt x="2148542" y="221005"/>
                            <a:pt x="2096567" y="145798"/>
                          </a:cubicBezTo>
                          <a:cubicBezTo>
                            <a:pt x="2043550" y="69101"/>
                            <a:pt x="1961194" y="22041"/>
                            <a:pt x="1882264" y="23605"/>
                          </a:cubicBezTo>
                          <a:cubicBezTo>
                            <a:pt x="1835948" y="24349"/>
                            <a:pt x="1790526" y="40805"/>
                            <a:pt x="1746593" y="56666"/>
                          </a:cubicBezTo>
                          <a:cubicBezTo>
                            <a:pt x="1697299" y="74537"/>
                            <a:pt x="1646292" y="93004"/>
                            <a:pt x="1592754" y="90100"/>
                          </a:cubicBezTo>
                          <a:cubicBezTo>
                            <a:pt x="1546587" y="87642"/>
                            <a:pt x="1503399" y="69474"/>
                            <a:pt x="1461625" y="51975"/>
                          </a:cubicBezTo>
                          <a:cubicBezTo>
                            <a:pt x="1419554" y="34253"/>
                            <a:pt x="1375993" y="16009"/>
                            <a:pt x="1330720" y="14893"/>
                          </a:cubicBezTo>
                          <a:cubicBezTo>
                            <a:pt x="1255513" y="13180"/>
                            <a:pt x="1178593" y="57932"/>
                            <a:pt x="1102567" y="148255"/>
                          </a:cubicBezTo>
                          <a:cubicBezTo>
                            <a:pt x="933983" y="348410"/>
                            <a:pt x="850511" y="603370"/>
                            <a:pt x="769719" y="849841"/>
                          </a:cubicBezTo>
                          <a:cubicBezTo>
                            <a:pt x="752444" y="902486"/>
                            <a:pt x="734647" y="956993"/>
                            <a:pt x="716255" y="1009861"/>
                          </a:cubicBezTo>
                          <a:cubicBezTo>
                            <a:pt x="674854" y="1129299"/>
                            <a:pt x="610518" y="1271820"/>
                            <a:pt x="480135" y="1314189"/>
                          </a:cubicBezTo>
                          <a:cubicBezTo>
                            <a:pt x="455115" y="1322380"/>
                            <a:pt x="429872" y="1326103"/>
                            <a:pt x="404778" y="1326103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71" name="AutoShape 271"/>
                    <p:cNvSpPr/>
                    <p:nvPr/>
                  </p:nvSpPr>
                  <p:spPr>
                    <a:xfrm>
                      <a:off x="6192255" y="338706"/>
                      <a:ext cx="2235561" cy="16863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35561" h="1686301">
                          <a:moveTo>
                            <a:pt x="342453" y="1686302"/>
                          </a:moveTo>
                          <a:cubicBezTo>
                            <a:pt x="331358" y="1686302"/>
                            <a:pt x="320412" y="1685185"/>
                            <a:pt x="309764" y="1682951"/>
                          </a:cubicBezTo>
                          <a:cubicBezTo>
                            <a:pt x="231132" y="1666197"/>
                            <a:pt x="181391" y="1591511"/>
                            <a:pt x="150861" y="1536707"/>
                          </a:cubicBezTo>
                          <a:cubicBezTo>
                            <a:pt x="67240" y="1386739"/>
                            <a:pt x="15041" y="1217560"/>
                            <a:pt x="0" y="1047413"/>
                          </a:cubicBezTo>
                          <a:lnTo>
                            <a:pt x="14818" y="1046073"/>
                          </a:lnTo>
                          <a:cubicBezTo>
                            <a:pt x="29710" y="1214135"/>
                            <a:pt x="81239" y="1381304"/>
                            <a:pt x="163818" y="1529484"/>
                          </a:cubicBezTo>
                          <a:cubicBezTo>
                            <a:pt x="192932" y="1581682"/>
                            <a:pt x="240067" y="1652943"/>
                            <a:pt x="312817" y="1668431"/>
                          </a:cubicBezTo>
                          <a:cubicBezTo>
                            <a:pt x="357941" y="1678037"/>
                            <a:pt x="411182" y="1663889"/>
                            <a:pt x="455338" y="1630679"/>
                          </a:cubicBezTo>
                          <a:cubicBezTo>
                            <a:pt x="498080" y="1598511"/>
                            <a:pt x="528907" y="1553312"/>
                            <a:pt x="553480" y="1513400"/>
                          </a:cubicBezTo>
                          <a:cubicBezTo>
                            <a:pt x="656834" y="1344966"/>
                            <a:pt x="717446" y="1153150"/>
                            <a:pt x="776048" y="967664"/>
                          </a:cubicBezTo>
                          <a:cubicBezTo>
                            <a:pt x="811120" y="856715"/>
                            <a:pt x="847384" y="742043"/>
                            <a:pt x="892433" y="632955"/>
                          </a:cubicBezTo>
                          <a:cubicBezTo>
                            <a:pt x="934430" y="531388"/>
                            <a:pt x="997500" y="407333"/>
                            <a:pt x="1113736" y="349029"/>
                          </a:cubicBezTo>
                          <a:cubicBezTo>
                            <a:pt x="1169955" y="320882"/>
                            <a:pt x="1233100" y="310979"/>
                            <a:pt x="1294233" y="301448"/>
                          </a:cubicBezTo>
                          <a:cubicBezTo>
                            <a:pt x="1338762" y="294523"/>
                            <a:pt x="1384854" y="287300"/>
                            <a:pt x="1427670" y="273003"/>
                          </a:cubicBezTo>
                          <a:cubicBezTo>
                            <a:pt x="1506824" y="246643"/>
                            <a:pt x="1575627" y="195934"/>
                            <a:pt x="1642197" y="146863"/>
                          </a:cubicBezTo>
                          <a:cubicBezTo>
                            <a:pt x="1672131" y="124822"/>
                            <a:pt x="1703032" y="102037"/>
                            <a:pt x="1734605" y="81634"/>
                          </a:cubicBezTo>
                          <a:cubicBezTo>
                            <a:pt x="1796037" y="41946"/>
                            <a:pt x="1953376" y="-42942"/>
                            <a:pt x="2087259" y="26309"/>
                          </a:cubicBezTo>
                          <a:cubicBezTo>
                            <a:pt x="2156584" y="62199"/>
                            <a:pt x="2207144" y="135768"/>
                            <a:pt x="2225983" y="228102"/>
                          </a:cubicBezTo>
                          <a:cubicBezTo>
                            <a:pt x="2242663" y="309862"/>
                            <a:pt x="2234174" y="393334"/>
                            <a:pt x="2225909" y="474052"/>
                          </a:cubicBezTo>
                          <a:lnTo>
                            <a:pt x="2211091" y="472563"/>
                          </a:lnTo>
                          <a:cubicBezTo>
                            <a:pt x="2219207" y="392962"/>
                            <a:pt x="2227621" y="310607"/>
                            <a:pt x="2211388" y="231081"/>
                          </a:cubicBezTo>
                          <a:cubicBezTo>
                            <a:pt x="2193443" y="143140"/>
                            <a:pt x="2145712" y="73369"/>
                            <a:pt x="2080409" y="39563"/>
                          </a:cubicBezTo>
                          <a:cubicBezTo>
                            <a:pt x="1953450" y="-26188"/>
                            <a:pt x="1801919" y="55870"/>
                            <a:pt x="1742647" y="94144"/>
                          </a:cubicBezTo>
                          <a:cubicBezTo>
                            <a:pt x="1711373" y="114323"/>
                            <a:pt x="1680694" y="136960"/>
                            <a:pt x="1650983" y="158852"/>
                          </a:cubicBezTo>
                          <a:cubicBezTo>
                            <a:pt x="1583520" y="208593"/>
                            <a:pt x="1513674" y="259972"/>
                            <a:pt x="1432287" y="287151"/>
                          </a:cubicBezTo>
                          <a:cubicBezTo>
                            <a:pt x="1388354" y="301820"/>
                            <a:pt x="1341666" y="309117"/>
                            <a:pt x="1296467" y="316117"/>
                          </a:cubicBezTo>
                          <a:cubicBezTo>
                            <a:pt x="1236525" y="325499"/>
                            <a:pt x="1174498" y="335179"/>
                            <a:pt x="1120363" y="362284"/>
                          </a:cubicBezTo>
                          <a:cubicBezTo>
                            <a:pt x="1008521" y="418354"/>
                            <a:pt x="947164" y="539355"/>
                            <a:pt x="906135" y="638540"/>
                          </a:cubicBezTo>
                          <a:cubicBezTo>
                            <a:pt x="861308" y="747031"/>
                            <a:pt x="825119" y="861406"/>
                            <a:pt x="790196" y="972057"/>
                          </a:cubicBezTo>
                          <a:cubicBezTo>
                            <a:pt x="731296" y="1158437"/>
                            <a:pt x="670386" y="1351146"/>
                            <a:pt x="566138" y="1521144"/>
                          </a:cubicBezTo>
                          <a:cubicBezTo>
                            <a:pt x="540896" y="1562322"/>
                            <a:pt x="509026" y="1608861"/>
                            <a:pt x="464274" y="1642592"/>
                          </a:cubicBezTo>
                          <a:cubicBezTo>
                            <a:pt x="426373" y="1671112"/>
                            <a:pt x="383408" y="1686302"/>
                            <a:pt x="342453" y="1686302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272" name="Group 272"/>
                  <p:cNvGrpSpPr/>
                  <p:nvPr/>
                </p:nvGrpSpPr>
                <p:grpSpPr>
                  <a:xfrm>
                    <a:off x="4662273" y="207601"/>
                    <a:ext cx="1269288" cy="1351197"/>
                    <a:chOff x="4662273" y="207601"/>
                    <a:chExt cx="1269288" cy="1351197"/>
                  </a:xfrm>
                  <a:solidFill>
                    <a:srgbClr val="002033">
                      <a:alpha val="100000"/>
                    </a:srgbClr>
                  </a:solidFill>
                </p:grpSpPr>
                <p:sp>
                  <p:nvSpPr>
                    <p:cNvPr id="273" name="AutoShape 273"/>
                    <p:cNvSpPr/>
                    <p:nvPr/>
                  </p:nvSpPr>
                  <p:spPr>
                    <a:xfrm>
                      <a:off x="4698909" y="207601"/>
                      <a:ext cx="1022296" cy="115856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2296" h="1158562">
                          <a:moveTo>
                            <a:pt x="706947" y="1158563"/>
                          </a:moveTo>
                          <a:cubicBezTo>
                            <a:pt x="686098" y="1158563"/>
                            <a:pt x="664951" y="1155212"/>
                            <a:pt x="644027" y="1147766"/>
                          </a:cubicBezTo>
                          <a:cubicBezTo>
                            <a:pt x="564501" y="1119470"/>
                            <a:pt x="505452" y="1035700"/>
                            <a:pt x="486017" y="923633"/>
                          </a:cubicBezTo>
                          <a:cubicBezTo>
                            <a:pt x="477752" y="875977"/>
                            <a:pt x="476114" y="826906"/>
                            <a:pt x="474475" y="779548"/>
                          </a:cubicBezTo>
                          <a:cubicBezTo>
                            <a:pt x="472986" y="735094"/>
                            <a:pt x="471422" y="689151"/>
                            <a:pt x="464349" y="644771"/>
                          </a:cubicBezTo>
                          <a:cubicBezTo>
                            <a:pt x="447371" y="537917"/>
                            <a:pt x="394056" y="456604"/>
                            <a:pt x="321604" y="427341"/>
                          </a:cubicBezTo>
                          <a:cubicBezTo>
                            <a:pt x="301871" y="419373"/>
                            <a:pt x="280203" y="414905"/>
                            <a:pt x="259279" y="410661"/>
                          </a:cubicBezTo>
                          <a:cubicBezTo>
                            <a:pt x="233589" y="405374"/>
                            <a:pt x="207080" y="399938"/>
                            <a:pt x="182880" y="387950"/>
                          </a:cubicBezTo>
                          <a:cubicBezTo>
                            <a:pt x="105886" y="349900"/>
                            <a:pt x="75058" y="262480"/>
                            <a:pt x="49965" y="176253"/>
                          </a:cubicBezTo>
                          <a:lnTo>
                            <a:pt x="0" y="4170"/>
                          </a:lnTo>
                          <a:lnTo>
                            <a:pt x="14297" y="0"/>
                          </a:lnTo>
                          <a:lnTo>
                            <a:pt x="64261" y="172157"/>
                          </a:lnTo>
                          <a:cubicBezTo>
                            <a:pt x="88387" y="255258"/>
                            <a:pt x="117874" y="339251"/>
                            <a:pt x="189433" y="374696"/>
                          </a:cubicBezTo>
                          <a:cubicBezTo>
                            <a:pt x="211921" y="385790"/>
                            <a:pt x="236344" y="390854"/>
                            <a:pt x="262183" y="396141"/>
                          </a:cubicBezTo>
                          <a:cubicBezTo>
                            <a:pt x="283777" y="400608"/>
                            <a:pt x="306116" y="405151"/>
                            <a:pt x="327114" y="413639"/>
                          </a:cubicBezTo>
                          <a:cubicBezTo>
                            <a:pt x="404406" y="444914"/>
                            <a:pt x="461221" y="530471"/>
                            <a:pt x="479018" y="642537"/>
                          </a:cubicBezTo>
                          <a:cubicBezTo>
                            <a:pt x="486166" y="687811"/>
                            <a:pt x="487804" y="734201"/>
                            <a:pt x="489294" y="779102"/>
                          </a:cubicBezTo>
                          <a:cubicBezTo>
                            <a:pt x="490857" y="826013"/>
                            <a:pt x="492570" y="874488"/>
                            <a:pt x="500612" y="921176"/>
                          </a:cubicBezTo>
                          <a:cubicBezTo>
                            <a:pt x="519079" y="1027881"/>
                            <a:pt x="574553" y="1107332"/>
                            <a:pt x="648941" y="1133767"/>
                          </a:cubicBezTo>
                          <a:cubicBezTo>
                            <a:pt x="744849" y="1167871"/>
                            <a:pt x="846267" y="1108896"/>
                            <a:pt x="899954" y="1039720"/>
                          </a:cubicBezTo>
                          <a:cubicBezTo>
                            <a:pt x="960492" y="961758"/>
                            <a:pt x="985661" y="859893"/>
                            <a:pt x="1007851" y="770092"/>
                          </a:cubicBezTo>
                          <a:lnTo>
                            <a:pt x="1022296" y="773666"/>
                          </a:lnTo>
                          <a:cubicBezTo>
                            <a:pt x="999734" y="864957"/>
                            <a:pt x="974119" y="968385"/>
                            <a:pt x="911719" y="1048879"/>
                          </a:cubicBezTo>
                          <a:cubicBezTo>
                            <a:pt x="866446" y="1107184"/>
                            <a:pt x="788707" y="1158563"/>
                            <a:pt x="706947" y="1158563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74" name="AutoShape 274"/>
                    <p:cNvSpPr/>
                    <p:nvPr/>
                  </p:nvSpPr>
                  <p:spPr>
                    <a:xfrm>
                      <a:off x="4662273" y="222791"/>
                      <a:ext cx="1269288" cy="133600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69288" h="1336006">
                          <a:moveTo>
                            <a:pt x="995639" y="1336007"/>
                          </a:moveTo>
                          <a:cubicBezTo>
                            <a:pt x="989235" y="1336007"/>
                            <a:pt x="982756" y="1335858"/>
                            <a:pt x="976353" y="1335486"/>
                          </a:cubicBezTo>
                          <a:cubicBezTo>
                            <a:pt x="868233" y="1329231"/>
                            <a:pt x="761007" y="1271522"/>
                            <a:pt x="689523" y="1181274"/>
                          </a:cubicBezTo>
                          <a:cubicBezTo>
                            <a:pt x="622656" y="1096833"/>
                            <a:pt x="586318" y="986182"/>
                            <a:pt x="587137" y="869723"/>
                          </a:cubicBezTo>
                          <a:cubicBezTo>
                            <a:pt x="587286" y="850139"/>
                            <a:pt x="588403" y="829885"/>
                            <a:pt x="589446" y="810301"/>
                          </a:cubicBezTo>
                          <a:cubicBezTo>
                            <a:pt x="593020" y="744402"/>
                            <a:pt x="596743" y="676269"/>
                            <a:pt x="564203" y="621018"/>
                          </a:cubicBezTo>
                          <a:cubicBezTo>
                            <a:pt x="502920" y="516993"/>
                            <a:pt x="351612" y="519674"/>
                            <a:pt x="306711" y="523025"/>
                          </a:cubicBezTo>
                          <a:cubicBezTo>
                            <a:pt x="296659" y="523770"/>
                            <a:pt x="286457" y="524663"/>
                            <a:pt x="276107" y="525557"/>
                          </a:cubicBezTo>
                          <a:cubicBezTo>
                            <a:pt x="204102" y="531960"/>
                            <a:pt x="122565" y="539183"/>
                            <a:pt x="67463" y="489442"/>
                          </a:cubicBezTo>
                          <a:cubicBezTo>
                            <a:pt x="15786" y="442754"/>
                            <a:pt x="13329" y="368217"/>
                            <a:pt x="16456" y="327933"/>
                          </a:cubicBezTo>
                          <a:cubicBezTo>
                            <a:pt x="18764" y="298818"/>
                            <a:pt x="24498" y="269852"/>
                            <a:pt x="30083" y="241854"/>
                          </a:cubicBezTo>
                          <a:cubicBezTo>
                            <a:pt x="35295" y="215495"/>
                            <a:pt x="40731" y="188316"/>
                            <a:pt x="43114" y="161360"/>
                          </a:cubicBezTo>
                          <a:cubicBezTo>
                            <a:pt x="46465" y="123757"/>
                            <a:pt x="45273" y="54283"/>
                            <a:pt x="0" y="10723"/>
                          </a:cubicBezTo>
                          <a:lnTo>
                            <a:pt x="10350" y="0"/>
                          </a:lnTo>
                          <a:cubicBezTo>
                            <a:pt x="60091" y="47879"/>
                            <a:pt x="61506" y="122491"/>
                            <a:pt x="57932" y="162701"/>
                          </a:cubicBezTo>
                          <a:cubicBezTo>
                            <a:pt x="55474" y="190475"/>
                            <a:pt x="49964" y="218101"/>
                            <a:pt x="44678" y="244833"/>
                          </a:cubicBezTo>
                          <a:cubicBezTo>
                            <a:pt x="39167" y="272384"/>
                            <a:pt x="33508" y="300903"/>
                            <a:pt x="31349" y="329199"/>
                          </a:cubicBezTo>
                          <a:cubicBezTo>
                            <a:pt x="28445" y="366802"/>
                            <a:pt x="30530" y="436127"/>
                            <a:pt x="77516" y="478571"/>
                          </a:cubicBezTo>
                          <a:cubicBezTo>
                            <a:pt x="127778" y="523993"/>
                            <a:pt x="202538" y="517291"/>
                            <a:pt x="274841" y="510887"/>
                          </a:cubicBezTo>
                          <a:cubicBezTo>
                            <a:pt x="285266" y="509994"/>
                            <a:pt x="295542" y="509026"/>
                            <a:pt x="305669" y="508281"/>
                          </a:cubicBezTo>
                          <a:cubicBezTo>
                            <a:pt x="431287" y="498974"/>
                            <a:pt x="532779" y="538364"/>
                            <a:pt x="577085" y="613571"/>
                          </a:cubicBezTo>
                          <a:cubicBezTo>
                            <a:pt x="611933" y="672695"/>
                            <a:pt x="608061" y="743136"/>
                            <a:pt x="604412" y="811195"/>
                          </a:cubicBezTo>
                          <a:cubicBezTo>
                            <a:pt x="603370" y="830630"/>
                            <a:pt x="602253" y="850660"/>
                            <a:pt x="602104" y="869946"/>
                          </a:cubicBezTo>
                          <a:cubicBezTo>
                            <a:pt x="601285" y="983055"/>
                            <a:pt x="636506" y="1090355"/>
                            <a:pt x="701288" y="1172189"/>
                          </a:cubicBezTo>
                          <a:cubicBezTo>
                            <a:pt x="770166" y="1259236"/>
                            <a:pt x="873371" y="1314785"/>
                            <a:pt x="977321" y="1320817"/>
                          </a:cubicBezTo>
                          <a:cubicBezTo>
                            <a:pt x="1086781" y="1327220"/>
                            <a:pt x="1196762" y="1276437"/>
                            <a:pt x="1257151" y="1191550"/>
                          </a:cubicBezTo>
                          <a:lnTo>
                            <a:pt x="1269288" y="1200187"/>
                          </a:lnTo>
                          <a:cubicBezTo>
                            <a:pt x="1209420" y="1283958"/>
                            <a:pt x="1103684" y="1336007"/>
                            <a:pt x="995639" y="1336007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  <p:grpSp>
              <p:nvGrpSpPr>
                <p:cNvPr id="275" name="Group 275"/>
                <p:cNvGrpSpPr/>
                <p:nvPr/>
              </p:nvGrpSpPr>
              <p:grpSpPr>
                <a:xfrm>
                  <a:off x="4411856" y="71409"/>
                  <a:ext cx="7762421" cy="1288797"/>
                  <a:chOff x="4411856" y="71409"/>
                  <a:chExt cx="7762421" cy="1288797"/>
                </a:xfrm>
                <a:solidFill>
                  <a:srgbClr val="002033">
                    <a:alpha val="100000"/>
                  </a:srgbClr>
                </a:solidFill>
              </p:grpSpPr>
              <p:sp>
                <p:nvSpPr>
                  <p:cNvPr id="276" name="AutoShape 276"/>
                  <p:cNvSpPr/>
                  <p:nvPr/>
                </p:nvSpPr>
                <p:spPr>
                  <a:xfrm>
                    <a:off x="4411856" y="71409"/>
                    <a:ext cx="7762347" cy="4200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62347" h="420043">
                        <a:moveTo>
                          <a:pt x="7762347" y="365015"/>
                        </a:moveTo>
                        <a:lnTo>
                          <a:pt x="7076994" y="365015"/>
                        </a:lnTo>
                        <a:lnTo>
                          <a:pt x="7076994" y="338134"/>
                        </a:lnTo>
                        <a:lnTo>
                          <a:pt x="6980193" y="338134"/>
                        </a:lnTo>
                        <a:lnTo>
                          <a:pt x="6980193" y="365015"/>
                        </a:lnTo>
                        <a:lnTo>
                          <a:pt x="6380769" y="365015"/>
                        </a:lnTo>
                        <a:lnTo>
                          <a:pt x="6380769" y="338134"/>
                        </a:lnTo>
                        <a:lnTo>
                          <a:pt x="6283968" y="338134"/>
                        </a:lnTo>
                        <a:lnTo>
                          <a:pt x="6283968" y="365015"/>
                        </a:lnTo>
                        <a:lnTo>
                          <a:pt x="5684545" y="365015"/>
                        </a:lnTo>
                        <a:lnTo>
                          <a:pt x="5684545" y="338134"/>
                        </a:lnTo>
                        <a:lnTo>
                          <a:pt x="5587744" y="338134"/>
                        </a:lnTo>
                        <a:lnTo>
                          <a:pt x="5587744" y="365015"/>
                        </a:lnTo>
                        <a:lnTo>
                          <a:pt x="4794718" y="365015"/>
                        </a:lnTo>
                        <a:lnTo>
                          <a:pt x="4794718" y="312073"/>
                        </a:lnTo>
                        <a:lnTo>
                          <a:pt x="4757933" y="312073"/>
                        </a:lnTo>
                        <a:lnTo>
                          <a:pt x="4757933" y="238429"/>
                        </a:lnTo>
                        <a:lnTo>
                          <a:pt x="4920038" y="238429"/>
                        </a:lnTo>
                        <a:lnTo>
                          <a:pt x="4920038" y="266204"/>
                        </a:lnTo>
                        <a:lnTo>
                          <a:pt x="5106195" y="266204"/>
                        </a:lnTo>
                        <a:lnTo>
                          <a:pt x="5106195" y="238429"/>
                        </a:lnTo>
                        <a:lnTo>
                          <a:pt x="5292351" y="238429"/>
                        </a:lnTo>
                        <a:lnTo>
                          <a:pt x="5292351" y="266204"/>
                        </a:lnTo>
                        <a:lnTo>
                          <a:pt x="5478507" y="266204"/>
                        </a:lnTo>
                        <a:lnTo>
                          <a:pt x="5478507" y="238429"/>
                        </a:lnTo>
                        <a:lnTo>
                          <a:pt x="5664664" y="238429"/>
                        </a:lnTo>
                        <a:lnTo>
                          <a:pt x="5664664" y="266204"/>
                        </a:lnTo>
                        <a:lnTo>
                          <a:pt x="5850820" y="266204"/>
                        </a:lnTo>
                        <a:lnTo>
                          <a:pt x="5850820" y="238429"/>
                        </a:lnTo>
                        <a:lnTo>
                          <a:pt x="6036976" y="238429"/>
                        </a:lnTo>
                        <a:lnTo>
                          <a:pt x="6036976" y="266204"/>
                        </a:lnTo>
                        <a:lnTo>
                          <a:pt x="6223133" y="266204"/>
                        </a:lnTo>
                        <a:lnTo>
                          <a:pt x="6223133" y="238429"/>
                        </a:lnTo>
                        <a:lnTo>
                          <a:pt x="6409289" y="238429"/>
                        </a:lnTo>
                        <a:lnTo>
                          <a:pt x="6409289" y="266204"/>
                        </a:lnTo>
                        <a:lnTo>
                          <a:pt x="6595445" y="266204"/>
                        </a:lnTo>
                        <a:lnTo>
                          <a:pt x="6595445" y="238429"/>
                        </a:lnTo>
                        <a:lnTo>
                          <a:pt x="6781602" y="238429"/>
                        </a:lnTo>
                        <a:lnTo>
                          <a:pt x="6781602" y="266204"/>
                        </a:lnTo>
                        <a:lnTo>
                          <a:pt x="6967758" y="266204"/>
                        </a:lnTo>
                        <a:lnTo>
                          <a:pt x="6967758" y="238429"/>
                        </a:lnTo>
                        <a:lnTo>
                          <a:pt x="7153914" y="238429"/>
                        </a:lnTo>
                        <a:lnTo>
                          <a:pt x="7153914" y="266204"/>
                        </a:lnTo>
                        <a:lnTo>
                          <a:pt x="7340071" y="266204"/>
                        </a:lnTo>
                        <a:lnTo>
                          <a:pt x="7340071" y="238429"/>
                        </a:lnTo>
                        <a:lnTo>
                          <a:pt x="7526227" y="238429"/>
                        </a:lnTo>
                        <a:lnTo>
                          <a:pt x="7526227" y="266204"/>
                        </a:lnTo>
                        <a:lnTo>
                          <a:pt x="7712383" y="266204"/>
                        </a:lnTo>
                        <a:lnTo>
                          <a:pt x="7712383" y="238429"/>
                        </a:lnTo>
                        <a:lnTo>
                          <a:pt x="7762347" y="238429"/>
                        </a:lnTo>
                        <a:lnTo>
                          <a:pt x="7762347" y="193752"/>
                        </a:lnTo>
                        <a:lnTo>
                          <a:pt x="6996277" y="193752"/>
                        </a:lnTo>
                        <a:lnTo>
                          <a:pt x="6996277" y="130458"/>
                        </a:lnTo>
                        <a:lnTo>
                          <a:pt x="7762347" y="130458"/>
                        </a:lnTo>
                        <a:lnTo>
                          <a:pt x="7762347" y="63442"/>
                        </a:lnTo>
                        <a:lnTo>
                          <a:pt x="7087270" y="63442"/>
                        </a:lnTo>
                        <a:lnTo>
                          <a:pt x="7087270" y="32242"/>
                        </a:lnTo>
                        <a:lnTo>
                          <a:pt x="7061432" y="32242"/>
                        </a:lnTo>
                        <a:lnTo>
                          <a:pt x="7045199" y="0"/>
                        </a:lnTo>
                        <a:lnTo>
                          <a:pt x="6827768" y="0"/>
                        </a:lnTo>
                        <a:lnTo>
                          <a:pt x="6811536" y="32242"/>
                        </a:lnTo>
                        <a:lnTo>
                          <a:pt x="6785697" y="32242"/>
                        </a:lnTo>
                        <a:lnTo>
                          <a:pt x="6785697" y="63442"/>
                        </a:lnTo>
                        <a:lnTo>
                          <a:pt x="5881051" y="63442"/>
                        </a:lnTo>
                        <a:lnTo>
                          <a:pt x="5881051" y="32242"/>
                        </a:lnTo>
                        <a:lnTo>
                          <a:pt x="5855213" y="32242"/>
                        </a:lnTo>
                        <a:lnTo>
                          <a:pt x="5838981" y="0"/>
                        </a:lnTo>
                        <a:lnTo>
                          <a:pt x="5621549" y="0"/>
                        </a:lnTo>
                        <a:lnTo>
                          <a:pt x="5605317" y="32242"/>
                        </a:lnTo>
                        <a:lnTo>
                          <a:pt x="5579478" y="32242"/>
                        </a:lnTo>
                        <a:lnTo>
                          <a:pt x="5579478" y="63442"/>
                        </a:lnTo>
                        <a:lnTo>
                          <a:pt x="4674759" y="63442"/>
                        </a:lnTo>
                        <a:lnTo>
                          <a:pt x="4674759" y="32242"/>
                        </a:lnTo>
                        <a:lnTo>
                          <a:pt x="4648920" y="32242"/>
                        </a:lnTo>
                        <a:lnTo>
                          <a:pt x="4632687" y="0"/>
                        </a:lnTo>
                        <a:lnTo>
                          <a:pt x="4415256" y="0"/>
                        </a:lnTo>
                        <a:lnTo>
                          <a:pt x="4399024" y="32242"/>
                        </a:lnTo>
                        <a:lnTo>
                          <a:pt x="4373185" y="32242"/>
                        </a:lnTo>
                        <a:lnTo>
                          <a:pt x="4373185" y="63442"/>
                        </a:lnTo>
                        <a:lnTo>
                          <a:pt x="3468539" y="63442"/>
                        </a:lnTo>
                        <a:lnTo>
                          <a:pt x="3468539" y="32242"/>
                        </a:lnTo>
                        <a:lnTo>
                          <a:pt x="3442701" y="32242"/>
                        </a:lnTo>
                        <a:lnTo>
                          <a:pt x="3426468" y="0"/>
                        </a:lnTo>
                        <a:lnTo>
                          <a:pt x="3209038" y="0"/>
                        </a:lnTo>
                        <a:lnTo>
                          <a:pt x="3192805" y="32242"/>
                        </a:lnTo>
                        <a:lnTo>
                          <a:pt x="3166966" y="32242"/>
                        </a:lnTo>
                        <a:lnTo>
                          <a:pt x="3166966" y="63442"/>
                        </a:lnTo>
                        <a:lnTo>
                          <a:pt x="2262321" y="63442"/>
                        </a:lnTo>
                        <a:lnTo>
                          <a:pt x="2262321" y="32242"/>
                        </a:lnTo>
                        <a:lnTo>
                          <a:pt x="2236483" y="32242"/>
                        </a:lnTo>
                        <a:lnTo>
                          <a:pt x="2220250" y="0"/>
                        </a:lnTo>
                        <a:lnTo>
                          <a:pt x="2002819" y="0"/>
                        </a:lnTo>
                        <a:lnTo>
                          <a:pt x="1986586" y="32242"/>
                        </a:lnTo>
                        <a:lnTo>
                          <a:pt x="1960748" y="32242"/>
                        </a:lnTo>
                        <a:lnTo>
                          <a:pt x="1960748" y="63442"/>
                        </a:lnTo>
                        <a:lnTo>
                          <a:pt x="0" y="63442"/>
                        </a:lnTo>
                        <a:lnTo>
                          <a:pt x="0" y="130458"/>
                        </a:lnTo>
                        <a:lnTo>
                          <a:pt x="154435" y="130458"/>
                        </a:lnTo>
                        <a:lnTo>
                          <a:pt x="154435" y="191741"/>
                        </a:lnTo>
                        <a:lnTo>
                          <a:pt x="323242" y="191741"/>
                        </a:lnTo>
                        <a:lnTo>
                          <a:pt x="323242" y="130458"/>
                        </a:lnTo>
                        <a:lnTo>
                          <a:pt x="2080558" y="130458"/>
                        </a:lnTo>
                        <a:lnTo>
                          <a:pt x="2080558" y="193752"/>
                        </a:lnTo>
                        <a:lnTo>
                          <a:pt x="1470412" y="193752"/>
                        </a:lnTo>
                        <a:lnTo>
                          <a:pt x="1470412" y="238429"/>
                        </a:lnTo>
                        <a:lnTo>
                          <a:pt x="4396343" y="238429"/>
                        </a:lnTo>
                        <a:lnTo>
                          <a:pt x="4396343" y="278564"/>
                        </a:lnTo>
                        <a:lnTo>
                          <a:pt x="4374004" y="278564"/>
                        </a:lnTo>
                        <a:lnTo>
                          <a:pt x="4374004" y="353027"/>
                        </a:lnTo>
                        <a:lnTo>
                          <a:pt x="4396343" y="353027"/>
                        </a:lnTo>
                        <a:lnTo>
                          <a:pt x="4396343" y="417586"/>
                        </a:lnTo>
                        <a:lnTo>
                          <a:pt x="4446009" y="417586"/>
                        </a:lnTo>
                        <a:lnTo>
                          <a:pt x="4446009" y="409693"/>
                        </a:lnTo>
                        <a:lnTo>
                          <a:pt x="4656962" y="409693"/>
                        </a:lnTo>
                        <a:lnTo>
                          <a:pt x="4656962" y="412597"/>
                        </a:lnTo>
                        <a:lnTo>
                          <a:pt x="4794718" y="412597"/>
                        </a:lnTo>
                        <a:lnTo>
                          <a:pt x="4794718" y="409693"/>
                        </a:lnTo>
                        <a:lnTo>
                          <a:pt x="5587744" y="409693"/>
                        </a:lnTo>
                        <a:lnTo>
                          <a:pt x="5587744" y="420043"/>
                        </a:lnTo>
                        <a:lnTo>
                          <a:pt x="5684545" y="420043"/>
                        </a:lnTo>
                        <a:lnTo>
                          <a:pt x="5684545" y="409693"/>
                        </a:lnTo>
                        <a:lnTo>
                          <a:pt x="6283968" y="409693"/>
                        </a:lnTo>
                        <a:lnTo>
                          <a:pt x="6283968" y="420043"/>
                        </a:lnTo>
                        <a:lnTo>
                          <a:pt x="6380769" y="420043"/>
                        </a:lnTo>
                        <a:lnTo>
                          <a:pt x="6380769" y="409693"/>
                        </a:lnTo>
                        <a:lnTo>
                          <a:pt x="6980193" y="409693"/>
                        </a:lnTo>
                        <a:lnTo>
                          <a:pt x="6980193" y="420043"/>
                        </a:lnTo>
                        <a:lnTo>
                          <a:pt x="7076994" y="420043"/>
                        </a:lnTo>
                        <a:lnTo>
                          <a:pt x="7076994" y="409693"/>
                        </a:lnTo>
                        <a:lnTo>
                          <a:pt x="7762347" y="409693"/>
                        </a:lnTo>
                        <a:lnTo>
                          <a:pt x="7762347" y="365015"/>
                        </a:lnTo>
                        <a:close/>
                        <a:moveTo>
                          <a:pt x="6518525" y="130458"/>
                        </a:moveTo>
                        <a:lnTo>
                          <a:pt x="6934250" y="130458"/>
                        </a:lnTo>
                        <a:lnTo>
                          <a:pt x="6934250" y="193752"/>
                        </a:lnTo>
                        <a:lnTo>
                          <a:pt x="6518525" y="193752"/>
                        </a:lnTo>
                        <a:lnTo>
                          <a:pt x="6518525" y="130458"/>
                        </a:lnTo>
                        <a:close/>
                        <a:moveTo>
                          <a:pt x="6414277" y="130458"/>
                        </a:moveTo>
                        <a:lnTo>
                          <a:pt x="6496186" y="130458"/>
                        </a:lnTo>
                        <a:lnTo>
                          <a:pt x="6496186" y="193752"/>
                        </a:lnTo>
                        <a:lnTo>
                          <a:pt x="6414277" y="193752"/>
                        </a:lnTo>
                        <a:lnTo>
                          <a:pt x="6414277" y="130458"/>
                        </a:lnTo>
                        <a:close/>
                        <a:moveTo>
                          <a:pt x="6310030" y="130458"/>
                        </a:moveTo>
                        <a:lnTo>
                          <a:pt x="6391939" y="130458"/>
                        </a:lnTo>
                        <a:lnTo>
                          <a:pt x="6391939" y="193752"/>
                        </a:lnTo>
                        <a:lnTo>
                          <a:pt x="6310030" y="193752"/>
                        </a:lnTo>
                        <a:lnTo>
                          <a:pt x="6310030" y="130458"/>
                        </a:lnTo>
                        <a:close/>
                        <a:moveTo>
                          <a:pt x="6205782" y="130458"/>
                        </a:moveTo>
                        <a:lnTo>
                          <a:pt x="6287691" y="130458"/>
                        </a:lnTo>
                        <a:lnTo>
                          <a:pt x="6287691" y="193752"/>
                        </a:lnTo>
                        <a:lnTo>
                          <a:pt x="6205782" y="193752"/>
                        </a:lnTo>
                        <a:lnTo>
                          <a:pt x="6205782" y="130458"/>
                        </a:lnTo>
                        <a:close/>
                        <a:moveTo>
                          <a:pt x="6101535" y="130458"/>
                        </a:moveTo>
                        <a:lnTo>
                          <a:pt x="6183444" y="130458"/>
                        </a:lnTo>
                        <a:lnTo>
                          <a:pt x="6183444" y="193752"/>
                        </a:lnTo>
                        <a:lnTo>
                          <a:pt x="6101535" y="193752"/>
                        </a:lnTo>
                        <a:lnTo>
                          <a:pt x="6101535" y="130458"/>
                        </a:lnTo>
                        <a:close/>
                        <a:moveTo>
                          <a:pt x="5782612" y="130458"/>
                        </a:moveTo>
                        <a:lnTo>
                          <a:pt x="6079196" y="130458"/>
                        </a:lnTo>
                        <a:lnTo>
                          <a:pt x="6079196" y="193752"/>
                        </a:lnTo>
                        <a:lnTo>
                          <a:pt x="5782612" y="193752"/>
                        </a:lnTo>
                        <a:lnTo>
                          <a:pt x="5782612" y="130458"/>
                        </a:lnTo>
                        <a:close/>
                        <a:moveTo>
                          <a:pt x="5397864" y="130458"/>
                        </a:moveTo>
                        <a:lnTo>
                          <a:pt x="5720510" y="130458"/>
                        </a:lnTo>
                        <a:lnTo>
                          <a:pt x="5720510" y="193752"/>
                        </a:lnTo>
                        <a:lnTo>
                          <a:pt x="5397864" y="193752"/>
                        </a:lnTo>
                        <a:lnTo>
                          <a:pt x="5397864" y="130458"/>
                        </a:lnTo>
                        <a:close/>
                        <a:moveTo>
                          <a:pt x="5293617" y="130458"/>
                        </a:moveTo>
                        <a:lnTo>
                          <a:pt x="5375525" y="130458"/>
                        </a:lnTo>
                        <a:lnTo>
                          <a:pt x="5375525" y="193752"/>
                        </a:lnTo>
                        <a:lnTo>
                          <a:pt x="5293617" y="193752"/>
                        </a:lnTo>
                        <a:lnTo>
                          <a:pt x="5293617" y="130458"/>
                        </a:lnTo>
                        <a:close/>
                        <a:moveTo>
                          <a:pt x="5189369" y="130458"/>
                        </a:moveTo>
                        <a:lnTo>
                          <a:pt x="5271278" y="130458"/>
                        </a:lnTo>
                        <a:lnTo>
                          <a:pt x="5271278" y="193752"/>
                        </a:lnTo>
                        <a:lnTo>
                          <a:pt x="5189369" y="193752"/>
                        </a:lnTo>
                        <a:lnTo>
                          <a:pt x="5189369" y="130458"/>
                        </a:lnTo>
                        <a:close/>
                        <a:moveTo>
                          <a:pt x="5085122" y="130458"/>
                        </a:moveTo>
                        <a:lnTo>
                          <a:pt x="5167030" y="130458"/>
                        </a:lnTo>
                        <a:lnTo>
                          <a:pt x="5167030" y="193752"/>
                        </a:lnTo>
                        <a:lnTo>
                          <a:pt x="5085122" y="193752"/>
                        </a:lnTo>
                        <a:lnTo>
                          <a:pt x="5085122" y="130458"/>
                        </a:lnTo>
                        <a:close/>
                        <a:moveTo>
                          <a:pt x="4980874" y="130458"/>
                        </a:moveTo>
                        <a:lnTo>
                          <a:pt x="5062783" y="130458"/>
                        </a:lnTo>
                        <a:lnTo>
                          <a:pt x="5062783" y="193752"/>
                        </a:lnTo>
                        <a:lnTo>
                          <a:pt x="4980874" y="193752"/>
                        </a:lnTo>
                        <a:lnTo>
                          <a:pt x="4980874" y="130458"/>
                        </a:lnTo>
                        <a:close/>
                        <a:moveTo>
                          <a:pt x="4757933" y="130458"/>
                        </a:moveTo>
                        <a:lnTo>
                          <a:pt x="4958535" y="130458"/>
                        </a:lnTo>
                        <a:lnTo>
                          <a:pt x="4958535" y="193752"/>
                        </a:lnTo>
                        <a:lnTo>
                          <a:pt x="4757933" y="193752"/>
                        </a:lnTo>
                        <a:lnTo>
                          <a:pt x="4757933" y="130458"/>
                        </a:lnTo>
                        <a:close/>
                        <a:moveTo>
                          <a:pt x="2482656" y="193752"/>
                        </a:moveTo>
                        <a:lnTo>
                          <a:pt x="2142585" y="193752"/>
                        </a:lnTo>
                        <a:lnTo>
                          <a:pt x="2142585" y="130458"/>
                        </a:lnTo>
                        <a:lnTo>
                          <a:pt x="2482656" y="130458"/>
                        </a:lnTo>
                        <a:lnTo>
                          <a:pt x="2482656" y="193752"/>
                        </a:lnTo>
                        <a:close/>
                        <a:moveTo>
                          <a:pt x="2586903" y="193752"/>
                        </a:moveTo>
                        <a:lnTo>
                          <a:pt x="2504994" y="193752"/>
                        </a:lnTo>
                        <a:lnTo>
                          <a:pt x="2504994" y="130458"/>
                        </a:lnTo>
                        <a:lnTo>
                          <a:pt x="2586903" y="130458"/>
                        </a:lnTo>
                        <a:lnTo>
                          <a:pt x="2586903" y="193752"/>
                        </a:lnTo>
                        <a:close/>
                        <a:moveTo>
                          <a:pt x="2691151" y="193752"/>
                        </a:moveTo>
                        <a:lnTo>
                          <a:pt x="2609242" y="193752"/>
                        </a:lnTo>
                        <a:lnTo>
                          <a:pt x="2609242" y="130458"/>
                        </a:lnTo>
                        <a:lnTo>
                          <a:pt x="2691151" y="130458"/>
                        </a:lnTo>
                        <a:lnTo>
                          <a:pt x="2691151" y="193752"/>
                        </a:lnTo>
                        <a:close/>
                        <a:moveTo>
                          <a:pt x="2795398" y="193752"/>
                        </a:moveTo>
                        <a:lnTo>
                          <a:pt x="2713490" y="193752"/>
                        </a:lnTo>
                        <a:lnTo>
                          <a:pt x="2713490" y="130458"/>
                        </a:lnTo>
                        <a:lnTo>
                          <a:pt x="2795398" y="130458"/>
                        </a:lnTo>
                        <a:lnTo>
                          <a:pt x="2795398" y="193752"/>
                        </a:lnTo>
                        <a:close/>
                        <a:moveTo>
                          <a:pt x="2899646" y="193752"/>
                        </a:moveTo>
                        <a:lnTo>
                          <a:pt x="2817737" y="193752"/>
                        </a:lnTo>
                        <a:lnTo>
                          <a:pt x="2817737" y="130458"/>
                        </a:lnTo>
                        <a:lnTo>
                          <a:pt x="2899646" y="130458"/>
                        </a:lnTo>
                        <a:lnTo>
                          <a:pt x="2899646" y="193752"/>
                        </a:lnTo>
                        <a:close/>
                        <a:moveTo>
                          <a:pt x="3296755" y="193752"/>
                        </a:moveTo>
                        <a:lnTo>
                          <a:pt x="2921985" y="193752"/>
                        </a:lnTo>
                        <a:lnTo>
                          <a:pt x="2921985" y="130458"/>
                        </a:lnTo>
                        <a:lnTo>
                          <a:pt x="3296755" y="130458"/>
                        </a:lnTo>
                        <a:lnTo>
                          <a:pt x="3296755" y="193752"/>
                        </a:lnTo>
                        <a:close/>
                        <a:moveTo>
                          <a:pt x="3722457" y="193752"/>
                        </a:moveTo>
                        <a:lnTo>
                          <a:pt x="3378664" y="193752"/>
                        </a:lnTo>
                        <a:lnTo>
                          <a:pt x="3378664" y="130458"/>
                        </a:lnTo>
                        <a:lnTo>
                          <a:pt x="3722457" y="130458"/>
                        </a:lnTo>
                        <a:lnTo>
                          <a:pt x="3722457" y="193752"/>
                        </a:lnTo>
                        <a:close/>
                        <a:moveTo>
                          <a:pt x="3826704" y="193752"/>
                        </a:moveTo>
                        <a:lnTo>
                          <a:pt x="3744796" y="193752"/>
                        </a:lnTo>
                        <a:lnTo>
                          <a:pt x="3744796" y="130458"/>
                        </a:lnTo>
                        <a:lnTo>
                          <a:pt x="3826704" y="130458"/>
                        </a:lnTo>
                        <a:lnTo>
                          <a:pt x="3826704" y="193752"/>
                        </a:lnTo>
                        <a:close/>
                        <a:moveTo>
                          <a:pt x="3930952" y="193752"/>
                        </a:moveTo>
                        <a:lnTo>
                          <a:pt x="3849043" y="193752"/>
                        </a:lnTo>
                        <a:lnTo>
                          <a:pt x="3849043" y="130458"/>
                        </a:lnTo>
                        <a:lnTo>
                          <a:pt x="3930952" y="130458"/>
                        </a:lnTo>
                        <a:lnTo>
                          <a:pt x="3930952" y="193752"/>
                        </a:lnTo>
                        <a:close/>
                        <a:moveTo>
                          <a:pt x="4035200" y="193752"/>
                        </a:moveTo>
                        <a:lnTo>
                          <a:pt x="3953291" y="193752"/>
                        </a:lnTo>
                        <a:lnTo>
                          <a:pt x="3953291" y="130458"/>
                        </a:lnTo>
                        <a:lnTo>
                          <a:pt x="4035200" y="130458"/>
                        </a:lnTo>
                        <a:lnTo>
                          <a:pt x="4035200" y="193752"/>
                        </a:lnTo>
                        <a:close/>
                        <a:moveTo>
                          <a:pt x="4139447" y="193752"/>
                        </a:moveTo>
                        <a:lnTo>
                          <a:pt x="4057538" y="193752"/>
                        </a:lnTo>
                        <a:lnTo>
                          <a:pt x="4057538" y="130458"/>
                        </a:lnTo>
                        <a:lnTo>
                          <a:pt x="4139447" y="130458"/>
                        </a:lnTo>
                        <a:lnTo>
                          <a:pt x="4139447" y="193752"/>
                        </a:lnTo>
                        <a:close/>
                        <a:moveTo>
                          <a:pt x="4161786" y="193752"/>
                        </a:moveTo>
                        <a:lnTo>
                          <a:pt x="4161786" y="130458"/>
                        </a:lnTo>
                        <a:lnTo>
                          <a:pt x="4521664" y="130458"/>
                        </a:lnTo>
                        <a:lnTo>
                          <a:pt x="4521664" y="193752"/>
                        </a:lnTo>
                        <a:lnTo>
                          <a:pt x="4161786" y="193752"/>
                        </a:lnTo>
                        <a:close/>
                        <a:moveTo>
                          <a:pt x="4702086" y="312073"/>
                        </a:moveTo>
                        <a:lnTo>
                          <a:pt x="4656962" y="312073"/>
                        </a:lnTo>
                        <a:lnTo>
                          <a:pt x="4656962" y="365015"/>
                        </a:lnTo>
                        <a:lnTo>
                          <a:pt x="4446009" y="365015"/>
                        </a:lnTo>
                        <a:lnTo>
                          <a:pt x="4446009" y="330688"/>
                        </a:lnTo>
                        <a:lnTo>
                          <a:pt x="4485698" y="330688"/>
                        </a:lnTo>
                        <a:lnTo>
                          <a:pt x="4485698" y="308349"/>
                        </a:lnTo>
                        <a:lnTo>
                          <a:pt x="4446009" y="308349"/>
                        </a:lnTo>
                        <a:lnTo>
                          <a:pt x="4446009" y="238429"/>
                        </a:lnTo>
                        <a:lnTo>
                          <a:pt x="4702161" y="238429"/>
                        </a:lnTo>
                        <a:lnTo>
                          <a:pt x="4702161" y="312073"/>
                        </a:lnTo>
                        <a:close/>
                        <a:moveTo>
                          <a:pt x="4702086" y="193752"/>
                        </a:moveTo>
                        <a:lnTo>
                          <a:pt x="4583691" y="193752"/>
                        </a:lnTo>
                        <a:lnTo>
                          <a:pt x="4583691" y="130458"/>
                        </a:lnTo>
                        <a:lnTo>
                          <a:pt x="4702086" y="130458"/>
                        </a:lnTo>
                        <a:lnTo>
                          <a:pt x="4702086" y="193752"/>
                        </a:ln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77" name="AutoShape 277"/>
                  <p:cNvSpPr/>
                  <p:nvPr/>
                </p:nvSpPr>
                <p:spPr>
                  <a:xfrm>
                    <a:off x="9395931" y="302317"/>
                    <a:ext cx="2778346" cy="6686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8346" h="668673">
                        <a:moveTo>
                          <a:pt x="2778272" y="424213"/>
                        </a:moveTo>
                        <a:cubicBezTo>
                          <a:pt x="2401566" y="598455"/>
                          <a:pt x="1982938" y="658845"/>
                          <a:pt x="1519557" y="596222"/>
                        </a:cubicBezTo>
                        <a:cubicBezTo>
                          <a:pt x="1014478" y="528014"/>
                          <a:pt x="486613" y="344017"/>
                          <a:pt x="8712" y="0"/>
                        </a:cubicBezTo>
                        <a:lnTo>
                          <a:pt x="0" y="12063"/>
                        </a:lnTo>
                        <a:cubicBezTo>
                          <a:pt x="479911" y="357495"/>
                          <a:pt x="1001819" y="576340"/>
                          <a:pt x="1509281" y="644920"/>
                        </a:cubicBezTo>
                        <a:cubicBezTo>
                          <a:pt x="1626411" y="660706"/>
                          <a:pt x="1743242" y="668674"/>
                          <a:pt x="1859329" y="668674"/>
                        </a:cubicBezTo>
                        <a:cubicBezTo>
                          <a:pt x="2019722" y="668674"/>
                          <a:pt x="2178477" y="653558"/>
                          <a:pt x="2334177" y="623400"/>
                        </a:cubicBezTo>
                        <a:cubicBezTo>
                          <a:pt x="2489953" y="593243"/>
                          <a:pt x="2638431" y="548640"/>
                          <a:pt x="2778346" y="490187"/>
                        </a:cubicBezTo>
                        <a:lnTo>
                          <a:pt x="2778346" y="424213"/>
                        </a:ln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78" name="AutoShape 278"/>
                  <p:cNvSpPr/>
                  <p:nvPr/>
                </p:nvSpPr>
                <p:spPr>
                  <a:xfrm>
                    <a:off x="9797954" y="290850"/>
                    <a:ext cx="2376248" cy="10693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76248" h="1069356">
                        <a:moveTo>
                          <a:pt x="2376249" y="1033093"/>
                        </a:moveTo>
                        <a:cubicBezTo>
                          <a:pt x="2281682" y="1048135"/>
                          <a:pt x="2184508" y="1055507"/>
                          <a:pt x="2085994" y="1054390"/>
                        </a:cubicBezTo>
                        <a:cubicBezTo>
                          <a:pt x="1718372" y="1050443"/>
                          <a:pt x="1338018" y="938898"/>
                          <a:pt x="955504" y="722808"/>
                        </a:cubicBezTo>
                        <a:cubicBezTo>
                          <a:pt x="585872" y="513940"/>
                          <a:pt x="270150" y="240216"/>
                          <a:pt x="10127" y="0"/>
                        </a:cubicBezTo>
                        <a:lnTo>
                          <a:pt x="0" y="10946"/>
                        </a:lnTo>
                        <a:cubicBezTo>
                          <a:pt x="260693" y="251758"/>
                          <a:pt x="562862" y="552065"/>
                          <a:pt x="933835" y="761603"/>
                        </a:cubicBezTo>
                        <a:cubicBezTo>
                          <a:pt x="1318582" y="978959"/>
                          <a:pt x="1715692" y="1065336"/>
                          <a:pt x="2085845" y="1069282"/>
                        </a:cubicBezTo>
                        <a:cubicBezTo>
                          <a:pt x="2092174" y="1069357"/>
                          <a:pt x="2098429" y="1069357"/>
                          <a:pt x="2104759" y="1069357"/>
                        </a:cubicBezTo>
                        <a:cubicBezTo>
                          <a:pt x="2193592" y="1069357"/>
                          <a:pt x="2284957" y="1064293"/>
                          <a:pt x="2376249" y="1053794"/>
                        </a:cubicBezTo>
                        <a:lnTo>
                          <a:pt x="2376249" y="1033093"/>
                        </a:ln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279" name="Group 279"/>
              <p:cNvGrpSpPr/>
              <p:nvPr/>
            </p:nvGrpSpPr>
            <p:grpSpPr>
              <a:xfrm>
                <a:off x="4997578" y="208495"/>
                <a:ext cx="3962300" cy="2655968"/>
                <a:chOff x="4997578" y="208495"/>
                <a:chExt cx="3962300" cy="2655968"/>
              </a:xfrm>
            </p:grpSpPr>
            <p:grpSp>
              <p:nvGrpSpPr>
                <p:cNvPr id="280" name="Group 280"/>
                <p:cNvGrpSpPr/>
                <p:nvPr/>
              </p:nvGrpSpPr>
              <p:grpSpPr>
                <a:xfrm>
                  <a:off x="4997578" y="208495"/>
                  <a:ext cx="1125873" cy="947089"/>
                  <a:chOff x="4997578" y="208495"/>
                  <a:chExt cx="1125873" cy="947089"/>
                </a:xfrm>
              </p:grpSpPr>
              <p:grpSp>
                <p:nvGrpSpPr>
                  <p:cNvPr id="281" name="Group 281"/>
                  <p:cNvGrpSpPr/>
                  <p:nvPr/>
                </p:nvGrpSpPr>
                <p:grpSpPr>
                  <a:xfrm>
                    <a:off x="4997578" y="208495"/>
                    <a:ext cx="1125873" cy="947089"/>
                    <a:chOff x="4997578" y="208495"/>
                    <a:chExt cx="1125873" cy="947089"/>
                  </a:xfrm>
                </p:grpSpPr>
                <p:sp>
                  <p:nvSpPr>
                    <p:cNvPr id="282" name="AutoShape 282"/>
                    <p:cNvSpPr/>
                    <p:nvPr/>
                  </p:nvSpPr>
                  <p:spPr>
                    <a:xfrm>
                      <a:off x="4997578" y="208495"/>
                      <a:ext cx="1125873" cy="9470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25873" h="947013">
                          <a:moveTo>
                            <a:pt x="156818" y="0"/>
                          </a:moveTo>
                          <a:lnTo>
                            <a:pt x="0" y="3351"/>
                          </a:lnTo>
                          <a:cubicBezTo>
                            <a:pt x="198889" y="323987"/>
                            <a:pt x="407310" y="638740"/>
                            <a:pt x="624815" y="947015"/>
                          </a:cubicBezTo>
                          <a:cubicBezTo>
                            <a:pt x="791835" y="891168"/>
                            <a:pt x="958854" y="835321"/>
                            <a:pt x="1125874" y="779474"/>
                          </a:cubicBezTo>
                          <a:cubicBezTo>
                            <a:pt x="1074346" y="519674"/>
                            <a:pt x="1022817" y="259800"/>
                            <a:pt x="971215" y="0"/>
                          </a:cubicBezTo>
                          <a:lnTo>
                            <a:pt x="156818" y="0"/>
                          </a:lnTo>
                          <a:close/>
                        </a:path>
                      </a:pathLst>
                    </a:custGeom>
                    <a:solidFill>
                      <a:srgbClr val="809CAA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83" name="AutoShape 283"/>
                    <p:cNvSpPr/>
                    <p:nvPr/>
                  </p:nvSpPr>
                  <p:spPr>
                    <a:xfrm>
                      <a:off x="4997578" y="208495"/>
                      <a:ext cx="1006807" cy="2509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06807" h="250938">
                          <a:moveTo>
                            <a:pt x="156818" y="0"/>
                          </a:moveTo>
                          <a:lnTo>
                            <a:pt x="0" y="3351"/>
                          </a:lnTo>
                          <a:cubicBezTo>
                            <a:pt x="51454" y="86302"/>
                            <a:pt x="103577" y="168807"/>
                            <a:pt x="156297" y="250939"/>
                          </a:cubicBezTo>
                          <a:cubicBezTo>
                            <a:pt x="163371" y="206410"/>
                            <a:pt x="180348" y="166796"/>
                            <a:pt x="214080" y="141479"/>
                          </a:cubicBezTo>
                          <a:cubicBezTo>
                            <a:pt x="310881" y="67016"/>
                            <a:pt x="452360" y="74463"/>
                            <a:pt x="489591" y="201049"/>
                          </a:cubicBezTo>
                          <a:cubicBezTo>
                            <a:pt x="663610" y="178710"/>
                            <a:pt x="834949" y="175210"/>
                            <a:pt x="1006808" y="179082"/>
                          </a:cubicBezTo>
                          <a:cubicBezTo>
                            <a:pt x="994968" y="119363"/>
                            <a:pt x="983129" y="59644"/>
                            <a:pt x="971289" y="0"/>
                          </a:cubicBezTo>
                          <a:lnTo>
                            <a:pt x="156818" y="0"/>
                          </a:ln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84" name="AutoShape 284"/>
                    <p:cNvSpPr/>
                    <p:nvPr/>
                  </p:nvSpPr>
                  <p:spPr>
                    <a:xfrm>
                      <a:off x="5461478" y="423292"/>
                      <a:ext cx="661973" cy="7322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61973" h="732291">
                          <a:moveTo>
                            <a:pt x="661974" y="564676"/>
                          </a:moveTo>
                          <a:cubicBezTo>
                            <a:pt x="633380" y="420442"/>
                            <a:pt x="604712" y="276208"/>
                            <a:pt x="576118" y="132049"/>
                          </a:cubicBezTo>
                          <a:cubicBezTo>
                            <a:pt x="467031" y="-7345"/>
                            <a:pt x="236272" y="-41002"/>
                            <a:pt x="115047" y="53267"/>
                          </a:cubicBezTo>
                          <a:cubicBezTo>
                            <a:pt x="-48920" y="193108"/>
                            <a:pt x="-16082" y="417315"/>
                            <a:pt x="79975" y="616651"/>
                          </a:cubicBezTo>
                          <a:cubicBezTo>
                            <a:pt x="106781" y="655297"/>
                            <a:pt x="133811" y="693794"/>
                            <a:pt x="160916" y="732291"/>
                          </a:cubicBezTo>
                          <a:cubicBezTo>
                            <a:pt x="327935" y="676370"/>
                            <a:pt x="494954" y="620523"/>
                            <a:pt x="661974" y="564676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85" name="AutoShape 285"/>
                    <p:cNvSpPr/>
                    <p:nvPr/>
                  </p:nvSpPr>
                  <p:spPr>
                    <a:xfrm>
                      <a:off x="5506671" y="501372"/>
                      <a:ext cx="591744" cy="6067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744" h="606764">
                          <a:moveTo>
                            <a:pt x="571060" y="499925"/>
                          </a:moveTo>
                          <a:cubicBezTo>
                            <a:pt x="601590" y="455471"/>
                            <a:pt x="592208" y="395975"/>
                            <a:pt x="581485" y="343107"/>
                          </a:cubicBezTo>
                          <a:cubicBezTo>
                            <a:pt x="559593" y="234838"/>
                            <a:pt x="531148" y="116070"/>
                            <a:pt x="440900" y="52479"/>
                          </a:cubicBezTo>
                          <a:cubicBezTo>
                            <a:pt x="381553" y="10632"/>
                            <a:pt x="305452" y="951"/>
                            <a:pt x="232851" y="58"/>
                          </a:cubicBezTo>
                          <a:cubicBezTo>
                            <a:pt x="168739" y="-761"/>
                            <a:pt x="98893" y="6685"/>
                            <a:pt x="52578" y="50990"/>
                          </a:cubicBezTo>
                          <a:cubicBezTo>
                            <a:pt x="-3865" y="104827"/>
                            <a:pt x="-6024" y="193809"/>
                            <a:pt x="5741" y="270953"/>
                          </a:cubicBezTo>
                          <a:cubicBezTo>
                            <a:pt x="18176" y="352563"/>
                            <a:pt x="41706" y="432536"/>
                            <a:pt x="75512" y="507892"/>
                          </a:cubicBezTo>
                          <a:cubicBezTo>
                            <a:pt x="91745" y="544081"/>
                            <a:pt x="112892" y="581685"/>
                            <a:pt x="149081" y="597769"/>
                          </a:cubicBezTo>
                          <a:cubicBezTo>
                            <a:pt x="180355" y="611693"/>
                            <a:pt x="216470" y="606704"/>
                            <a:pt x="250276" y="601045"/>
                          </a:cubicBezTo>
                          <a:cubicBezTo>
                            <a:pt x="313494" y="590471"/>
                            <a:pt x="376564" y="578706"/>
                            <a:pt x="439411" y="565675"/>
                          </a:cubicBezTo>
                          <a:cubicBezTo>
                            <a:pt x="488630" y="555399"/>
                            <a:pt x="542541" y="541400"/>
                            <a:pt x="571060" y="499925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86" name="AutoShape 286"/>
                    <p:cNvSpPr/>
                    <p:nvPr/>
                  </p:nvSpPr>
                  <p:spPr>
                    <a:xfrm>
                      <a:off x="5239703" y="329124"/>
                      <a:ext cx="209393" cy="3344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9392" h="334485">
                          <a:moveTo>
                            <a:pt x="107254" y="334486"/>
                          </a:moveTo>
                          <a:lnTo>
                            <a:pt x="107254" y="334486"/>
                          </a:lnTo>
                          <a:cubicBezTo>
                            <a:pt x="103233" y="334486"/>
                            <a:pt x="99212" y="334114"/>
                            <a:pt x="95414" y="333443"/>
                          </a:cubicBezTo>
                          <a:cubicBezTo>
                            <a:pt x="52002" y="325699"/>
                            <a:pt x="29515" y="279681"/>
                            <a:pt x="19983" y="252949"/>
                          </a:cubicBezTo>
                          <a:cubicBezTo>
                            <a:pt x="1368" y="200900"/>
                            <a:pt x="-4366" y="144383"/>
                            <a:pt x="3304" y="89653"/>
                          </a:cubicBezTo>
                          <a:cubicBezTo>
                            <a:pt x="9037" y="48848"/>
                            <a:pt x="23856" y="21445"/>
                            <a:pt x="47460" y="8265"/>
                          </a:cubicBezTo>
                          <a:cubicBezTo>
                            <a:pt x="67342" y="-2829"/>
                            <a:pt x="94893" y="-2681"/>
                            <a:pt x="117902" y="8265"/>
                          </a:cubicBezTo>
                          <a:cubicBezTo>
                            <a:pt x="136592" y="17126"/>
                            <a:pt x="153793" y="32764"/>
                            <a:pt x="169132" y="54805"/>
                          </a:cubicBezTo>
                          <a:cubicBezTo>
                            <a:pt x="207629" y="110205"/>
                            <a:pt x="219394" y="181987"/>
                            <a:pt x="200630" y="246769"/>
                          </a:cubicBezTo>
                          <a:cubicBezTo>
                            <a:pt x="192885" y="273576"/>
                            <a:pt x="180897" y="294797"/>
                            <a:pt x="165111" y="309913"/>
                          </a:cubicBezTo>
                          <a:cubicBezTo>
                            <a:pt x="148729" y="325550"/>
                            <a:pt x="127656" y="334486"/>
                            <a:pt x="107254" y="334486"/>
                          </a:cubicBezTo>
                          <a:close/>
                          <a:moveTo>
                            <a:pt x="81192" y="14669"/>
                          </a:moveTo>
                          <a:cubicBezTo>
                            <a:pt x="71512" y="14669"/>
                            <a:pt x="62353" y="16903"/>
                            <a:pt x="54683" y="21222"/>
                          </a:cubicBezTo>
                          <a:cubicBezTo>
                            <a:pt x="35397" y="32019"/>
                            <a:pt x="23036" y="55698"/>
                            <a:pt x="18048" y="91663"/>
                          </a:cubicBezTo>
                          <a:cubicBezTo>
                            <a:pt x="10750" y="144085"/>
                            <a:pt x="16260" y="198070"/>
                            <a:pt x="33982" y="247886"/>
                          </a:cubicBezTo>
                          <a:cubicBezTo>
                            <a:pt x="42397" y="271565"/>
                            <a:pt x="61980" y="312296"/>
                            <a:pt x="97946" y="318700"/>
                          </a:cubicBezTo>
                          <a:cubicBezTo>
                            <a:pt x="116934" y="322051"/>
                            <a:pt x="138602" y="314530"/>
                            <a:pt x="154761" y="299042"/>
                          </a:cubicBezTo>
                          <a:cubicBezTo>
                            <a:pt x="168611" y="285787"/>
                            <a:pt x="179184" y="266799"/>
                            <a:pt x="186258" y="242525"/>
                          </a:cubicBezTo>
                          <a:cubicBezTo>
                            <a:pt x="203831" y="181987"/>
                            <a:pt x="192885" y="114970"/>
                            <a:pt x="156846" y="63219"/>
                          </a:cubicBezTo>
                          <a:cubicBezTo>
                            <a:pt x="143070" y="43337"/>
                            <a:pt x="127805" y="29413"/>
                            <a:pt x="111498" y="21669"/>
                          </a:cubicBezTo>
                          <a:cubicBezTo>
                            <a:pt x="101892" y="17126"/>
                            <a:pt x="91393" y="14669"/>
                            <a:pt x="81192" y="14669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87" name="AutoShape 287"/>
                    <p:cNvSpPr/>
                    <p:nvPr/>
                  </p:nvSpPr>
                  <p:spPr>
                    <a:xfrm>
                      <a:off x="5285096" y="403187"/>
                      <a:ext cx="106115" cy="2016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6115" h="201600">
                          <a:moveTo>
                            <a:pt x="105048" y="117083"/>
                          </a:moveTo>
                          <a:cubicBezTo>
                            <a:pt x="107803" y="78139"/>
                            <a:pt x="107431" y="32195"/>
                            <a:pt x="76008" y="9038"/>
                          </a:cubicBezTo>
                          <a:cubicBezTo>
                            <a:pt x="66104" y="1740"/>
                            <a:pt x="53073" y="-2281"/>
                            <a:pt x="41308" y="1368"/>
                          </a:cubicBezTo>
                          <a:cubicBezTo>
                            <a:pt x="25373" y="6357"/>
                            <a:pt x="16661" y="23334"/>
                            <a:pt x="11523" y="39195"/>
                          </a:cubicBezTo>
                          <a:cubicBezTo>
                            <a:pt x="1545" y="69725"/>
                            <a:pt x="-2029" y="102265"/>
                            <a:pt x="1098" y="134209"/>
                          </a:cubicBezTo>
                          <a:cubicBezTo>
                            <a:pt x="4077" y="164888"/>
                            <a:pt x="20757" y="201151"/>
                            <a:pt x="51584" y="201598"/>
                          </a:cubicBezTo>
                          <a:cubicBezTo>
                            <a:pt x="70051" y="201821"/>
                            <a:pt x="86358" y="187822"/>
                            <a:pt x="94400" y="171143"/>
                          </a:cubicBezTo>
                          <a:cubicBezTo>
                            <a:pt x="102442" y="154463"/>
                            <a:pt x="103708" y="135549"/>
                            <a:pt x="105048" y="117083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288" name="AutoShape 288"/>
                  <p:cNvSpPr/>
                  <p:nvPr/>
                </p:nvSpPr>
                <p:spPr>
                  <a:xfrm>
                    <a:off x="5577606" y="549483"/>
                    <a:ext cx="380762" cy="3073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0762" h="307356">
                        <a:moveTo>
                          <a:pt x="165193" y="143911"/>
                        </a:moveTo>
                        <a:cubicBezTo>
                          <a:pt x="192446" y="117775"/>
                          <a:pt x="230050" y="104446"/>
                          <a:pt x="267654" y="100053"/>
                        </a:cubicBezTo>
                        <a:cubicBezTo>
                          <a:pt x="305183" y="95660"/>
                          <a:pt x="343158" y="99457"/>
                          <a:pt x="380762" y="103180"/>
                        </a:cubicBezTo>
                        <a:cubicBezTo>
                          <a:pt x="358349" y="60364"/>
                          <a:pt x="314491" y="31994"/>
                          <a:pt x="268249" y="17846"/>
                        </a:cubicBezTo>
                        <a:cubicBezTo>
                          <a:pt x="222008" y="3698"/>
                          <a:pt x="173086" y="1986"/>
                          <a:pt x="124760" y="348"/>
                        </a:cubicBezTo>
                        <a:cubicBezTo>
                          <a:pt x="98400" y="-546"/>
                          <a:pt x="70030" y="-844"/>
                          <a:pt x="48361" y="14198"/>
                        </a:cubicBezTo>
                        <a:cubicBezTo>
                          <a:pt x="22672" y="32069"/>
                          <a:pt x="14406" y="65800"/>
                          <a:pt x="9790" y="96702"/>
                        </a:cubicBezTo>
                        <a:cubicBezTo>
                          <a:pt x="-709" y="166325"/>
                          <a:pt x="-2794" y="237287"/>
                          <a:pt x="3684" y="307357"/>
                        </a:cubicBezTo>
                        <a:cubicBezTo>
                          <a:pt x="14704" y="244883"/>
                          <a:pt x="32799" y="183674"/>
                          <a:pt x="57520" y="125296"/>
                        </a:cubicBezTo>
                        <a:cubicBezTo>
                          <a:pt x="61988" y="114722"/>
                          <a:pt x="67498" y="103404"/>
                          <a:pt x="77849" y="98638"/>
                        </a:cubicBezTo>
                        <a:cubicBezTo>
                          <a:pt x="93486" y="91341"/>
                          <a:pt x="111431" y="102361"/>
                          <a:pt x="123717" y="114499"/>
                        </a:cubicBezTo>
                        <a:cubicBezTo>
                          <a:pt x="135929" y="126785"/>
                          <a:pt x="148067" y="141603"/>
                          <a:pt x="165193" y="143911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89" name="AutoShape 289"/>
                  <p:cNvSpPr/>
                  <p:nvPr/>
                </p:nvSpPr>
                <p:spPr>
                  <a:xfrm>
                    <a:off x="5768787" y="670136"/>
                    <a:ext cx="232918" cy="45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918" h="45523">
                        <a:moveTo>
                          <a:pt x="86525" y="3452"/>
                        </a:moveTo>
                        <a:cubicBezTo>
                          <a:pt x="113183" y="27"/>
                          <a:pt x="140436" y="-2133"/>
                          <a:pt x="166796" y="3303"/>
                        </a:cubicBezTo>
                        <a:cubicBezTo>
                          <a:pt x="193156" y="8739"/>
                          <a:pt x="218696" y="22738"/>
                          <a:pt x="232919" y="45523"/>
                        </a:cubicBezTo>
                        <a:cubicBezTo>
                          <a:pt x="158680" y="18940"/>
                          <a:pt x="76845" y="14026"/>
                          <a:pt x="0" y="31673"/>
                        </a:cubicBezTo>
                        <a:cubicBezTo>
                          <a:pt x="24573" y="13281"/>
                          <a:pt x="56070" y="7324"/>
                          <a:pt x="86525" y="3452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290" name="Group 290"/>
                <p:cNvGrpSpPr/>
                <p:nvPr/>
              </p:nvGrpSpPr>
              <p:grpSpPr>
                <a:xfrm>
                  <a:off x="5652442" y="733156"/>
                  <a:ext cx="623334" cy="934625"/>
                  <a:chOff x="5652442" y="733156"/>
                  <a:chExt cx="623334" cy="934625"/>
                </a:xfrm>
              </p:grpSpPr>
              <p:sp>
                <p:nvSpPr>
                  <p:cNvPr id="291" name="AutoShape 291"/>
                  <p:cNvSpPr/>
                  <p:nvPr/>
                </p:nvSpPr>
                <p:spPr>
                  <a:xfrm>
                    <a:off x="5652442" y="733156"/>
                    <a:ext cx="623332" cy="934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3332" h="934624">
                        <a:moveTo>
                          <a:pt x="360284" y="44382"/>
                        </a:moveTo>
                        <a:cubicBezTo>
                          <a:pt x="494987" y="204104"/>
                          <a:pt x="584565" y="401504"/>
                          <a:pt x="616138" y="608063"/>
                        </a:cubicBezTo>
                        <a:cubicBezTo>
                          <a:pt x="630955" y="704939"/>
                          <a:pt x="628126" y="816930"/>
                          <a:pt x="556567" y="883872"/>
                        </a:cubicBezTo>
                        <a:cubicBezTo>
                          <a:pt x="501391" y="935475"/>
                          <a:pt x="416057" y="945900"/>
                          <a:pt x="343902" y="923412"/>
                        </a:cubicBezTo>
                        <a:cubicBezTo>
                          <a:pt x="271748" y="900924"/>
                          <a:pt x="211508" y="849992"/>
                          <a:pt x="162810" y="792209"/>
                        </a:cubicBezTo>
                        <a:cubicBezTo>
                          <a:pt x="13959" y="615584"/>
                          <a:pt x="-38239" y="362113"/>
                          <a:pt x="28777" y="141034"/>
                        </a:cubicBezTo>
                        <a:cubicBezTo>
                          <a:pt x="43148" y="93527"/>
                          <a:pt x="64072" y="45573"/>
                          <a:pt x="102793" y="14522"/>
                        </a:cubicBezTo>
                        <a:cubicBezTo>
                          <a:pt x="141513" y="-16603"/>
                          <a:pt x="328265" y="6480"/>
                          <a:pt x="360284" y="44382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92" name="AutoShape 292"/>
                  <p:cNvSpPr/>
                  <p:nvPr/>
                </p:nvSpPr>
                <p:spPr>
                  <a:xfrm>
                    <a:off x="5766999" y="733184"/>
                    <a:ext cx="508776" cy="93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8775" h="930383">
                        <a:moveTo>
                          <a:pt x="501580" y="608035"/>
                        </a:moveTo>
                        <a:cubicBezTo>
                          <a:pt x="470008" y="401476"/>
                          <a:pt x="380429" y="204076"/>
                          <a:pt x="245726" y="44353"/>
                        </a:cubicBezTo>
                        <a:cubicBezTo>
                          <a:pt x="216239" y="9356"/>
                          <a:pt x="55177" y="-12908"/>
                          <a:pt x="0" y="8239"/>
                        </a:cubicBezTo>
                        <a:cubicBezTo>
                          <a:pt x="193230" y="153218"/>
                          <a:pt x="316838" y="401848"/>
                          <a:pt x="338209" y="636926"/>
                        </a:cubicBezTo>
                        <a:cubicBezTo>
                          <a:pt x="347219" y="733132"/>
                          <a:pt x="351389" y="831795"/>
                          <a:pt x="347293" y="930383"/>
                        </a:cubicBezTo>
                        <a:cubicBezTo>
                          <a:pt x="382589" y="923607"/>
                          <a:pt x="415799" y="908491"/>
                          <a:pt x="442084" y="883844"/>
                        </a:cubicBezTo>
                        <a:cubicBezTo>
                          <a:pt x="513568" y="816902"/>
                          <a:pt x="516398" y="704911"/>
                          <a:pt x="501580" y="608035"/>
                        </a:cubicBezTo>
                        <a:close/>
                      </a:path>
                    </a:pathLst>
                  </a:custGeom>
                  <a:solidFill>
                    <a:srgbClr val="007888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93" name="AutoShape 293"/>
                  <p:cNvSpPr/>
                  <p:nvPr/>
                </p:nvSpPr>
                <p:spPr>
                  <a:xfrm>
                    <a:off x="5678303" y="813130"/>
                    <a:ext cx="353018" cy="7699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3018" h="769938">
                        <a:moveTo>
                          <a:pt x="352740" y="613348"/>
                        </a:moveTo>
                        <a:cubicBezTo>
                          <a:pt x="353857" y="646037"/>
                          <a:pt x="352070" y="679769"/>
                          <a:pt x="338816" y="709702"/>
                        </a:cubicBezTo>
                        <a:cubicBezTo>
                          <a:pt x="325562" y="739636"/>
                          <a:pt x="298755" y="765326"/>
                          <a:pt x="266289" y="769347"/>
                        </a:cubicBezTo>
                        <a:cubicBezTo>
                          <a:pt x="213198" y="775900"/>
                          <a:pt x="171201" y="726829"/>
                          <a:pt x="142533" y="681705"/>
                        </a:cubicBezTo>
                        <a:cubicBezTo>
                          <a:pt x="77155" y="578797"/>
                          <a:pt x="22648" y="466359"/>
                          <a:pt x="5373" y="345655"/>
                        </a:cubicBezTo>
                        <a:cubicBezTo>
                          <a:pt x="-11903" y="224951"/>
                          <a:pt x="11627" y="94716"/>
                          <a:pt x="88398" y="0"/>
                        </a:cubicBezTo>
                        <a:cubicBezTo>
                          <a:pt x="216548" y="186007"/>
                          <a:pt x="345294" y="387652"/>
                          <a:pt x="352740" y="613348"/>
                        </a:cubicBez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94" name="AutoShape 294"/>
                  <p:cNvSpPr/>
                  <p:nvPr/>
                </p:nvSpPr>
                <p:spPr>
                  <a:xfrm>
                    <a:off x="5887568" y="1343824"/>
                    <a:ext cx="91741" cy="165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741" h="165959">
                        <a:moveTo>
                          <a:pt x="89341" y="94122"/>
                        </a:moveTo>
                        <a:cubicBezTo>
                          <a:pt x="91947" y="72156"/>
                          <a:pt x="94404" y="48849"/>
                          <a:pt x="85394" y="28595"/>
                        </a:cubicBezTo>
                        <a:cubicBezTo>
                          <a:pt x="76459" y="8341"/>
                          <a:pt x="51588" y="-6626"/>
                          <a:pt x="31707" y="2980"/>
                        </a:cubicBezTo>
                        <a:cubicBezTo>
                          <a:pt x="18750" y="9235"/>
                          <a:pt x="11825" y="23606"/>
                          <a:pt x="7581" y="37382"/>
                        </a:cubicBezTo>
                        <a:cubicBezTo>
                          <a:pt x="-1206" y="66050"/>
                          <a:pt x="-2397" y="97026"/>
                          <a:pt x="4230" y="126290"/>
                        </a:cubicBezTo>
                        <a:cubicBezTo>
                          <a:pt x="7581" y="141182"/>
                          <a:pt x="14283" y="157117"/>
                          <a:pt x="28207" y="163447"/>
                        </a:cubicBezTo>
                        <a:cubicBezTo>
                          <a:pt x="44663" y="170893"/>
                          <a:pt x="64843" y="160841"/>
                          <a:pt x="74821" y="145799"/>
                        </a:cubicBezTo>
                        <a:cubicBezTo>
                          <a:pt x="84799" y="130758"/>
                          <a:pt x="87181" y="112068"/>
                          <a:pt x="89341" y="94122"/>
                        </a:cubicBezTo>
                        <a:close/>
                      </a:path>
                    </a:pathLst>
                  </a:custGeom>
                  <a:solidFill>
                    <a:srgbClr val="007888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295" name="Group 295"/>
                <p:cNvGrpSpPr/>
                <p:nvPr/>
              </p:nvGrpSpPr>
              <p:grpSpPr>
                <a:xfrm>
                  <a:off x="6031230" y="500537"/>
                  <a:ext cx="2276863" cy="1633633"/>
                  <a:chOff x="6031230" y="500537"/>
                  <a:chExt cx="2276863" cy="1633633"/>
                </a:xfrm>
              </p:grpSpPr>
              <p:grpSp>
                <p:nvGrpSpPr>
                  <p:cNvPr id="296" name="Group 296"/>
                  <p:cNvGrpSpPr/>
                  <p:nvPr/>
                </p:nvGrpSpPr>
                <p:grpSpPr>
                  <a:xfrm>
                    <a:off x="6031230" y="500537"/>
                    <a:ext cx="2276863" cy="1633633"/>
                    <a:chOff x="6031230" y="500537"/>
                    <a:chExt cx="2276863" cy="1633633"/>
                  </a:xfrm>
                </p:grpSpPr>
                <p:sp>
                  <p:nvSpPr>
                    <p:cNvPr id="297" name="AutoShape 297"/>
                    <p:cNvSpPr/>
                    <p:nvPr/>
                  </p:nvSpPr>
                  <p:spPr>
                    <a:xfrm>
                      <a:off x="6031230" y="500537"/>
                      <a:ext cx="2276863" cy="16336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76863" h="1633633">
                          <a:moveTo>
                            <a:pt x="1824" y="1326327"/>
                          </a:moveTo>
                          <a:cubicBezTo>
                            <a:pt x="-8303" y="1133767"/>
                            <a:pt x="22450" y="933090"/>
                            <a:pt x="126772" y="763688"/>
                          </a:cubicBezTo>
                          <a:cubicBezTo>
                            <a:pt x="706165" y="469933"/>
                            <a:pt x="1304993" y="214527"/>
                            <a:pt x="1918191" y="0"/>
                          </a:cubicBezTo>
                          <a:cubicBezTo>
                            <a:pt x="2373456" y="233217"/>
                            <a:pt x="2297653" y="504633"/>
                            <a:pt x="2212244" y="776719"/>
                          </a:cubicBezTo>
                          <a:cubicBezTo>
                            <a:pt x="1550794" y="1017233"/>
                            <a:pt x="884651" y="1259981"/>
                            <a:pt x="281654" y="1622837"/>
                          </a:cubicBezTo>
                          <a:cubicBezTo>
                            <a:pt x="275622" y="1626485"/>
                            <a:pt x="269516" y="1630060"/>
                            <a:pt x="263187" y="1633634"/>
                          </a:cubicBezTo>
                          <a:cubicBezTo>
                            <a:pt x="118879" y="1597296"/>
                            <a:pt x="7855" y="1520078"/>
                            <a:pt x="1824" y="1326327"/>
                          </a:cubicBezTo>
                          <a:close/>
                        </a:path>
                      </a:pathLst>
                    </a:custGeom>
                    <a:solidFill>
                      <a:srgbClr val="809CAA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98" name="AutoShape 298"/>
                    <p:cNvSpPr/>
                    <p:nvPr/>
                  </p:nvSpPr>
                  <p:spPr>
                    <a:xfrm>
                      <a:off x="6060084" y="500537"/>
                      <a:ext cx="1963204" cy="10027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63204" h="1002787">
                          <a:moveTo>
                            <a:pt x="52571" y="958929"/>
                          </a:moveTo>
                          <a:cubicBezTo>
                            <a:pt x="663163" y="601508"/>
                            <a:pt x="1221632" y="251534"/>
                            <a:pt x="1891795" y="50486"/>
                          </a:cubicBezTo>
                          <a:cubicBezTo>
                            <a:pt x="1914804" y="43263"/>
                            <a:pt x="1938707" y="40582"/>
                            <a:pt x="1963205" y="40954"/>
                          </a:cubicBezTo>
                          <a:cubicBezTo>
                            <a:pt x="1940270" y="27179"/>
                            <a:pt x="1915772" y="13552"/>
                            <a:pt x="1889338" y="0"/>
                          </a:cubicBezTo>
                          <a:cubicBezTo>
                            <a:pt x="1276139" y="214527"/>
                            <a:pt x="677311" y="469859"/>
                            <a:pt x="97918" y="763688"/>
                          </a:cubicBezTo>
                          <a:cubicBezTo>
                            <a:pt x="51900" y="838448"/>
                            <a:pt x="20179" y="919240"/>
                            <a:pt x="0" y="1002787"/>
                          </a:cubicBezTo>
                          <a:cubicBezTo>
                            <a:pt x="15339" y="984842"/>
                            <a:pt x="33434" y="969875"/>
                            <a:pt x="52571" y="958929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99" name="AutoShape 299"/>
                    <p:cNvSpPr/>
                    <p:nvPr/>
                  </p:nvSpPr>
                  <p:spPr>
                    <a:xfrm>
                      <a:off x="6038415" y="544619"/>
                      <a:ext cx="2269594" cy="1589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69594" h="1589551">
                          <a:moveTo>
                            <a:pt x="1989937" y="0"/>
                          </a:moveTo>
                          <a:cubicBezTo>
                            <a:pt x="1957918" y="2830"/>
                            <a:pt x="1925974" y="6999"/>
                            <a:pt x="1894252" y="12361"/>
                          </a:cubicBezTo>
                          <a:cubicBezTo>
                            <a:pt x="1777421" y="48028"/>
                            <a:pt x="1663940" y="88089"/>
                            <a:pt x="1552991" y="132022"/>
                          </a:cubicBezTo>
                          <a:cubicBezTo>
                            <a:pt x="1422160" y="208570"/>
                            <a:pt x="1315977" y="319072"/>
                            <a:pt x="1258194" y="468072"/>
                          </a:cubicBezTo>
                          <a:cubicBezTo>
                            <a:pt x="1206070" y="587212"/>
                            <a:pt x="1176285" y="743583"/>
                            <a:pt x="1228409" y="877616"/>
                          </a:cubicBezTo>
                          <a:cubicBezTo>
                            <a:pt x="1101822" y="944632"/>
                            <a:pt x="967790" y="1019094"/>
                            <a:pt x="833757" y="1078664"/>
                          </a:cubicBezTo>
                          <a:cubicBezTo>
                            <a:pt x="595477" y="1175466"/>
                            <a:pt x="372089" y="1272267"/>
                            <a:pt x="141255" y="1369068"/>
                          </a:cubicBezTo>
                          <a:cubicBezTo>
                            <a:pt x="88462" y="1391035"/>
                            <a:pt x="40880" y="1371451"/>
                            <a:pt x="0" y="1339432"/>
                          </a:cubicBezTo>
                          <a:cubicBezTo>
                            <a:pt x="24424" y="1491708"/>
                            <a:pt x="126810" y="1557012"/>
                            <a:pt x="256002" y="1589552"/>
                          </a:cubicBezTo>
                          <a:cubicBezTo>
                            <a:pt x="262257" y="1585978"/>
                            <a:pt x="268437" y="1582403"/>
                            <a:pt x="274469" y="1578755"/>
                          </a:cubicBezTo>
                          <a:cubicBezTo>
                            <a:pt x="877541" y="1215899"/>
                            <a:pt x="1543683" y="973151"/>
                            <a:pt x="2205059" y="732637"/>
                          </a:cubicBezTo>
                          <a:cubicBezTo>
                            <a:pt x="2285106" y="477528"/>
                            <a:pt x="2356591" y="222941"/>
                            <a:pt x="1989937" y="0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00" name="AutoShape 300"/>
                    <p:cNvSpPr/>
                    <p:nvPr/>
                  </p:nvSpPr>
                  <p:spPr>
                    <a:xfrm>
                      <a:off x="6148173" y="1129820"/>
                      <a:ext cx="2137595" cy="1004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37595" h="1004349">
                          <a:moveTo>
                            <a:pt x="2071771" y="31796"/>
                          </a:moveTo>
                          <a:cubicBezTo>
                            <a:pt x="1394162" y="329646"/>
                            <a:pt x="731446" y="620050"/>
                            <a:pt x="53836" y="932792"/>
                          </a:cubicBezTo>
                          <a:cubicBezTo>
                            <a:pt x="35891" y="941728"/>
                            <a:pt x="17946" y="943440"/>
                            <a:pt x="0" y="940909"/>
                          </a:cubicBezTo>
                          <a:cubicBezTo>
                            <a:pt x="41327" y="970768"/>
                            <a:pt x="91365" y="990575"/>
                            <a:pt x="146245" y="1004351"/>
                          </a:cubicBezTo>
                          <a:cubicBezTo>
                            <a:pt x="152499" y="1000777"/>
                            <a:pt x="158680" y="997202"/>
                            <a:pt x="164711" y="993554"/>
                          </a:cubicBezTo>
                          <a:cubicBezTo>
                            <a:pt x="767783" y="630698"/>
                            <a:pt x="1433925" y="387950"/>
                            <a:pt x="2095301" y="147436"/>
                          </a:cubicBezTo>
                          <a:cubicBezTo>
                            <a:pt x="2110715" y="98216"/>
                            <a:pt x="2125831" y="48996"/>
                            <a:pt x="2137596" y="0"/>
                          </a:cubicBezTo>
                          <a:cubicBezTo>
                            <a:pt x="2115853" y="10946"/>
                            <a:pt x="2094036" y="21594"/>
                            <a:pt x="2071771" y="31796"/>
                          </a:cubicBezTo>
                          <a:close/>
                        </a:path>
                      </a:pathLst>
                    </a:custGeom>
                    <a:solidFill>
                      <a:srgbClr val="809CAA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01" name="AutoShape 301"/>
                    <p:cNvSpPr/>
                    <p:nvPr/>
                  </p:nvSpPr>
                  <p:spPr>
                    <a:xfrm>
                      <a:off x="7320082" y="618291"/>
                      <a:ext cx="952251" cy="8446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2251" h="844687">
                          <a:moveTo>
                            <a:pt x="59776" y="376081"/>
                          </a:moveTo>
                          <a:cubicBezTo>
                            <a:pt x="139973" y="226337"/>
                            <a:pt x="272069" y="127078"/>
                            <a:pt x="409750" y="62296"/>
                          </a:cubicBezTo>
                          <a:cubicBezTo>
                            <a:pt x="516455" y="12108"/>
                            <a:pt x="634478" y="-20357"/>
                            <a:pt x="745204" y="14640"/>
                          </a:cubicBezTo>
                          <a:cubicBezTo>
                            <a:pt x="855930" y="49637"/>
                            <a:pt x="954593" y="168480"/>
                            <a:pt x="952210" y="306608"/>
                          </a:cubicBezTo>
                          <a:cubicBezTo>
                            <a:pt x="949604" y="460149"/>
                            <a:pt x="833293" y="572737"/>
                            <a:pt x="721153" y="645412"/>
                          </a:cubicBezTo>
                          <a:cubicBezTo>
                            <a:pt x="597024" y="725832"/>
                            <a:pt x="464033" y="786444"/>
                            <a:pt x="326799" y="825090"/>
                          </a:cubicBezTo>
                          <a:cubicBezTo>
                            <a:pt x="247198" y="847504"/>
                            <a:pt x="157695" y="860683"/>
                            <a:pt x="88742" y="807666"/>
                          </a:cubicBezTo>
                          <a:cubicBezTo>
                            <a:pt x="32597" y="764478"/>
                            <a:pt x="1547" y="682718"/>
                            <a:pt x="57" y="602373"/>
                          </a:cubicBezTo>
                          <a:cubicBezTo>
                            <a:pt x="-1358" y="522102"/>
                            <a:pt x="23588" y="443544"/>
                            <a:pt x="59776" y="376081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302" name="Group 302"/>
                  <p:cNvGrpSpPr/>
                  <p:nvPr/>
                </p:nvGrpSpPr>
                <p:grpSpPr>
                  <a:xfrm>
                    <a:off x="6099904" y="1495424"/>
                    <a:ext cx="266389" cy="376018"/>
                    <a:chOff x="6099904" y="1495424"/>
                    <a:chExt cx="266389" cy="376018"/>
                  </a:xfrm>
                </p:grpSpPr>
                <p:sp>
                  <p:nvSpPr>
                    <p:cNvPr id="303" name="AutoShape 303"/>
                    <p:cNvSpPr/>
                    <p:nvPr/>
                  </p:nvSpPr>
                  <p:spPr>
                    <a:xfrm>
                      <a:off x="6099904" y="1495424"/>
                      <a:ext cx="266389" cy="3760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6389" h="376018">
                          <a:moveTo>
                            <a:pt x="264880" y="113860"/>
                          </a:moveTo>
                          <a:cubicBezTo>
                            <a:pt x="260487" y="74693"/>
                            <a:pt x="244627" y="33739"/>
                            <a:pt x="211044" y="13187"/>
                          </a:cubicBezTo>
                          <a:cubicBezTo>
                            <a:pt x="177015" y="-7663"/>
                            <a:pt x="131220" y="-2376"/>
                            <a:pt x="97563" y="19144"/>
                          </a:cubicBezTo>
                          <a:cubicBezTo>
                            <a:pt x="63906" y="40663"/>
                            <a:pt x="41046" y="75810"/>
                            <a:pt x="25707" y="112669"/>
                          </a:cubicBezTo>
                          <a:cubicBezTo>
                            <a:pt x="5378" y="161814"/>
                            <a:pt x="-3185" y="215725"/>
                            <a:pt x="1060" y="268742"/>
                          </a:cubicBezTo>
                          <a:cubicBezTo>
                            <a:pt x="4113" y="306867"/>
                            <a:pt x="16846" y="348790"/>
                            <a:pt x="50428" y="367107"/>
                          </a:cubicBezTo>
                          <a:cubicBezTo>
                            <a:pt x="87958" y="387585"/>
                            <a:pt x="135465" y="369862"/>
                            <a:pt x="169047" y="343354"/>
                          </a:cubicBezTo>
                          <a:cubicBezTo>
                            <a:pt x="237106" y="289666"/>
                            <a:pt x="274561" y="199864"/>
                            <a:pt x="264880" y="113860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04" name="AutoShape 304"/>
                    <p:cNvSpPr/>
                    <p:nvPr/>
                  </p:nvSpPr>
                  <p:spPr>
                    <a:xfrm>
                      <a:off x="6147630" y="1558607"/>
                      <a:ext cx="162728" cy="2431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2728" h="243181">
                          <a:moveTo>
                            <a:pt x="162350" y="99077"/>
                          </a:moveTo>
                          <a:cubicBezTo>
                            <a:pt x="163914" y="76143"/>
                            <a:pt x="160861" y="52166"/>
                            <a:pt x="148872" y="32582"/>
                          </a:cubicBezTo>
                          <a:cubicBezTo>
                            <a:pt x="136884" y="12924"/>
                            <a:pt x="114843" y="-1447"/>
                            <a:pt x="91908" y="116"/>
                          </a:cubicBezTo>
                          <a:cubicBezTo>
                            <a:pt x="64134" y="1978"/>
                            <a:pt x="42763" y="25359"/>
                            <a:pt x="29062" y="49634"/>
                          </a:cubicBezTo>
                          <a:cubicBezTo>
                            <a:pt x="7691" y="87461"/>
                            <a:pt x="-2361" y="131543"/>
                            <a:pt x="468" y="174880"/>
                          </a:cubicBezTo>
                          <a:cubicBezTo>
                            <a:pt x="2106" y="199601"/>
                            <a:pt x="10074" y="227153"/>
                            <a:pt x="32189" y="238397"/>
                          </a:cubicBezTo>
                          <a:cubicBezTo>
                            <a:pt x="58102" y="251576"/>
                            <a:pt x="89600" y="235492"/>
                            <a:pt x="110077" y="214866"/>
                          </a:cubicBezTo>
                          <a:cubicBezTo>
                            <a:pt x="140458" y="184113"/>
                            <a:pt x="159371" y="142191"/>
                            <a:pt x="162350" y="99077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05" name="AutoShape 305"/>
                    <p:cNvSpPr/>
                    <p:nvPr/>
                  </p:nvSpPr>
                  <p:spPr>
                    <a:xfrm>
                      <a:off x="6193800" y="1590370"/>
                      <a:ext cx="101276" cy="1351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1276" h="135149">
                          <a:moveTo>
                            <a:pt x="39856" y="135149"/>
                          </a:moveTo>
                          <a:lnTo>
                            <a:pt x="39856" y="135149"/>
                          </a:lnTo>
                          <a:cubicBezTo>
                            <a:pt x="34197" y="135149"/>
                            <a:pt x="28910" y="133958"/>
                            <a:pt x="23996" y="131650"/>
                          </a:cubicBezTo>
                          <a:cubicBezTo>
                            <a:pt x="11263" y="125618"/>
                            <a:pt x="2178" y="111694"/>
                            <a:pt x="391" y="95461"/>
                          </a:cubicBezTo>
                          <a:cubicBezTo>
                            <a:pt x="-1247" y="81090"/>
                            <a:pt x="2551" y="67165"/>
                            <a:pt x="6422" y="55400"/>
                          </a:cubicBezTo>
                          <a:cubicBezTo>
                            <a:pt x="11784" y="39167"/>
                            <a:pt x="27942" y="1266"/>
                            <a:pt x="61674" y="0"/>
                          </a:cubicBezTo>
                          <a:lnTo>
                            <a:pt x="63163" y="0"/>
                          </a:lnTo>
                          <a:cubicBezTo>
                            <a:pt x="72024" y="0"/>
                            <a:pt x="80438" y="2830"/>
                            <a:pt x="86842" y="8042"/>
                          </a:cubicBezTo>
                          <a:cubicBezTo>
                            <a:pt x="101362" y="19733"/>
                            <a:pt x="104862" y="39986"/>
                            <a:pt x="97639" y="69920"/>
                          </a:cubicBezTo>
                          <a:cubicBezTo>
                            <a:pt x="93842" y="85706"/>
                            <a:pt x="88778" y="103726"/>
                            <a:pt x="76715" y="117502"/>
                          </a:cubicBezTo>
                          <a:cubicBezTo>
                            <a:pt x="67184" y="128373"/>
                            <a:pt x="53111" y="135149"/>
                            <a:pt x="39856" y="135149"/>
                          </a:cubicBezTo>
                          <a:close/>
                          <a:moveTo>
                            <a:pt x="63163" y="14893"/>
                          </a:moveTo>
                          <a:lnTo>
                            <a:pt x="62195" y="14893"/>
                          </a:lnTo>
                          <a:cubicBezTo>
                            <a:pt x="37101" y="15861"/>
                            <a:pt x="23996" y="49741"/>
                            <a:pt x="20571" y="60091"/>
                          </a:cubicBezTo>
                          <a:cubicBezTo>
                            <a:pt x="17220" y="70293"/>
                            <a:pt x="13943" y="82207"/>
                            <a:pt x="15209" y="93748"/>
                          </a:cubicBezTo>
                          <a:cubicBezTo>
                            <a:pt x="16475" y="104769"/>
                            <a:pt x="22432" y="114374"/>
                            <a:pt x="30399" y="118172"/>
                          </a:cubicBezTo>
                          <a:cubicBezTo>
                            <a:pt x="40824" y="123087"/>
                            <a:pt x="56238" y="118247"/>
                            <a:pt x="65471" y="107673"/>
                          </a:cubicBezTo>
                          <a:cubicBezTo>
                            <a:pt x="75300" y="96429"/>
                            <a:pt x="79619" y="81164"/>
                            <a:pt x="83119" y="66421"/>
                          </a:cubicBezTo>
                          <a:cubicBezTo>
                            <a:pt x="88778" y="42965"/>
                            <a:pt x="86842" y="27253"/>
                            <a:pt x="77385" y="19584"/>
                          </a:cubicBezTo>
                          <a:cubicBezTo>
                            <a:pt x="73662" y="16605"/>
                            <a:pt x="68599" y="14893"/>
                            <a:pt x="63163" y="14893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306" name="Group 306"/>
                  <p:cNvGrpSpPr/>
                  <p:nvPr/>
                </p:nvGrpSpPr>
                <p:grpSpPr>
                  <a:xfrm>
                    <a:off x="7380918" y="961609"/>
                    <a:ext cx="424833" cy="399474"/>
                    <a:chOff x="7380918" y="961609"/>
                    <a:chExt cx="424833" cy="399474"/>
                  </a:xfrm>
                </p:grpSpPr>
                <p:sp>
                  <p:nvSpPr>
                    <p:cNvPr id="307" name="AutoShape 307"/>
                    <p:cNvSpPr/>
                    <p:nvPr/>
                  </p:nvSpPr>
                  <p:spPr>
                    <a:xfrm>
                      <a:off x="7380918" y="963853"/>
                      <a:ext cx="355973" cy="3972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5973" h="397230">
                          <a:moveTo>
                            <a:pt x="342807" y="120173"/>
                          </a:moveTo>
                          <a:cubicBezTo>
                            <a:pt x="368423" y="191880"/>
                            <a:pt x="356806" y="277735"/>
                            <a:pt x="306693" y="335072"/>
                          </a:cubicBezTo>
                          <a:cubicBezTo>
                            <a:pt x="256580" y="392408"/>
                            <a:pt x="167746" y="415044"/>
                            <a:pt x="99240" y="381760"/>
                          </a:cubicBezTo>
                          <a:cubicBezTo>
                            <a:pt x="35575" y="350858"/>
                            <a:pt x="-1656" y="277661"/>
                            <a:pt x="57" y="206921"/>
                          </a:cubicBezTo>
                          <a:cubicBezTo>
                            <a:pt x="1397" y="150255"/>
                            <a:pt x="25597" y="94409"/>
                            <a:pt x="65956" y="54646"/>
                          </a:cubicBezTo>
                          <a:cubicBezTo>
                            <a:pt x="108995" y="12202"/>
                            <a:pt x="173629" y="-11477"/>
                            <a:pt x="231635" y="5575"/>
                          </a:cubicBezTo>
                          <a:cubicBezTo>
                            <a:pt x="284652" y="21137"/>
                            <a:pt x="324192" y="68123"/>
                            <a:pt x="342807" y="120173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08" name="AutoShape 308"/>
                    <p:cNvSpPr/>
                    <p:nvPr/>
                  </p:nvSpPr>
                  <p:spPr>
                    <a:xfrm>
                      <a:off x="7440664" y="1039883"/>
                      <a:ext cx="223490" cy="2237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3490" h="223705">
                          <a:moveTo>
                            <a:pt x="186931" y="27835"/>
                          </a:moveTo>
                          <a:cubicBezTo>
                            <a:pt x="151263" y="-3886"/>
                            <a:pt x="94597" y="-9173"/>
                            <a:pt x="53717" y="15474"/>
                          </a:cubicBezTo>
                          <a:cubicBezTo>
                            <a:pt x="34133" y="27314"/>
                            <a:pt x="18273" y="45185"/>
                            <a:pt x="8965" y="66108"/>
                          </a:cubicBezTo>
                          <a:cubicBezTo>
                            <a:pt x="-13523" y="116520"/>
                            <a:pt x="7848" y="182270"/>
                            <a:pt x="55728" y="209747"/>
                          </a:cubicBezTo>
                          <a:cubicBezTo>
                            <a:pt x="103532" y="237298"/>
                            <a:pt x="171144" y="222703"/>
                            <a:pt x="203461" y="177951"/>
                          </a:cubicBezTo>
                          <a:cubicBezTo>
                            <a:pt x="235703" y="133274"/>
                            <a:pt x="228183" y="64545"/>
                            <a:pt x="186931" y="27835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09" name="AutoShape 309"/>
                    <p:cNvSpPr/>
                    <p:nvPr/>
                  </p:nvSpPr>
                  <p:spPr>
                    <a:xfrm>
                      <a:off x="7526243" y="1092058"/>
                      <a:ext cx="111889" cy="1119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1889" h="111977">
                          <a:moveTo>
                            <a:pt x="93608" y="13933"/>
                          </a:moveTo>
                          <a:cubicBezTo>
                            <a:pt x="75737" y="-1927"/>
                            <a:pt x="47367" y="-4608"/>
                            <a:pt x="26890" y="7753"/>
                          </a:cubicBezTo>
                          <a:cubicBezTo>
                            <a:pt x="17061" y="13635"/>
                            <a:pt x="9168" y="22645"/>
                            <a:pt x="4476" y="33070"/>
                          </a:cubicBezTo>
                          <a:cubicBezTo>
                            <a:pt x="-6767" y="58313"/>
                            <a:pt x="3955" y="91225"/>
                            <a:pt x="27858" y="105001"/>
                          </a:cubicBezTo>
                          <a:cubicBezTo>
                            <a:pt x="51835" y="118776"/>
                            <a:pt x="85640" y="111479"/>
                            <a:pt x="101799" y="89066"/>
                          </a:cubicBezTo>
                          <a:cubicBezTo>
                            <a:pt x="118032" y="66727"/>
                            <a:pt x="114234" y="32251"/>
                            <a:pt x="93608" y="13933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10" name="AutoShape 310"/>
                    <p:cNvSpPr/>
                    <p:nvPr/>
                  </p:nvSpPr>
                  <p:spPr>
                    <a:xfrm>
                      <a:off x="7675847" y="961609"/>
                      <a:ext cx="129905" cy="3558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9905" h="355856">
                          <a:moveTo>
                            <a:pt x="35966" y="355856"/>
                          </a:moveTo>
                          <a:cubicBezTo>
                            <a:pt x="98886" y="316764"/>
                            <a:pt x="136415" y="240365"/>
                            <a:pt x="128969" y="166722"/>
                          </a:cubicBezTo>
                          <a:cubicBezTo>
                            <a:pt x="121523" y="93078"/>
                            <a:pt x="69474" y="25690"/>
                            <a:pt x="0" y="0"/>
                          </a:cubicBezTo>
                          <a:cubicBezTo>
                            <a:pt x="47358" y="44529"/>
                            <a:pt x="77962" y="106481"/>
                            <a:pt x="84515" y="171189"/>
                          </a:cubicBezTo>
                          <a:cubicBezTo>
                            <a:pt x="91068" y="235972"/>
                            <a:pt x="73494" y="302765"/>
                            <a:pt x="35966" y="355856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  <p:grpSp>
              <p:nvGrpSpPr>
                <p:cNvPr id="311" name="Group 311"/>
                <p:cNvGrpSpPr/>
                <p:nvPr/>
              </p:nvGrpSpPr>
              <p:grpSpPr>
                <a:xfrm>
                  <a:off x="7766244" y="558012"/>
                  <a:ext cx="1193634" cy="1659938"/>
                  <a:chOff x="7766244" y="558012"/>
                  <a:chExt cx="1193634" cy="1659938"/>
                </a:xfrm>
              </p:grpSpPr>
              <p:grpSp>
                <p:nvGrpSpPr>
                  <p:cNvPr id="312" name="Group 312"/>
                  <p:cNvGrpSpPr/>
                  <p:nvPr/>
                </p:nvGrpSpPr>
                <p:grpSpPr>
                  <a:xfrm>
                    <a:off x="7766244" y="558012"/>
                    <a:ext cx="1193634" cy="1659938"/>
                    <a:chOff x="7766244" y="558012"/>
                    <a:chExt cx="1193634" cy="1659938"/>
                  </a:xfrm>
                </p:grpSpPr>
                <p:grpSp>
                  <p:nvGrpSpPr>
                    <p:cNvPr id="313" name="Group 313"/>
                    <p:cNvGrpSpPr/>
                    <p:nvPr/>
                  </p:nvGrpSpPr>
                  <p:grpSpPr>
                    <a:xfrm>
                      <a:off x="7766244" y="558012"/>
                      <a:ext cx="1193634" cy="1618318"/>
                      <a:chOff x="7766244" y="558012"/>
                      <a:chExt cx="1193634" cy="1618318"/>
                    </a:xfrm>
                  </p:grpSpPr>
                  <p:sp>
                    <p:nvSpPr>
                      <p:cNvPr id="314" name="AutoShape 314"/>
                      <p:cNvSpPr/>
                      <p:nvPr/>
                    </p:nvSpPr>
                    <p:spPr>
                      <a:xfrm>
                        <a:off x="7766244" y="558012"/>
                        <a:ext cx="1193559" cy="148598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193559" h="1485984">
                            <a:moveTo>
                              <a:pt x="353250" y="1469826"/>
                            </a:moveTo>
                            <a:cubicBezTo>
                              <a:pt x="353473" y="1469900"/>
                              <a:pt x="353623" y="1469975"/>
                              <a:pt x="353772" y="1470124"/>
                            </a:cubicBezTo>
                            <a:cubicBezTo>
                              <a:pt x="361888" y="1472060"/>
                              <a:pt x="370079" y="1473921"/>
                              <a:pt x="378195" y="1475708"/>
                            </a:cubicBezTo>
                            <a:cubicBezTo>
                              <a:pt x="395396" y="1479432"/>
                              <a:pt x="412075" y="1482857"/>
                              <a:pt x="428457" y="1485984"/>
                            </a:cubicBezTo>
                            <a:cubicBezTo>
                              <a:pt x="672694" y="1370865"/>
                              <a:pt x="929814" y="1282999"/>
                              <a:pt x="1193560" y="1224919"/>
                            </a:cubicBezTo>
                            <a:cubicBezTo>
                              <a:pt x="1049847" y="821480"/>
                              <a:pt x="906060" y="417968"/>
                              <a:pt x="762348" y="14530"/>
                            </a:cubicBezTo>
                            <a:cubicBezTo>
                              <a:pt x="447147" y="-42657"/>
                              <a:pt x="199634" y="72536"/>
                              <a:pt x="0" y="297190"/>
                            </a:cubicBezTo>
                            <a:cubicBezTo>
                              <a:pt x="137309" y="680225"/>
                              <a:pt x="253173" y="1070930"/>
                              <a:pt x="347070" y="1466847"/>
                            </a:cubicBezTo>
                            <a:cubicBezTo>
                              <a:pt x="349155" y="1467741"/>
                              <a:pt x="351165" y="1468783"/>
                              <a:pt x="353250" y="1469826"/>
                            </a:cubicBezTo>
                            <a:close/>
                          </a:path>
                        </a:pathLst>
                      </a:custGeom>
                      <a:solidFill>
                        <a:srgbClr val="007888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315" name="AutoShape 315"/>
                      <p:cNvSpPr/>
                      <p:nvPr/>
                    </p:nvSpPr>
                    <p:spPr>
                      <a:xfrm>
                        <a:off x="8101326" y="558058"/>
                        <a:ext cx="858552" cy="161827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58552" h="1618272">
                            <a:moveTo>
                              <a:pt x="215420" y="1027993"/>
                            </a:moveTo>
                            <a:cubicBezTo>
                              <a:pt x="115566" y="1147357"/>
                              <a:pt x="45347" y="1278709"/>
                              <a:pt x="0" y="1416539"/>
                            </a:cubicBezTo>
                            <a:cubicBezTo>
                              <a:pt x="4021" y="1433219"/>
                              <a:pt x="7893" y="1449898"/>
                              <a:pt x="11914" y="1466652"/>
                            </a:cubicBezTo>
                            <a:cubicBezTo>
                              <a:pt x="13999" y="1467695"/>
                              <a:pt x="16084" y="1468737"/>
                              <a:pt x="18243" y="1469780"/>
                            </a:cubicBezTo>
                            <a:cubicBezTo>
                              <a:pt x="18467" y="1469854"/>
                              <a:pt x="18616" y="1469929"/>
                              <a:pt x="18764" y="1470077"/>
                            </a:cubicBezTo>
                            <a:cubicBezTo>
                              <a:pt x="26881" y="1472014"/>
                              <a:pt x="35072" y="1473875"/>
                              <a:pt x="43188" y="1475662"/>
                            </a:cubicBezTo>
                            <a:cubicBezTo>
                              <a:pt x="60389" y="1479385"/>
                              <a:pt x="77069" y="1482811"/>
                              <a:pt x="93450" y="1485938"/>
                            </a:cubicBezTo>
                            <a:cubicBezTo>
                              <a:pt x="456009" y="1739706"/>
                              <a:pt x="701437" y="1615429"/>
                              <a:pt x="858553" y="1224872"/>
                            </a:cubicBezTo>
                            <a:cubicBezTo>
                              <a:pt x="714840" y="821434"/>
                              <a:pt x="571053" y="417922"/>
                              <a:pt x="427341" y="14484"/>
                            </a:cubicBezTo>
                            <a:cubicBezTo>
                              <a:pt x="301722" y="-8302"/>
                              <a:pt x="186901" y="-3611"/>
                              <a:pt x="81462" y="24387"/>
                            </a:cubicBezTo>
                            <a:cubicBezTo>
                              <a:pt x="176104" y="332141"/>
                              <a:pt x="284149" y="622545"/>
                              <a:pt x="386758" y="923895"/>
                            </a:cubicBezTo>
                            <a:cubicBezTo>
                              <a:pt x="319668" y="931192"/>
                              <a:pt x="260098" y="975870"/>
                              <a:pt x="215420" y="1027993"/>
                            </a:cubicBezTo>
                            <a:close/>
                          </a:path>
                        </a:pathLst>
                      </a:custGeom>
                      <a:solidFill>
                        <a:srgbClr val="809CAA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316" name="AutoShape 316"/>
                      <p:cNvSpPr/>
                      <p:nvPr/>
                    </p:nvSpPr>
                    <p:spPr>
                      <a:xfrm>
                        <a:off x="8412504" y="558841"/>
                        <a:ext cx="522801" cy="133764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22801" h="1337645">
                            <a:moveTo>
                              <a:pt x="469486" y="1146053"/>
                            </a:moveTo>
                            <a:cubicBezTo>
                              <a:pt x="412299" y="1004946"/>
                              <a:pt x="355633" y="863542"/>
                              <a:pt x="304552" y="720053"/>
                            </a:cubicBezTo>
                            <a:cubicBezTo>
                              <a:pt x="253768" y="577234"/>
                              <a:pt x="212293" y="431883"/>
                              <a:pt x="167168" y="287276"/>
                            </a:cubicBezTo>
                            <a:cubicBezTo>
                              <a:pt x="147361" y="223760"/>
                              <a:pt x="125395" y="152425"/>
                              <a:pt x="102088" y="99407"/>
                            </a:cubicBezTo>
                            <a:cubicBezTo>
                              <a:pt x="88089" y="67612"/>
                              <a:pt x="75431" y="36933"/>
                              <a:pt x="64783" y="5734"/>
                            </a:cubicBezTo>
                            <a:cubicBezTo>
                              <a:pt x="42890" y="2978"/>
                              <a:pt x="21222" y="1042"/>
                              <a:pt x="0" y="0"/>
                            </a:cubicBezTo>
                            <a:cubicBezTo>
                              <a:pt x="149" y="596"/>
                              <a:pt x="372" y="1191"/>
                              <a:pt x="521" y="1936"/>
                            </a:cubicBezTo>
                            <a:cubicBezTo>
                              <a:pt x="2457" y="9531"/>
                              <a:pt x="4766" y="17052"/>
                              <a:pt x="7297" y="24424"/>
                            </a:cubicBezTo>
                            <a:cubicBezTo>
                              <a:pt x="10723" y="33136"/>
                              <a:pt x="12063" y="36784"/>
                              <a:pt x="11393" y="35593"/>
                            </a:cubicBezTo>
                            <a:cubicBezTo>
                              <a:pt x="14148" y="41550"/>
                              <a:pt x="16903" y="47582"/>
                              <a:pt x="19807" y="53464"/>
                            </a:cubicBezTo>
                            <a:cubicBezTo>
                              <a:pt x="35816" y="85260"/>
                              <a:pt x="53985" y="116013"/>
                              <a:pt x="69623" y="148032"/>
                            </a:cubicBezTo>
                            <a:cubicBezTo>
                              <a:pt x="105365" y="221079"/>
                              <a:pt x="132320" y="298371"/>
                              <a:pt x="156297" y="376036"/>
                            </a:cubicBezTo>
                            <a:cubicBezTo>
                              <a:pt x="204176" y="531141"/>
                              <a:pt x="254885" y="684832"/>
                              <a:pt x="309988" y="837555"/>
                            </a:cubicBezTo>
                            <a:cubicBezTo>
                              <a:pt x="370377" y="1004723"/>
                              <a:pt x="433223" y="1170998"/>
                              <a:pt x="495027" y="1337645"/>
                            </a:cubicBezTo>
                            <a:cubicBezTo>
                              <a:pt x="504558" y="1319625"/>
                              <a:pt x="513792" y="1300712"/>
                              <a:pt x="522802" y="1281054"/>
                            </a:cubicBezTo>
                            <a:cubicBezTo>
                              <a:pt x="505229" y="1236078"/>
                              <a:pt x="487655" y="1190954"/>
                              <a:pt x="469486" y="1146053"/>
                            </a:cubicBezTo>
                            <a:close/>
                          </a:path>
                        </a:pathLst>
                      </a:custGeom>
                      <a:solidFill>
                        <a:srgbClr val="E0DBD5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sp>
                  <p:nvSpPr>
                    <p:cNvPr id="317" name="AutoShape 317"/>
                    <p:cNvSpPr/>
                    <p:nvPr/>
                  </p:nvSpPr>
                  <p:spPr>
                    <a:xfrm>
                      <a:off x="8140072" y="1541836"/>
                      <a:ext cx="766848" cy="6761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66848" h="676114">
                          <a:moveTo>
                            <a:pt x="744079" y="132826"/>
                          </a:moveTo>
                          <a:cubicBezTo>
                            <a:pt x="720027" y="89787"/>
                            <a:pt x="676690" y="60821"/>
                            <a:pt x="631715" y="40567"/>
                          </a:cubicBezTo>
                          <a:cubicBezTo>
                            <a:pt x="554274" y="5644"/>
                            <a:pt x="466929" y="-7982"/>
                            <a:pt x="382935" y="4602"/>
                          </a:cubicBezTo>
                          <a:cubicBezTo>
                            <a:pt x="298942" y="17260"/>
                            <a:pt x="218671" y="56577"/>
                            <a:pt x="159324" y="117264"/>
                          </a:cubicBezTo>
                          <a:cubicBezTo>
                            <a:pt x="91712" y="186365"/>
                            <a:pt x="53811" y="278326"/>
                            <a:pt x="17399" y="367905"/>
                          </a:cubicBezTo>
                          <a:cubicBezTo>
                            <a:pt x="6229" y="395381"/>
                            <a:pt x="-5089" y="425241"/>
                            <a:pt x="2432" y="453909"/>
                          </a:cubicBezTo>
                          <a:cubicBezTo>
                            <a:pt x="10474" y="484513"/>
                            <a:pt x="37727" y="505586"/>
                            <a:pt x="63789" y="523606"/>
                          </a:cubicBezTo>
                          <a:cubicBezTo>
                            <a:pt x="118519" y="561358"/>
                            <a:pt x="175259" y="596132"/>
                            <a:pt x="233787" y="627704"/>
                          </a:cubicBezTo>
                          <a:cubicBezTo>
                            <a:pt x="282634" y="654064"/>
                            <a:pt x="335428" y="678786"/>
                            <a:pt x="390828" y="675881"/>
                          </a:cubicBezTo>
                          <a:cubicBezTo>
                            <a:pt x="470652" y="671712"/>
                            <a:pt x="534913" y="612737"/>
                            <a:pt x="602153" y="569549"/>
                          </a:cubicBezTo>
                          <a:cubicBezTo>
                            <a:pt x="632236" y="550189"/>
                            <a:pt x="664553" y="533211"/>
                            <a:pt x="688976" y="507075"/>
                          </a:cubicBezTo>
                          <a:cubicBezTo>
                            <a:pt x="730005" y="463216"/>
                            <a:pt x="742664" y="400817"/>
                            <a:pt x="753684" y="341768"/>
                          </a:cubicBezTo>
                          <a:cubicBezTo>
                            <a:pt x="766790" y="271699"/>
                            <a:pt x="778853" y="195002"/>
                            <a:pt x="744079" y="132826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318" name="Group 318"/>
                  <p:cNvGrpSpPr/>
                  <p:nvPr/>
                </p:nvGrpSpPr>
                <p:grpSpPr>
                  <a:xfrm>
                    <a:off x="7816211" y="716361"/>
                    <a:ext cx="933964" cy="990125"/>
                    <a:chOff x="7816211" y="716361"/>
                    <a:chExt cx="933964" cy="990125"/>
                  </a:xfrm>
                </p:grpSpPr>
                <p:grpSp>
                  <p:nvGrpSpPr>
                    <p:cNvPr id="319" name="Group 319"/>
                    <p:cNvGrpSpPr/>
                    <p:nvPr/>
                  </p:nvGrpSpPr>
                  <p:grpSpPr>
                    <a:xfrm>
                      <a:off x="7816211" y="716361"/>
                      <a:ext cx="338488" cy="341006"/>
                      <a:chOff x="7816211" y="716361"/>
                      <a:chExt cx="338488" cy="341006"/>
                    </a:xfrm>
                  </p:grpSpPr>
                  <p:sp>
                    <p:nvSpPr>
                      <p:cNvPr id="320" name="AutoShape 320"/>
                      <p:cNvSpPr/>
                      <p:nvPr/>
                    </p:nvSpPr>
                    <p:spPr>
                      <a:xfrm>
                        <a:off x="7888694" y="769153"/>
                        <a:ext cx="228075" cy="22529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28074" h="225290">
                            <a:moveTo>
                              <a:pt x="1903" y="119334"/>
                            </a:moveTo>
                            <a:cubicBezTo>
                              <a:pt x="-2640" y="146736"/>
                              <a:pt x="265" y="177191"/>
                              <a:pt x="18136" y="198487"/>
                            </a:cubicBezTo>
                            <a:cubicBezTo>
                              <a:pt x="36602" y="220528"/>
                              <a:pt x="68100" y="228570"/>
                              <a:pt x="96545" y="224102"/>
                            </a:cubicBezTo>
                            <a:cubicBezTo>
                              <a:pt x="124915" y="219635"/>
                              <a:pt x="150530" y="204221"/>
                              <a:pt x="172869" y="186126"/>
                            </a:cubicBezTo>
                            <a:cubicBezTo>
                              <a:pt x="199377" y="164607"/>
                              <a:pt x="223503" y="136460"/>
                              <a:pt x="227524" y="102579"/>
                            </a:cubicBezTo>
                            <a:cubicBezTo>
                              <a:pt x="232141" y="63859"/>
                              <a:pt x="207270" y="24617"/>
                              <a:pt x="171677" y="8757"/>
                            </a:cubicBezTo>
                            <a:cubicBezTo>
                              <a:pt x="136084" y="-7104"/>
                              <a:pt x="92524" y="-626"/>
                              <a:pt x="60654" y="21788"/>
                            </a:cubicBezTo>
                            <a:cubicBezTo>
                              <a:pt x="28709" y="44126"/>
                              <a:pt x="8307" y="80911"/>
                              <a:pt x="1903" y="119334"/>
                            </a:cubicBezTo>
                            <a:close/>
                          </a:path>
                        </a:pathLst>
                      </a:custGeom>
                      <a:solidFill>
                        <a:srgbClr val="002033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321" name="AutoShape 321"/>
                      <p:cNvSpPr/>
                      <p:nvPr/>
                    </p:nvSpPr>
                    <p:spPr>
                      <a:xfrm>
                        <a:off x="7923608" y="809912"/>
                        <a:ext cx="137892" cy="12757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37892" h="127573">
                            <a:moveTo>
                              <a:pt x="23729" y="121539"/>
                            </a:moveTo>
                            <a:cubicBezTo>
                              <a:pt x="50163" y="136804"/>
                              <a:pt x="83597" y="120571"/>
                              <a:pt x="106978" y="101062"/>
                            </a:cubicBezTo>
                            <a:cubicBezTo>
                              <a:pt x="121051" y="89371"/>
                              <a:pt x="134678" y="75074"/>
                              <a:pt x="137433" y="56980"/>
                            </a:cubicBezTo>
                            <a:cubicBezTo>
                              <a:pt x="141230" y="32035"/>
                              <a:pt x="120977" y="7537"/>
                              <a:pt x="96404" y="1654"/>
                            </a:cubicBezTo>
                            <a:cubicBezTo>
                              <a:pt x="71906" y="-4154"/>
                              <a:pt x="45546" y="5899"/>
                              <a:pt x="26856" y="22951"/>
                            </a:cubicBezTo>
                            <a:cubicBezTo>
                              <a:pt x="12708" y="35833"/>
                              <a:pt x="1911" y="53331"/>
                              <a:pt x="198" y="72394"/>
                            </a:cubicBezTo>
                            <a:cubicBezTo>
                              <a:pt x="-1440" y="91531"/>
                              <a:pt x="7123" y="112008"/>
                              <a:pt x="23729" y="121539"/>
                            </a:cubicBezTo>
                            <a:close/>
                          </a:path>
                        </a:pathLst>
                      </a:custGeom>
                      <a:solidFill>
                        <a:srgbClr val="007888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322" name="AutoShape 322"/>
                      <p:cNvSpPr/>
                      <p:nvPr/>
                    </p:nvSpPr>
                    <p:spPr>
                      <a:xfrm>
                        <a:off x="7816211" y="716361"/>
                        <a:ext cx="338488" cy="34100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38488" h="341006">
                            <a:moveTo>
                              <a:pt x="130531" y="341006"/>
                            </a:moveTo>
                            <a:cubicBezTo>
                              <a:pt x="130531" y="341006"/>
                              <a:pt x="130531" y="341006"/>
                              <a:pt x="130531" y="341006"/>
                            </a:cubicBezTo>
                            <a:cubicBezTo>
                              <a:pt x="119584" y="341006"/>
                              <a:pt x="108639" y="340038"/>
                              <a:pt x="97991" y="338251"/>
                            </a:cubicBezTo>
                            <a:cubicBezTo>
                              <a:pt x="67312" y="332890"/>
                              <a:pt x="42590" y="320678"/>
                              <a:pt x="26581" y="302807"/>
                            </a:cubicBezTo>
                            <a:cubicBezTo>
                              <a:pt x="1115" y="274437"/>
                              <a:pt x="-1566" y="235344"/>
                              <a:pt x="593" y="207495"/>
                            </a:cubicBezTo>
                            <a:cubicBezTo>
                              <a:pt x="6997" y="126405"/>
                              <a:pt x="58823" y="51794"/>
                              <a:pt x="132615" y="17467"/>
                            </a:cubicBezTo>
                            <a:cubicBezTo>
                              <a:pt x="170293" y="-106"/>
                              <a:pt x="209684" y="-4649"/>
                              <a:pt x="242522" y="4882"/>
                            </a:cubicBezTo>
                            <a:cubicBezTo>
                              <a:pt x="283030" y="16648"/>
                              <a:pt x="316985" y="50751"/>
                              <a:pt x="330984" y="93940"/>
                            </a:cubicBezTo>
                            <a:cubicBezTo>
                              <a:pt x="343568" y="132735"/>
                              <a:pt x="340217" y="178529"/>
                              <a:pt x="321750" y="219558"/>
                            </a:cubicBezTo>
                            <a:cubicBezTo>
                              <a:pt x="289583" y="290968"/>
                              <a:pt x="210950" y="341006"/>
                              <a:pt x="130531" y="341006"/>
                            </a:cubicBezTo>
                            <a:close/>
                            <a:moveTo>
                              <a:pt x="206631" y="14712"/>
                            </a:moveTo>
                            <a:cubicBezTo>
                              <a:pt x="185037" y="14712"/>
                              <a:pt x="161656" y="20296"/>
                              <a:pt x="138945" y="30870"/>
                            </a:cubicBezTo>
                            <a:cubicBezTo>
                              <a:pt x="69993" y="62963"/>
                              <a:pt x="21517" y="132735"/>
                              <a:pt x="15486" y="208612"/>
                            </a:cubicBezTo>
                            <a:cubicBezTo>
                              <a:pt x="12656" y="243833"/>
                              <a:pt x="20549" y="273767"/>
                              <a:pt x="37676" y="292829"/>
                            </a:cubicBezTo>
                            <a:cubicBezTo>
                              <a:pt x="55100" y="312189"/>
                              <a:pt x="81460" y="320231"/>
                              <a:pt x="100597" y="323582"/>
                            </a:cubicBezTo>
                            <a:cubicBezTo>
                              <a:pt x="110351" y="325295"/>
                              <a:pt x="120404" y="326114"/>
                              <a:pt x="130531" y="326114"/>
                            </a:cubicBezTo>
                            <a:cubicBezTo>
                              <a:pt x="205291" y="326114"/>
                              <a:pt x="278339" y="279724"/>
                              <a:pt x="308198" y="213303"/>
                            </a:cubicBezTo>
                            <a:cubicBezTo>
                              <a:pt x="325176" y="175625"/>
                              <a:pt x="328303" y="133703"/>
                              <a:pt x="316836" y="98407"/>
                            </a:cubicBezTo>
                            <a:cubicBezTo>
                              <a:pt x="304326" y="59910"/>
                              <a:pt x="274243" y="29530"/>
                              <a:pt x="238427" y="19105"/>
                            </a:cubicBezTo>
                            <a:cubicBezTo>
                              <a:pt x="228375" y="16201"/>
                              <a:pt x="217726" y="14712"/>
                              <a:pt x="206631" y="14712"/>
                            </a:cubicBezTo>
                            <a:close/>
                          </a:path>
                        </a:pathLst>
                      </a:custGeom>
                      <a:solidFill>
                        <a:srgbClr val="E0DBD5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grpSp>
                  <p:nvGrpSpPr>
                    <p:cNvPr id="323" name="Group 323"/>
                    <p:cNvGrpSpPr/>
                    <p:nvPr/>
                  </p:nvGrpSpPr>
                  <p:grpSpPr>
                    <a:xfrm>
                      <a:off x="8088308" y="1415882"/>
                      <a:ext cx="661867" cy="290605"/>
                      <a:chOff x="8088308" y="1415882"/>
                      <a:chExt cx="661867" cy="290605"/>
                    </a:xfrm>
                  </p:grpSpPr>
                  <p:sp>
                    <p:nvSpPr>
                      <p:cNvPr id="324" name="AutoShape 324"/>
                      <p:cNvSpPr/>
                      <p:nvPr/>
                    </p:nvSpPr>
                    <p:spPr>
                      <a:xfrm>
                        <a:off x="8088308" y="1611093"/>
                        <a:ext cx="95609" cy="9539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5609" h="95394">
                            <a:moveTo>
                              <a:pt x="8774" y="76302"/>
                            </a:moveTo>
                            <a:cubicBezTo>
                              <a:pt x="23964" y="97077"/>
                              <a:pt x="57025" y="101769"/>
                              <a:pt x="77428" y="86057"/>
                            </a:cubicBezTo>
                            <a:cubicBezTo>
                              <a:pt x="97831" y="70345"/>
                              <a:pt x="101777" y="37284"/>
                              <a:pt x="85619" y="17254"/>
                            </a:cubicBezTo>
                            <a:cubicBezTo>
                              <a:pt x="69460" y="-2777"/>
                              <a:pt x="36250" y="-5904"/>
                              <a:pt x="16592" y="10701"/>
                            </a:cubicBezTo>
                            <a:cubicBezTo>
                              <a:pt x="-1949" y="26338"/>
                              <a:pt x="-5523" y="56719"/>
                              <a:pt x="8774" y="76302"/>
                            </a:cubicBezTo>
                            <a:close/>
                          </a:path>
                        </a:pathLst>
                      </a:custGeom>
                      <a:solidFill>
                        <a:srgbClr val="002033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grpSp>
                    <p:nvGrpSpPr>
                      <p:cNvPr id="325" name="Group 325"/>
                      <p:cNvGrpSpPr/>
                      <p:nvPr/>
                    </p:nvGrpSpPr>
                    <p:grpSpPr>
                      <a:xfrm>
                        <a:off x="8633254" y="1415882"/>
                        <a:ext cx="116920" cy="116877"/>
                        <a:chOff x="8633254" y="1415882"/>
                        <a:chExt cx="116920" cy="116877"/>
                      </a:xfrm>
                    </p:grpSpPr>
                    <p:sp>
                      <p:nvSpPr>
                        <p:cNvPr id="326" name="AutoShape 326"/>
                        <p:cNvSpPr/>
                        <p:nvPr/>
                      </p:nvSpPr>
                      <p:spPr>
                        <a:xfrm>
                          <a:off x="8633254" y="1415882"/>
                          <a:ext cx="116920" cy="11687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16920" h="116877">
                              <a:moveTo>
                                <a:pt x="96907" y="13426"/>
                              </a:moveTo>
                              <a:cubicBezTo>
                                <a:pt x="78664" y="-1764"/>
                                <a:pt x="50964" y="-4370"/>
                                <a:pt x="30189" y="7172"/>
                              </a:cubicBezTo>
                              <a:cubicBezTo>
                                <a:pt x="19466" y="13129"/>
                                <a:pt x="10680" y="22585"/>
                                <a:pt x="5467" y="33680"/>
                              </a:cubicBezTo>
                              <a:cubicBezTo>
                                <a:pt x="-3170" y="52072"/>
                                <a:pt x="-1458" y="74858"/>
                                <a:pt x="9786" y="91761"/>
                              </a:cubicBezTo>
                              <a:cubicBezTo>
                                <a:pt x="28550" y="119908"/>
                                <a:pt x="73377" y="125493"/>
                                <a:pt x="98545" y="102930"/>
                              </a:cubicBezTo>
                              <a:cubicBezTo>
                                <a:pt x="123714" y="80294"/>
                                <a:pt x="122895" y="35095"/>
                                <a:pt x="96907" y="1342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327" name="AutoShape 327"/>
                        <p:cNvSpPr/>
                        <p:nvPr/>
                      </p:nvSpPr>
                      <p:spPr>
                        <a:xfrm>
                          <a:off x="8658823" y="1432196"/>
                          <a:ext cx="72981" cy="7291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2981" h="72914">
                              <a:moveTo>
                                <a:pt x="36193" y="72915"/>
                              </a:moveTo>
                              <a:cubicBezTo>
                                <a:pt x="36193" y="72915"/>
                                <a:pt x="36193" y="72915"/>
                                <a:pt x="36193" y="72915"/>
                              </a:cubicBezTo>
                              <a:cubicBezTo>
                                <a:pt x="16609" y="72542"/>
                                <a:pt x="-294" y="55267"/>
                                <a:pt x="4" y="35907"/>
                              </a:cubicBezTo>
                              <a:cubicBezTo>
                                <a:pt x="153" y="26748"/>
                                <a:pt x="4323" y="17589"/>
                                <a:pt x="11396" y="10739"/>
                              </a:cubicBezTo>
                              <a:cubicBezTo>
                                <a:pt x="19289" y="3069"/>
                                <a:pt x="29863" y="-878"/>
                                <a:pt x="40213" y="165"/>
                              </a:cubicBezTo>
                              <a:cubicBezTo>
                                <a:pt x="58234" y="2026"/>
                                <a:pt x="73275" y="18929"/>
                                <a:pt x="72977" y="37024"/>
                              </a:cubicBezTo>
                              <a:cubicBezTo>
                                <a:pt x="72679" y="55118"/>
                                <a:pt x="57191" y="71574"/>
                                <a:pt x="39097" y="72840"/>
                              </a:cubicBezTo>
                              <a:cubicBezTo>
                                <a:pt x="38129" y="72915"/>
                                <a:pt x="37161" y="72915"/>
                                <a:pt x="36193" y="72915"/>
                              </a:cubicBezTo>
                              <a:close/>
                              <a:moveTo>
                                <a:pt x="37235" y="14834"/>
                              </a:moveTo>
                              <a:cubicBezTo>
                                <a:pt x="31800" y="14760"/>
                                <a:pt x="26140" y="17142"/>
                                <a:pt x="21747" y="21387"/>
                              </a:cubicBezTo>
                              <a:cubicBezTo>
                                <a:pt x="17502" y="25482"/>
                                <a:pt x="14971" y="30843"/>
                                <a:pt x="14896" y="36056"/>
                              </a:cubicBezTo>
                              <a:cubicBezTo>
                                <a:pt x="14673" y="47597"/>
                                <a:pt x="26215" y="58841"/>
                                <a:pt x="37980" y="57948"/>
                              </a:cubicBezTo>
                              <a:cubicBezTo>
                                <a:pt x="48479" y="57203"/>
                                <a:pt x="57861" y="47300"/>
                                <a:pt x="58010" y="36726"/>
                              </a:cubicBezTo>
                              <a:cubicBezTo>
                                <a:pt x="58159" y="26152"/>
                                <a:pt x="49149" y="15951"/>
                                <a:pt x="38650" y="14908"/>
                              </a:cubicBezTo>
                              <a:cubicBezTo>
                                <a:pt x="38203" y="14908"/>
                                <a:pt x="37682" y="14834"/>
                                <a:pt x="37235" y="1483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E0DBD5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</p:grpSp>
              </p:grpSp>
            </p:grpSp>
            <p:grpSp>
              <p:nvGrpSpPr>
                <p:cNvPr id="328" name="Group 328"/>
                <p:cNvGrpSpPr/>
                <p:nvPr/>
              </p:nvGrpSpPr>
              <p:grpSpPr>
                <a:xfrm>
                  <a:off x="8206625" y="1594250"/>
                  <a:ext cx="712351" cy="1270213"/>
                  <a:chOff x="8206625" y="1594250"/>
                  <a:chExt cx="712351" cy="1270213"/>
                </a:xfrm>
              </p:grpSpPr>
              <p:grpSp>
                <p:nvGrpSpPr>
                  <p:cNvPr id="329" name="Group 329"/>
                  <p:cNvGrpSpPr/>
                  <p:nvPr/>
                </p:nvGrpSpPr>
                <p:grpSpPr>
                  <a:xfrm>
                    <a:off x="8206625" y="1878522"/>
                    <a:ext cx="285256" cy="820223"/>
                    <a:chOff x="8206625" y="1878522"/>
                    <a:chExt cx="285256" cy="820223"/>
                  </a:xfrm>
                </p:grpSpPr>
                <p:sp>
                  <p:nvSpPr>
                    <p:cNvPr id="330" name="AutoShape 330"/>
                    <p:cNvSpPr/>
                    <p:nvPr/>
                  </p:nvSpPr>
                  <p:spPr>
                    <a:xfrm>
                      <a:off x="8206625" y="1878522"/>
                      <a:ext cx="285182" cy="8202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5182" h="820223">
                          <a:moveTo>
                            <a:pt x="198880" y="229363"/>
                          </a:moveTo>
                          <a:cubicBezTo>
                            <a:pt x="197465" y="426465"/>
                            <a:pt x="226729" y="623717"/>
                            <a:pt x="285182" y="811883"/>
                          </a:cubicBezTo>
                          <a:cubicBezTo>
                            <a:pt x="270215" y="814638"/>
                            <a:pt x="255174" y="817468"/>
                            <a:pt x="240207" y="820223"/>
                          </a:cubicBezTo>
                          <a:cubicBezTo>
                            <a:pt x="122407" y="665341"/>
                            <a:pt x="42434" y="481865"/>
                            <a:pt x="9224" y="290124"/>
                          </a:cubicBezTo>
                          <a:cubicBezTo>
                            <a:pt x="-4775" y="209556"/>
                            <a:pt x="-8498" y="119530"/>
                            <a:pt x="39679" y="53408"/>
                          </a:cubicBezTo>
                          <a:cubicBezTo>
                            <a:pt x="72294" y="8730"/>
                            <a:pt x="138938" y="-18076"/>
                            <a:pt x="183764" y="14241"/>
                          </a:cubicBezTo>
                          <a:cubicBezTo>
                            <a:pt x="219581" y="40079"/>
                            <a:pt x="225985" y="89820"/>
                            <a:pt x="229261" y="133827"/>
                          </a:cubicBezTo>
                          <a:lnTo>
                            <a:pt x="198880" y="229363"/>
                          </a:ln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31" name="AutoShape 331"/>
                    <p:cNvSpPr/>
                    <p:nvPr/>
                  </p:nvSpPr>
                  <p:spPr>
                    <a:xfrm>
                      <a:off x="8250379" y="1878557"/>
                      <a:ext cx="241502" cy="8172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502" h="817284">
                          <a:moveTo>
                            <a:pt x="212164" y="817284"/>
                          </a:moveTo>
                          <a:cubicBezTo>
                            <a:pt x="221919" y="815497"/>
                            <a:pt x="231673" y="813636"/>
                            <a:pt x="241502" y="811849"/>
                          </a:cubicBezTo>
                          <a:cubicBezTo>
                            <a:pt x="182975" y="623682"/>
                            <a:pt x="153785" y="426430"/>
                            <a:pt x="155200" y="229328"/>
                          </a:cubicBezTo>
                          <a:lnTo>
                            <a:pt x="185656" y="133793"/>
                          </a:lnTo>
                          <a:cubicBezTo>
                            <a:pt x="182305" y="89785"/>
                            <a:pt x="175901" y="40044"/>
                            <a:pt x="140159" y="14206"/>
                          </a:cubicBezTo>
                          <a:cubicBezTo>
                            <a:pt x="120799" y="207"/>
                            <a:pt x="97343" y="-2623"/>
                            <a:pt x="74334" y="2143"/>
                          </a:cubicBezTo>
                          <a:cubicBezTo>
                            <a:pt x="-90154" y="278920"/>
                            <a:pt x="46411" y="558601"/>
                            <a:pt x="212164" y="817284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332" name="Group 332"/>
                  <p:cNvGrpSpPr/>
                  <p:nvPr/>
                </p:nvGrpSpPr>
                <p:grpSpPr>
                  <a:xfrm>
                    <a:off x="8248552" y="1594250"/>
                    <a:ext cx="670423" cy="1270213"/>
                    <a:chOff x="8248552" y="1594250"/>
                    <a:chExt cx="670423" cy="1270213"/>
                  </a:xfrm>
                </p:grpSpPr>
                <p:sp>
                  <p:nvSpPr>
                    <p:cNvPr id="333" name="AutoShape 333"/>
                    <p:cNvSpPr/>
                    <p:nvPr/>
                  </p:nvSpPr>
                  <p:spPr>
                    <a:xfrm>
                      <a:off x="8248552" y="1594250"/>
                      <a:ext cx="670423" cy="127021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70423" h="1270213">
                          <a:moveTo>
                            <a:pt x="261275" y="9077"/>
                          </a:moveTo>
                          <a:cubicBezTo>
                            <a:pt x="399254" y="-30090"/>
                            <a:pt x="549147" y="62541"/>
                            <a:pt x="614823" y="190021"/>
                          </a:cubicBezTo>
                          <a:cubicBezTo>
                            <a:pt x="680573" y="317501"/>
                            <a:pt x="678563" y="469256"/>
                            <a:pt x="656820" y="610958"/>
                          </a:cubicBezTo>
                          <a:cubicBezTo>
                            <a:pt x="634034" y="759287"/>
                            <a:pt x="591144" y="904563"/>
                            <a:pt x="529787" y="1041575"/>
                          </a:cubicBezTo>
                          <a:cubicBezTo>
                            <a:pt x="503874" y="1099432"/>
                            <a:pt x="473865" y="1156917"/>
                            <a:pt x="428592" y="1201446"/>
                          </a:cubicBezTo>
                          <a:cubicBezTo>
                            <a:pt x="383393" y="1245974"/>
                            <a:pt x="320472" y="1276206"/>
                            <a:pt x="257402" y="1269207"/>
                          </a:cubicBezTo>
                          <a:cubicBezTo>
                            <a:pt x="314888" y="1097719"/>
                            <a:pt x="343258" y="916552"/>
                            <a:pt x="341024" y="735682"/>
                          </a:cubicBezTo>
                          <a:cubicBezTo>
                            <a:pt x="213172" y="762712"/>
                            <a:pt x="78246" y="675964"/>
                            <a:pt x="27537" y="555558"/>
                          </a:cubicBezTo>
                          <a:cubicBezTo>
                            <a:pt x="-23247" y="435152"/>
                            <a:pt x="209" y="292556"/>
                            <a:pt x="65215" y="179150"/>
                          </a:cubicBezTo>
                          <a:cubicBezTo>
                            <a:pt x="109371" y="102230"/>
                            <a:pt x="175866" y="33277"/>
                            <a:pt x="261275" y="9077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34" name="AutoShape 334"/>
                    <p:cNvSpPr/>
                    <p:nvPr/>
                  </p:nvSpPr>
                  <p:spPr>
                    <a:xfrm>
                      <a:off x="8620999" y="1964917"/>
                      <a:ext cx="117542" cy="3426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7542" h="342602">
                          <a:moveTo>
                            <a:pt x="0" y="342602"/>
                          </a:moveTo>
                          <a:cubicBezTo>
                            <a:pt x="95610" y="260396"/>
                            <a:pt x="138947" y="122044"/>
                            <a:pt x="107301" y="0"/>
                          </a:cubicBezTo>
                          <a:cubicBezTo>
                            <a:pt x="116981" y="121300"/>
                            <a:pt x="62772" y="238355"/>
                            <a:pt x="0" y="342602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35" name="AutoShape 335"/>
                    <p:cNvSpPr/>
                    <p:nvPr/>
                  </p:nvSpPr>
                  <p:spPr>
                    <a:xfrm>
                      <a:off x="8556441" y="1594689"/>
                      <a:ext cx="362497" cy="12666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2497" h="1266682">
                          <a:moveTo>
                            <a:pt x="306934" y="189507"/>
                          </a:moveTo>
                          <a:cubicBezTo>
                            <a:pt x="253917" y="86749"/>
                            <a:pt x="146245" y="6627"/>
                            <a:pt x="34178" y="0"/>
                          </a:cubicBezTo>
                          <a:cubicBezTo>
                            <a:pt x="241407" y="158605"/>
                            <a:pt x="284149" y="552363"/>
                            <a:pt x="192485" y="788112"/>
                          </a:cubicBezTo>
                          <a:cubicBezTo>
                            <a:pt x="128001" y="960046"/>
                            <a:pt x="83249" y="1090951"/>
                            <a:pt x="0" y="1266682"/>
                          </a:cubicBezTo>
                          <a:cubicBezTo>
                            <a:pt x="45124" y="1258342"/>
                            <a:pt x="87568" y="1233547"/>
                            <a:pt x="120629" y="1201006"/>
                          </a:cubicBezTo>
                          <a:cubicBezTo>
                            <a:pt x="165828" y="1156478"/>
                            <a:pt x="195836" y="1098993"/>
                            <a:pt x="221824" y="1041135"/>
                          </a:cubicBezTo>
                          <a:cubicBezTo>
                            <a:pt x="283255" y="904199"/>
                            <a:pt x="326071" y="758922"/>
                            <a:pt x="348857" y="610518"/>
                          </a:cubicBezTo>
                          <a:cubicBezTo>
                            <a:pt x="370674" y="468742"/>
                            <a:pt x="372610" y="316987"/>
                            <a:pt x="306934" y="189507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336" name="Group 336"/>
                  <p:cNvGrpSpPr/>
                  <p:nvPr/>
                </p:nvGrpSpPr>
                <p:grpSpPr>
                  <a:xfrm>
                    <a:off x="8292965" y="1670258"/>
                    <a:ext cx="393149" cy="596352"/>
                    <a:chOff x="8292965" y="1670258"/>
                    <a:chExt cx="393149" cy="596352"/>
                  </a:xfrm>
                </p:grpSpPr>
                <p:sp>
                  <p:nvSpPr>
                    <p:cNvPr id="337" name="AutoShape 337"/>
                    <p:cNvSpPr/>
                    <p:nvPr/>
                  </p:nvSpPr>
                  <p:spPr>
                    <a:xfrm>
                      <a:off x="8292965" y="1670258"/>
                      <a:ext cx="393149" cy="5963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3149" h="596352">
                          <a:moveTo>
                            <a:pt x="73224" y="90259"/>
                          </a:moveTo>
                          <a:cubicBezTo>
                            <a:pt x="-8610" y="198974"/>
                            <a:pt x="-23354" y="354229"/>
                            <a:pt x="36588" y="476422"/>
                          </a:cubicBezTo>
                          <a:cubicBezTo>
                            <a:pt x="68533" y="541576"/>
                            <a:pt x="130709" y="601444"/>
                            <a:pt x="203087" y="596009"/>
                          </a:cubicBezTo>
                          <a:cubicBezTo>
                            <a:pt x="270550" y="590945"/>
                            <a:pt x="321259" y="531524"/>
                            <a:pt x="350076" y="470390"/>
                          </a:cubicBezTo>
                          <a:cubicBezTo>
                            <a:pt x="399147" y="365994"/>
                            <a:pt x="406667" y="242684"/>
                            <a:pt x="370702" y="133075"/>
                          </a:cubicBezTo>
                          <a:cubicBezTo>
                            <a:pt x="353501" y="80728"/>
                            <a:pt x="322674" y="27785"/>
                            <a:pt x="271294" y="7978"/>
                          </a:cubicBezTo>
                          <a:cubicBezTo>
                            <a:pt x="199512" y="-19722"/>
                            <a:pt x="119391" y="28827"/>
                            <a:pt x="73224" y="90259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38" name="AutoShape 338"/>
                    <p:cNvSpPr/>
                    <p:nvPr/>
                  </p:nvSpPr>
                  <p:spPr>
                    <a:xfrm>
                      <a:off x="8317728" y="1731104"/>
                      <a:ext cx="313685" cy="4758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3685" h="475874">
                          <a:moveTo>
                            <a:pt x="58438" y="72081"/>
                          </a:moveTo>
                          <a:cubicBezTo>
                            <a:pt x="-6865" y="158830"/>
                            <a:pt x="-18630" y="282735"/>
                            <a:pt x="29175" y="380207"/>
                          </a:cubicBezTo>
                          <a:cubicBezTo>
                            <a:pt x="54715" y="432256"/>
                            <a:pt x="104307" y="479987"/>
                            <a:pt x="162016" y="475593"/>
                          </a:cubicBezTo>
                          <a:cubicBezTo>
                            <a:pt x="215852" y="471572"/>
                            <a:pt x="256360" y="424140"/>
                            <a:pt x="279294" y="375292"/>
                          </a:cubicBezTo>
                          <a:cubicBezTo>
                            <a:pt x="318461" y="291969"/>
                            <a:pt x="324493" y="193604"/>
                            <a:pt x="295750" y="106185"/>
                          </a:cubicBezTo>
                          <a:cubicBezTo>
                            <a:pt x="282049" y="64411"/>
                            <a:pt x="257402" y="22191"/>
                            <a:pt x="216373" y="6330"/>
                          </a:cubicBezTo>
                          <a:cubicBezTo>
                            <a:pt x="159261" y="-15711"/>
                            <a:pt x="95297" y="23084"/>
                            <a:pt x="58438" y="72081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39" name="AutoShape 339"/>
                    <p:cNvSpPr/>
                    <p:nvPr/>
                  </p:nvSpPr>
                  <p:spPr>
                    <a:xfrm>
                      <a:off x="8337074" y="1805589"/>
                      <a:ext cx="215510" cy="3269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5510" h="326908">
                          <a:moveTo>
                            <a:pt x="40135" y="49496"/>
                          </a:moveTo>
                          <a:cubicBezTo>
                            <a:pt x="-4692" y="109066"/>
                            <a:pt x="-12808" y="194251"/>
                            <a:pt x="20030" y="261193"/>
                          </a:cubicBezTo>
                          <a:cubicBezTo>
                            <a:pt x="37529" y="296935"/>
                            <a:pt x="71632" y="329699"/>
                            <a:pt x="111321" y="326720"/>
                          </a:cubicBezTo>
                          <a:cubicBezTo>
                            <a:pt x="148255" y="323965"/>
                            <a:pt x="176104" y="291350"/>
                            <a:pt x="191890" y="257842"/>
                          </a:cubicBezTo>
                          <a:cubicBezTo>
                            <a:pt x="218770" y="200581"/>
                            <a:pt x="222940" y="133043"/>
                            <a:pt x="203208" y="72952"/>
                          </a:cubicBezTo>
                          <a:cubicBezTo>
                            <a:pt x="193751" y="44284"/>
                            <a:pt x="176848" y="15243"/>
                            <a:pt x="148701" y="4372"/>
                          </a:cubicBezTo>
                          <a:cubicBezTo>
                            <a:pt x="109385" y="-10819"/>
                            <a:pt x="65452" y="15839"/>
                            <a:pt x="40135" y="49496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40" name="AutoShape 340"/>
                    <p:cNvSpPr/>
                    <p:nvPr/>
                  </p:nvSpPr>
                  <p:spPr>
                    <a:xfrm>
                      <a:off x="8402757" y="1884964"/>
                      <a:ext cx="123939" cy="1879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939" h="187957">
                          <a:moveTo>
                            <a:pt x="23076" y="28499"/>
                          </a:moveTo>
                          <a:cubicBezTo>
                            <a:pt x="-2688" y="62752"/>
                            <a:pt x="-7379" y="111674"/>
                            <a:pt x="11534" y="150171"/>
                          </a:cubicBezTo>
                          <a:cubicBezTo>
                            <a:pt x="21587" y="170723"/>
                            <a:pt x="41171" y="189562"/>
                            <a:pt x="64030" y="187849"/>
                          </a:cubicBezTo>
                          <a:cubicBezTo>
                            <a:pt x="85252" y="186286"/>
                            <a:pt x="101261" y="167521"/>
                            <a:pt x="110346" y="148235"/>
                          </a:cubicBezTo>
                          <a:cubicBezTo>
                            <a:pt x="125834" y="115323"/>
                            <a:pt x="128217" y="76453"/>
                            <a:pt x="116824" y="41903"/>
                          </a:cubicBezTo>
                          <a:cubicBezTo>
                            <a:pt x="111389" y="25372"/>
                            <a:pt x="101709" y="8692"/>
                            <a:pt x="85475" y="2438"/>
                          </a:cubicBezTo>
                          <a:cubicBezTo>
                            <a:pt x="62913" y="-6126"/>
                            <a:pt x="37596" y="9139"/>
                            <a:pt x="23076" y="28499"/>
                          </a:cubicBezTo>
                          <a:close/>
                        </a:path>
                      </a:pathLst>
                    </a:custGeom>
                    <a:solidFill>
                      <a:srgbClr val="809CAA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</p:grpSp>
          <p:grpSp>
            <p:nvGrpSpPr>
              <p:cNvPr id="341" name="Group 341"/>
              <p:cNvGrpSpPr/>
              <p:nvPr/>
            </p:nvGrpSpPr>
            <p:grpSpPr>
              <a:xfrm>
                <a:off x="4913808" y="0"/>
                <a:ext cx="1280755" cy="332624"/>
                <a:chOff x="4913808" y="0"/>
                <a:chExt cx="1280755" cy="332624"/>
              </a:xfrm>
            </p:grpSpPr>
            <p:sp>
              <p:nvSpPr>
                <p:cNvPr id="342" name="AutoShape 342"/>
                <p:cNvSpPr/>
                <p:nvPr/>
              </p:nvSpPr>
              <p:spPr>
                <a:xfrm>
                  <a:off x="4913808" y="79451"/>
                  <a:ext cx="1121926" cy="168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926" h="168732">
                      <a:moveTo>
                        <a:pt x="1121927" y="131501"/>
                      </a:moveTo>
                      <a:cubicBezTo>
                        <a:pt x="1121927" y="152053"/>
                        <a:pt x="1105247" y="168732"/>
                        <a:pt x="1084696" y="168732"/>
                      </a:cubicBezTo>
                      <a:lnTo>
                        <a:pt x="37231" y="168732"/>
                      </a:lnTo>
                      <a:cubicBezTo>
                        <a:pt x="16680" y="168732"/>
                        <a:pt x="0" y="152053"/>
                        <a:pt x="0" y="131501"/>
                      </a:cubicBezTo>
                      <a:lnTo>
                        <a:pt x="0" y="37231"/>
                      </a:lnTo>
                      <a:cubicBezTo>
                        <a:pt x="0" y="16680"/>
                        <a:pt x="16680" y="0"/>
                        <a:pt x="37231" y="0"/>
                      </a:cubicBezTo>
                      <a:lnTo>
                        <a:pt x="1084696" y="0"/>
                      </a:lnTo>
                      <a:cubicBezTo>
                        <a:pt x="1105247" y="0"/>
                        <a:pt x="1121927" y="16680"/>
                        <a:pt x="1121927" y="37231"/>
                      </a:cubicBezTo>
                      <a:lnTo>
                        <a:pt x="1121927" y="131501"/>
                      </a:lnTo>
                      <a:close/>
                    </a:path>
                  </a:pathLst>
                </a:custGeom>
                <a:solidFill>
                  <a:srgbClr val="002033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43" name="AutoShape 343"/>
                <p:cNvSpPr/>
                <p:nvPr/>
              </p:nvSpPr>
              <p:spPr>
                <a:xfrm>
                  <a:off x="5449938" y="0"/>
                  <a:ext cx="481549" cy="332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49" h="332624">
                      <a:moveTo>
                        <a:pt x="481549" y="295393"/>
                      </a:moveTo>
                      <a:cubicBezTo>
                        <a:pt x="481549" y="315945"/>
                        <a:pt x="464870" y="332624"/>
                        <a:pt x="444318" y="332624"/>
                      </a:cubicBezTo>
                      <a:lnTo>
                        <a:pt x="37231" y="332624"/>
                      </a:lnTo>
                      <a:cubicBezTo>
                        <a:pt x="16680" y="332624"/>
                        <a:pt x="0" y="315945"/>
                        <a:pt x="0" y="295393"/>
                      </a:cubicBezTo>
                      <a:lnTo>
                        <a:pt x="0" y="37231"/>
                      </a:lnTo>
                      <a:cubicBezTo>
                        <a:pt x="0" y="16680"/>
                        <a:pt x="16680" y="0"/>
                        <a:pt x="37231" y="0"/>
                      </a:cubicBezTo>
                      <a:lnTo>
                        <a:pt x="444318" y="0"/>
                      </a:lnTo>
                      <a:cubicBezTo>
                        <a:pt x="464870" y="0"/>
                        <a:pt x="481549" y="16680"/>
                        <a:pt x="481549" y="37231"/>
                      </a:cubicBezTo>
                      <a:lnTo>
                        <a:pt x="481549" y="295393"/>
                      </a:lnTo>
                      <a:close/>
                    </a:path>
                  </a:pathLst>
                </a:custGeom>
                <a:solidFill>
                  <a:srgbClr val="002033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44" name="AutoShape 344"/>
                <p:cNvSpPr/>
                <p:nvPr/>
              </p:nvSpPr>
              <p:spPr>
                <a:xfrm>
                  <a:off x="6010864" y="129118"/>
                  <a:ext cx="183699" cy="99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699" h="99258">
                      <a:moveTo>
                        <a:pt x="183699" y="62027"/>
                      </a:moveTo>
                      <a:cubicBezTo>
                        <a:pt x="183699" y="82579"/>
                        <a:pt x="167019" y="99259"/>
                        <a:pt x="146468" y="99259"/>
                      </a:cubicBezTo>
                      <a:lnTo>
                        <a:pt x="37231" y="99259"/>
                      </a:lnTo>
                      <a:cubicBezTo>
                        <a:pt x="16680" y="99259"/>
                        <a:pt x="0" y="82579"/>
                        <a:pt x="0" y="62027"/>
                      </a:cubicBezTo>
                      <a:lnTo>
                        <a:pt x="0" y="37231"/>
                      </a:lnTo>
                      <a:cubicBezTo>
                        <a:pt x="0" y="16680"/>
                        <a:pt x="16680" y="0"/>
                        <a:pt x="37231" y="0"/>
                      </a:cubicBezTo>
                      <a:lnTo>
                        <a:pt x="146468" y="0"/>
                      </a:lnTo>
                      <a:cubicBezTo>
                        <a:pt x="167019" y="0"/>
                        <a:pt x="183699" y="16680"/>
                        <a:pt x="183699" y="37231"/>
                      </a:cubicBezTo>
                      <a:lnTo>
                        <a:pt x="183699" y="62027"/>
                      </a:lnTo>
                      <a:close/>
                    </a:path>
                  </a:pathLst>
                </a:custGeom>
                <a:solidFill>
                  <a:srgbClr val="002033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45" name="AutoShape 345"/>
                <p:cNvSpPr/>
                <p:nvPr/>
              </p:nvSpPr>
              <p:spPr>
                <a:xfrm>
                  <a:off x="4970920" y="109236"/>
                  <a:ext cx="86823" cy="86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823" h="86823">
                      <a:moveTo>
                        <a:pt x="86823" y="43412"/>
                      </a:moveTo>
                      <a:cubicBezTo>
                        <a:pt x="86823" y="67389"/>
                        <a:pt x="67389" y="86823"/>
                        <a:pt x="43412" y="86823"/>
                      </a:cubicBezTo>
                      <a:cubicBezTo>
                        <a:pt x="19435" y="86823"/>
                        <a:pt x="0" y="67389"/>
                        <a:pt x="0" y="43412"/>
                      </a:cubicBezTo>
                      <a:cubicBezTo>
                        <a:pt x="0" y="19435"/>
                        <a:pt x="19435" y="0"/>
                        <a:pt x="43412" y="0"/>
                      </a:cubicBezTo>
                      <a:cubicBezTo>
                        <a:pt x="67389" y="0"/>
                        <a:pt x="86823" y="19435"/>
                        <a:pt x="86823" y="43412"/>
                      </a:cubicBezTo>
                      <a:close/>
                    </a:path>
                  </a:pathLst>
                </a:custGeom>
                <a:solidFill>
                  <a:srgbClr val="007888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46" name="AutoShape 346"/>
                <p:cNvSpPr/>
                <p:nvPr/>
              </p:nvSpPr>
              <p:spPr>
                <a:xfrm>
                  <a:off x="5921584" y="109236"/>
                  <a:ext cx="86823" cy="86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823" h="86823">
                      <a:moveTo>
                        <a:pt x="86823" y="43412"/>
                      </a:moveTo>
                      <a:cubicBezTo>
                        <a:pt x="86823" y="67387"/>
                        <a:pt x="67387" y="86823"/>
                        <a:pt x="43412" y="86823"/>
                      </a:cubicBezTo>
                      <a:cubicBezTo>
                        <a:pt x="19436" y="86823"/>
                        <a:pt x="0" y="67387"/>
                        <a:pt x="0" y="43412"/>
                      </a:cubicBezTo>
                      <a:cubicBezTo>
                        <a:pt x="0" y="19436"/>
                        <a:pt x="19436" y="0"/>
                        <a:pt x="43412" y="0"/>
                      </a:cubicBezTo>
                      <a:cubicBezTo>
                        <a:pt x="67387" y="0"/>
                        <a:pt x="86823" y="19436"/>
                        <a:pt x="86823" y="43412"/>
                      </a:cubicBezTo>
                      <a:close/>
                    </a:path>
                  </a:pathLst>
                </a:custGeom>
                <a:solidFill>
                  <a:srgbClr val="007888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47" name="AutoShape 347"/>
                <p:cNvSpPr/>
                <p:nvPr/>
              </p:nvSpPr>
              <p:spPr>
                <a:xfrm>
                  <a:off x="5504519" y="240737"/>
                  <a:ext cx="47209" cy="47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09" h="47209">
                      <a:moveTo>
                        <a:pt x="47209" y="23605"/>
                      </a:moveTo>
                      <a:cubicBezTo>
                        <a:pt x="47209" y="36636"/>
                        <a:pt x="36636" y="47209"/>
                        <a:pt x="23605" y="47209"/>
                      </a:cubicBezTo>
                      <a:cubicBezTo>
                        <a:pt x="10574" y="47209"/>
                        <a:pt x="0" y="36636"/>
                        <a:pt x="0" y="23605"/>
                      </a:cubicBezTo>
                      <a:cubicBezTo>
                        <a:pt x="0" y="10574"/>
                        <a:pt x="10574" y="0"/>
                        <a:pt x="23605" y="0"/>
                      </a:cubicBezTo>
                      <a:cubicBezTo>
                        <a:pt x="36636" y="0"/>
                        <a:pt x="47209" y="10574"/>
                        <a:pt x="47209" y="23605"/>
                      </a:cubicBezTo>
                      <a:close/>
                    </a:path>
                  </a:pathLst>
                </a:custGeom>
                <a:solidFill>
                  <a:srgbClr val="E0DBD5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48" name="AutoShape 348"/>
                <p:cNvSpPr/>
                <p:nvPr/>
              </p:nvSpPr>
              <p:spPr>
                <a:xfrm>
                  <a:off x="5852036" y="240737"/>
                  <a:ext cx="47209" cy="47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09" h="47209">
                      <a:moveTo>
                        <a:pt x="47209" y="23605"/>
                      </a:moveTo>
                      <a:cubicBezTo>
                        <a:pt x="47209" y="36641"/>
                        <a:pt x="36641" y="47209"/>
                        <a:pt x="23605" y="47209"/>
                      </a:cubicBezTo>
                      <a:cubicBezTo>
                        <a:pt x="10568" y="47209"/>
                        <a:pt x="0" y="36641"/>
                        <a:pt x="0" y="23605"/>
                      </a:cubicBezTo>
                      <a:cubicBezTo>
                        <a:pt x="0" y="10568"/>
                        <a:pt x="10568" y="0"/>
                        <a:pt x="23605" y="0"/>
                      </a:cubicBezTo>
                      <a:cubicBezTo>
                        <a:pt x="36641" y="0"/>
                        <a:pt x="47209" y="10568"/>
                        <a:pt x="47209" y="23605"/>
                      </a:cubicBezTo>
                      <a:close/>
                    </a:path>
                  </a:pathLst>
                </a:custGeom>
                <a:solidFill>
                  <a:srgbClr val="E0DBD5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</p:grpSp>
        <p:grpSp>
          <p:nvGrpSpPr>
            <p:cNvPr id="349" name="Group 349"/>
            <p:cNvGrpSpPr/>
            <p:nvPr/>
          </p:nvGrpSpPr>
          <p:grpSpPr>
            <a:xfrm>
              <a:off x="10155536" y="3006722"/>
              <a:ext cx="1463375" cy="3422372"/>
              <a:chOff x="10155536" y="3006722"/>
              <a:chExt cx="1463375" cy="3422372"/>
            </a:xfrm>
          </p:grpSpPr>
          <p:grpSp>
            <p:nvGrpSpPr>
              <p:cNvPr id="350" name="Group 350"/>
              <p:cNvGrpSpPr/>
              <p:nvPr/>
            </p:nvGrpSpPr>
            <p:grpSpPr>
              <a:xfrm>
                <a:off x="10155536" y="4236993"/>
                <a:ext cx="1463375" cy="2192102"/>
                <a:chOff x="10155536" y="4236993"/>
                <a:chExt cx="1463375" cy="2192102"/>
              </a:xfrm>
            </p:grpSpPr>
            <p:grpSp>
              <p:nvGrpSpPr>
                <p:cNvPr id="351" name="Group 351"/>
                <p:cNvGrpSpPr/>
                <p:nvPr/>
              </p:nvGrpSpPr>
              <p:grpSpPr>
                <a:xfrm>
                  <a:off x="10669688" y="4236993"/>
                  <a:ext cx="949223" cy="2095301"/>
                  <a:chOff x="10669688" y="4236993"/>
                  <a:chExt cx="949223" cy="2095301"/>
                </a:xfrm>
              </p:grpSpPr>
              <p:grpSp>
                <p:nvGrpSpPr>
                  <p:cNvPr id="352" name="Group 352"/>
                  <p:cNvGrpSpPr/>
                  <p:nvPr/>
                </p:nvGrpSpPr>
                <p:grpSpPr>
                  <a:xfrm>
                    <a:off x="11302470" y="6046134"/>
                    <a:ext cx="316441" cy="286159"/>
                    <a:chOff x="11302470" y="6046134"/>
                    <a:chExt cx="316441" cy="286159"/>
                  </a:xfrm>
                </p:grpSpPr>
                <p:sp>
                  <p:nvSpPr>
                    <p:cNvPr id="353" name="AutoShape 353"/>
                    <p:cNvSpPr/>
                    <p:nvPr/>
                  </p:nvSpPr>
                  <p:spPr>
                    <a:xfrm>
                      <a:off x="11310472" y="6046134"/>
                      <a:ext cx="296799" cy="25916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6799" h="259162">
                          <a:moveTo>
                            <a:pt x="195504" y="257641"/>
                          </a:moveTo>
                          <a:cubicBezTo>
                            <a:pt x="130125" y="250864"/>
                            <a:pt x="65120" y="239769"/>
                            <a:pt x="1231" y="224430"/>
                          </a:cubicBezTo>
                          <a:cubicBezTo>
                            <a:pt x="-5173" y="192784"/>
                            <a:pt x="14038" y="158010"/>
                            <a:pt x="44122" y="146468"/>
                          </a:cubicBezTo>
                          <a:cubicBezTo>
                            <a:pt x="65715" y="138203"/>
                            <a:pt x="90810" y="140958"/>
                            <a:pt x="111063" y="129789"/>
                          </a:cubicBezTo>
                          <a:cubicBezTo>
                            <a:pt x="136306" y="115938"/>
                            <a:pt x="146284" y="79973"/>
                            <a:pt x="131764" y="55102"/>
                          </a:cubicBezTo>
                          <a:cubicBezTo>
                            <a:pt x="162516" y="36710"/>
                            <a:pt x="193269" y="18318"/>
                            <a:pt x="224097" y="0"/>
                          </a:cubicBezTo>
                          <a:cubicBezTo>
                            <a:pt x="285380" y="45944"/>
                            <a:pt x="312336" y="132841"/>
                            <a:pt x="287763" y="205442"/>
                          </a:cubicBezTo>
                          <a:cubicBezTo>
                            <a:pt x="281656" y="223462"/>
                            <a:pt x="271902" y="241482"/>
                            <a:pt x="255372" y="251013"/>
                          </a:cubicBezTo>
                          <a:cubicBezTo>
                            <a:pt x="237650" y="261140"/>
                            <a:pt x="215832" y="259800"/>
                            <a:pt x="195504" y="257641"/>
                          </a:cubicBezTo>
                          <a:close/>
                        </a:path>
                      </a:pathLst>
                    </a:custGeom>
                    <a:solidFill>
                      <a:srgbClr val="F4E8DC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grpSp>
                  <p:nvGrpSpPr>
                    <p:cNvPr id="354" name="Group 354"/>
                    <p:cNvGrpSpPr/>
                    <p:nvPr/>
                  </p:nvGrpSpPr>
                  <p:grpSpPr>
                    <a:xfrm>
                      <a:off x="11310395" y="6078228"/>
                      <a:ext cx="296831" cy="227028"/>
                      <a:chOff x="11310395" y="6078228"/>
                      <a:chExt cx="296831" cy="227028"/>
                    </a:xfrm>
                  </p:grpSpPr>
                  <p:sp>
                    <p:nvSpPr>
                      <p:cNvPr id="355" name="AutoShape 355"/>
                      <p:cNvSpPr/>
                      <p:nvPr/>
                    </p:nvSpPr>
                    <p:spPr>
                      <a:xfrm>
                        <a:off x="11310395" y="6078228"/>
                        <a:ext cx="296787" cy="22702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96787" h="227028">
                            <a:moveTo>
                              <a:pt x="245769" y="2904"/>
                            </a:moveTo>
                            <a:cubicBezTo>
                              <a:pt x="192901" y="29338"/>
                              <a:pt x="175179" y="114300"/>
                              <a:pt x="119853" y="91514"/>
                            </a:cubicBezTo>
                            <a:cubicBezTo>
                              <a:pt x="117172" y="93897"/>
                              <a:pt x="114268" y="95982"/>
                              <a:pt x="111067" y="97695"/>
                            </a:cubicBezTo>
                            <a:cubicBezTo>
                              <a:pt x="90813" y="108864"/>
                              <a:pt x="65645" y="106109"/>
                              <a:pt x="44125" y="114374"/>
                            </a:cubicBezTo>
                            <a:cubicBezTo>
                              <a:pt x="13967" y="125916"/>
                              <a:pt x="-5169" y="160764"/>
                              <a:pt x="1234" y="192336"/>
                            </a:cubicBezTo>
                            <a:cubicBezTo>
                              <a:pt x="65198" y="207676"/>
                              <a:pt x="130129" y="218845"/>
                              <a:pt x="195507" y="225547"/>
                            </a:cubicBezTo>
                            <a:cubicBezTo>
                              <a:pt x="215835" y="227632"/>
                              <a:pt x="237653" y="229046"/>
                              <a:pt x="255375" y="218771"/>
                            </a:cubicBezTo>
                            <a:cubicBezTo>
                              <a:pt x="271831" y="209240"/>
                              <a:pt x="281661" y="191294"/>
                              <a:pt x="287766" y="173199"/>
                            </a:cubicBezTo>
                            <a:cubicBezTo>
                              <a:pt x="307424" y="115193"/>
                              <a:pt x="294021" y="48103"/>
                              <a:pt x="256640" y="0"/>
                            </a:cubicBezTo>
                            <a:cubicBezTo>
                              <a:pt x="252769" y="372"/>
                              <a:pt x="249121" y="1266"/>
                              <a:pt x="245769" y="2904"/>
                            </a:cubicBezTo>
                            <a:close/>
                          </a:path>
                        </a:pathLst>
                      </a:custGeom>
                      <a:solidFill>
                        <a:srgbClr val="E67231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356" name="AutoShape 356"/>
                      <p:cNvSpPr/>
                      <p:nvPr/>
                    </p:nvSpPr>
                    <p:spPr>
                      <a:xfrm>
                        <a:off x="11527444" y="6111662"/>
                        <a:ext cx="79782" cy="19345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9782" h="193453">
                            <a:moveTo>
                              <a:pt x="6381" y="24051"/>
                            </a:moveTo>
                            <a:cubicBezTo>
                              <a:pt x="-2926" y="81834"/>
                              <a:pt x="-1511" y="138202"/>
                              <a:pt x="7126" y="193454"/>
                            </a:cubicBezTo>
                            <a:cubicBezTo>
                              <a:pt x="18146" y="193007"/>
                              <a:pt x="28869" y="190848"/>
                              <a:pt x="38401" y="185411"/>
                            </a:cubicBezTo>
                            <a:cubicBezTo>
                              <a:pt x="54857" y="175880"/>
                              <a:pt x="64685" y="157935"/>
                              <a:pt x="70792" y="139840"/>
                            </a:cubicBezTo>
                            <a:cubicBezTo>
                              <a:pt x="86205" y="94269"/>
                              <a:pt x="81217" y="43188"/>
                              <a:pt x="60292" y="0"/>
                            </a:cubicBezTo>
                            <a:cubicBezTo>
                              <a:pt x="34007" y="1936"/>
                              <a:pt x="11966" y="12956"/>
                              <a:pt x="6381" y="24051"/>
                            </a:cubicBezTo>
                            <a:close/>
                          </a:path>
                        </a:pathLst>
                      </a:custGeom>
                      <a:solidFill>
                        <a:srgbClr val="C65C26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sp>
                  <p:nvSpPr>
                    <p:cNvPr id="357" name="AutoShape 357"/>
                    <p:cNvSpPr/>
                    <p:nvPr/>
                  </p:nvSpPr>
                  <p:spPr>
                    <a:xfrm>
                      <a:off x="11302470" y="6178007"/>
                      <a:ext cx="316441" cy="1542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6441" h="154287">
                          <a:moveTo>
                            <a:pt x="203208" y="154287"/>
                          </a:moveTo>
                          <a:cubicBezTo>
                            <a:pt x="233738" y="141107"/>
                            <a:pt x="263820" y="127108"/>
                            <a:pt x="292935" y="111025"/>
                          </a:cubicBezTo>
                          <a:cubicBezTo>
                            <a:pt x="293903" y="109237"/>
                            <a:pt x="294946" y="107525"/>
                            <a:pt x="295914" y="105738"/>
                          </a:cubicBezTo>
                          <a:cubicBezTo>
                            <a:pt x="305445" y="88388"/>
                            <a:pt x="314976" y="70144"/>
                            <a:pt x="316317" y="50114"/>
                          </a:cubicBezTo>
                          <a:cubicBezTo>
                            <a:pt x="317657" y="30084"/>
                            <a:pt x="308126" y="7745"/>
                            <a:pt x="290255" y="1639"/>
                          </a:cubicBezTo>
                          <a:cubicBezTo>
                            <a:pt x="266278" y="-6477"/>
                            <a:pt x="243269" y="16979"/>
                            <a:pt x="231057" y="40508"/>
                          </a:cubicBezTo>
                          <a:cubicBezTo>
                            <a:pt x="218846" y="63964"/>
                            <a:pt x="208718" y="91962"/>
                            <a:pt x="185933" y="103132"/>
                          </a:cubicBezTo>
                          <a:cubicBezTo>
                            <a:pt x="172976" y="109535"/>
                            <a:pt x="158084" y="109163"/>
                            <a:pt x="143861" y="107897"/>
                          </a:cubicBezTo>
                          <a:cubicBezTo>
                            <a:pt x="96354" y="103802"/>
                            <a:pt x="49443" y="91515"/>
                            <a:pt x="5585" y="71708"/>
                          </a:cubicBezTo>
                          <a:cubicBezTo>
                            <a:pt x="3723" y="83027"/>
                            <a:pt x="1862" y="94419"/>
                            <a:pt x="0" y="105738"/>
                          </a:cubicBezTo>
                          <a:cubicBezTo>
                            <a:pt x="64558" y="121152"/>
                            <a:pt x="129118" y="136640"/>
                            <a:pt x="193677" y="152053"/>
                          </a:cubicBezTo>
                          <a:cubicBezTo>
                            <a:pt x="196804" y="152873"/>
                            <a:pt x="200006" y="153617"/>
                            <a:pt x="203208" y="154287"/>
                          </a:cubicBezTo>
                          <a:close/>
                        </a:path>
                      </a:pathLst>
                    </a:custGeom>
                    <a:solidFill>
                      <a:srgbClr val="F4E8DC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358" name="Group 358"/>
                  <p:cNvGrpSpPr/>
                  <p:nvPr/>
                </p:nvGrpSpPr>
                <p:grpSpPr>
                  <a:xfrm>
                    <a:off x="10669688" y="4236993"/>
                    <a:ext cx="908814" cy="1928579"/>
                    <a:chOff x="10669688" y="4236993"/>
                    <a:chExt cx="908814" cy="1928579"/>
                  </a:xfrm>
                </p:grpSpPr>
                <p:sp>
                  <p:nvSpPr>
                    <p:cNvPr id="359" name="AutoShape 359"/>
                    <p:cNvSpPr/>
                    <p:nvPr/>
                  </p:nvSpPr>
                  <p:spPr>
                    <a:xfrm>
                      <a:off x="10669688" y="4236993"/>
                      <a:ext cx="908814" cy="19285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08814" h="1928504">
                          <a:moveTo>
                            <a:pt x="347442" y="85334"/>
                          </a:moveTo>
                          <a:cubicBezTo>
                            <a:pt x="392566" y="292265"/>
                            <a:pt x="406267" y="508803"/>
                            <a:pt x="387652" y="721393"/>
                          </a:cubicBezTo>
                          <a:cubicBezTo>
                            <a:pt x="382811" y="776272"/>
                            <a:pt x="419819" y="963173"/>
                            <a:pt x="432255" y="1016339"/>
                          </a:cubicBezTo>
                          <a:cubicBezTo>
                            <a:pt x="447296" y="1080600"/>
                            <a:pt x="532109" y="1149478"/>
                            <a:pt x="570010" y="1198772"/>
                          </a:cubicBezTo>
                          <a:cubicBezTo>
                            <a:pt x="747827" y="1430128"/>
                            <a:pt x="780218" y="1529982"/>
                            <a:pt x="908815" y="1824258"/>
                          </a:cubicBezTo>
                          <a:cubicBezTo>
                            <a:pt x="858851" y="1835948"/>
                            <a:pt x="757060" y="1880254"/>
                            <a:pt x="726382" y="1928505"/>
                          </a:cubicBezTo>
                          <a:cubicBezTo>
                            <a:pt x="656238" y="1761709"/>
                            <a:pt x="572467" y="1617177"/>
                            <a:pt x="458316" y="1489176"/>
                          </a:cubicBezTo>
                          <a:cubicBezTo>
                            <a:pt x="364494" y="1384035"/>
                            <a:pt x="285116" y="1298776"/>
                            <a:pt x="208346" y="1175689"/>
                          </a:cubicBezTo>
                          <a:cubicBezTo>
                            <a:pt x="106779" y="1012840"/>
                            <a:pt x="67835" y="806801"/>
                            <a:pt x="50188" y="605231"/>
                          </a:cubicBezTo>
                          <a:cubicBezTo>
                            <a:pt x="32540" y="403661"/>
                            <a:pt x="33508" y="199336"/>
                            <a:pt x="0" y="596"/>
                          </a:cubicBezTo>
                          <a:cubicBezTo>
                            <a:pt x="84440" y="372"/>
                            <a:pt x="168881" y="223"/>
                            <a:pt x="253321" y="0"/>
                          </a:cubicBezTo>
                          <a:lnTo>
                            <a:pt x="347442" y="85334"/>
                          </a:ln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60" name="AutoShape 360"/>
                    <p:cNvSpPr/>
                    <p:nvPr/>
                  </p:nvSpPr>
                  <p:spPr>
                    <a:xfrm>
                      <a:off x="10669688" y="4237514"/>
                      <a:ext cx="760187" cy="19280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60187" h="1928057">
                          <a:moveTo>
                            <a:pt x="417362" y="1362069"/>
                          </a:moveTo>
                          <a:cubicBezTo>
                            <a:pt x="402469" y="1339730"/>
                            <a:pt x="417362" y="1295052"/>
                            <a:pt x="395023" y="1280160"/>
                          </a:cubicBezTo>
                          <a:cubicBezTo>
                            <a:pt x="380131" y="1280160"/>
                            <a:pt x="372684" y="1265267"/>
                            <a:pt x="365238" y="1257821"/>
                          </a:cubicBezTo>
                          <a:cubicBezTo>
                            <a:pt x="365238" y="1250375"/>
                            <a:pt x="365238" y="1235482"/>
                            <a:pt x="365238" y="1228036"/>
                          </a:cubicBezTo>
                          <a:cubicBezTo>
                            <a:pt x="350346" y="1220590"/>
                            <a:pt x="328007" y="1235482"/>
                            <a:pt x="313114" y="1235482"/>
                          </a:cubicBezTo>
                          <a:cubicBezTo>
                            <a:pt x="305668" y="1228036"/>
                            <a:pt x="335453" y="1205697"/>
                            <a:pt x="313114" y="1190805"/>
                          </a:cubicBezTo>
                          <a:cubicBezTo>
                            <a:pt x="223759" y="1123789"/>
                            <a:pt x="238652" y="1056772"/>
                            <a:pt x="216313" y="952525"/>
                          </a:cubicBezTo>
                          <a:cubicBezTo>
                            <a:pt x="208867" y="930186"/>
                            <a:pt x="164189" y="915293"/>
                            <a:pt x="156743" y="885508"/>
                          </a:cubicBezTo>
                          <a:cubicBezTo>
                            <a:pt x="112066" y="714245"/>
                            <a:pt x="134404" y="542981"/>
                            <a:pt x="89727" y="371717"/>
                          </a:cubicBezTo>
                          <a:cubicBezTo>
                            <a:pt x="57112" y="247811"/>
                            <a:pt x="47358" y="123905"/>
                            <a:pt x="50410" y="0"/>
                          </a:cubicBezTo>
                          <a:cubicBezTo>
                            <a:pt x="33582" y="75"/>
                            <a:pt x="16754" y="75"/>
                            <a:pt x="0" y="149"/>
                          </a:cubicBezTo>
                          <a:cubicBezTo>
                            <a:pt x="33508" y="198815"/>
                            <a:pt x="32540" y="403214"/>
                            <a:pt x="50188" y="604785"/>
                          </a:cubicBezTo>
                          <a:cubicBezTo>
                            <a:pt x="67835" y="806355"/>
                            <a:pt x="106779" y="1012392"/>
                            <a:pt x="208346" y="1175242"/>
                          </a:cubicBezTo>
                          <a:cubicBezTo>
                            <a:pt x="285116" y="1298329"/>
                            <a:pt x="364568" y="1383514"/>
                            <a:pt x="458316" y="1488730"/>
                          </a:cubicBezTo>
                          <a:cubicBezTo>
                            <a:pt x="572467" y="1616731"/>
                            <a:pt x="656238" y="1761262"/>
                            <a:pt x="726382" y="1928059"/>
                          </a:cubicBezTo>
                          <a:cubicBezTo>
                            <a:pt x="733902" y="1916144"/>
                            <a:pt x="745816" y="1904528"/>
                            <a:pt x="760188" y="1893582"/>
                          </a:cubicBezTo>
                          <a:cubicBezTo>
                            <a:pt x="666812" y="1703703"/>
                            <a:pt x="568223" y="1516802"/>
                            <a:pt x="417362" y="1362069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  <p:grpSp>
              <p:nvGrpSpPr>
                <p:cNvPr id="361" name="Group 361"/>
                <p:cNvGrpSpPr/>
                <p:nvPr/>
              </p:nvGrpSpPr>
              <p:grpSpPr>
                <a:xfrm>
                  <a:off x="10155536" y="4270724"/>
                  <a:ext cx="758318" cy="2158371"/>
                  <a:chOff x="10155536" y="4270724"/>
                  <a:chExt cx="758318" cy="2158371"/>
                </a:xfrm>
              </p:grpSpPr>
              <p:grpSp>
                <p:nvGrpSpPr>
                  <p:cNvPr id="362" name="Group 362"/>
                  <p:cNvGrpSpPr/>
                  <p:nvPr/>
                </p:nvGrpSpPr>
                <p:grpSpPr>
                  <a:xfrm>
                    <a:off x="10155536" y="6180837"/>
                    <a:ext cx="411938" cy="248258"/>
                    <a:chOff x="10155536" y="6180837"/>
                    <a:chExt cx="411938" cy="248258"/>
                  </a:xfrm>
                </p:grpSpPr>
                <p:sp>
                  <p:nvSpPr>
                    <p:cNvPr id="363" name="AutoShape 363"/>
                    <p:cNvSpPr/>
                    <p:nvPr/>
                  </p:nvSpPr>
                  <p:spPr>
                    <a:xfrm>
                      <a:off x="10155536" y="6180837"/>
                      <a:ext cx="411938" cy="2482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1938" h="248258">
                          <a:moveTo>
                            <a:pt x="269542" y="0"/>
                          </a:moveTo>
                          <a:cubicBezTo>
                            <a:pt x="261650" y="34327"/>
                            <a:pt x="239981" y="64038"/>
                            <a:pt x="212057" y="78632"/>
                          </a:cubicBezTo>
                          <a:cubicBezTo>
                            <a:pt x="185102" y="92706"/>
                            <a:pt x="154572" y="92706"/>
                            <a:pt x="125011" y="93078"/>
                          </a:cubicBezTo>
                          <a:cubicBezTo>
                            <a:pt x="95523" y="93450"/>
                            <a:pt x="64696" y="94865"/>
                            <a:pt x="38709" y="111173"/>
                          </a:cubicBezTo>
                          <a:cubicBezTo>
                            <a:pt x="12721" y="127480"/>
                            <a:pt x="-6639" y="163371"/>
                            <a:pt x="2147" y="196135"/>
                          </a:cubicBezTo>
                          <a:cubicBezTo>
                            <a:pt x="134691" y="227558"/>
                            <a:pt x="269766" y="244982"/>
                            <a:pt x="404990" y="248258"/>
                          </a:cubicBezTo>
                          <a:cubicBezTo>
                            <a:pt x="419808" y="168137"/>
                            <a:pt x="410724" y="82281"/>
                            <a:pt x="379673" y="8712"/>
                          </a:cubicBezTo>
                          <a:lnTo>
                            <a:pt x="269542" y="0"/>
                          </a:lnTo>
                          <a:close/>
                        </a:path>
                      </a:pathLst>
                    </a:custGeom>
                    <a:solidFill>
                      <a:srgbClr val="E6723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64" name="AutoShape 364"/>
                    <p:cNvSpPr/>
                    <p:nvPr/>
                  </p:nvSpPr>
                  <p:spPr>
                    <a:xfrm>
                      <a:off x="10421429" y="6314042"/>
                      <a:ext cx="146037" cy="1149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6037" h="114979">
                          <a:moveTo>
                            <a:pt x="25243" y="45059"/>
                          </a:moveTo>
                          <a:cubicBezTo>
                            <a:pt x="15861" y="65089"/>
                            <a:pt x="7521" y="85641"/>
                            <a:pt x="0" y="106490"/>
                          </a:cubicBezTo>
                          <a:cubicBezTo>
                            <a:pt x="46315" y="110958"/>
                            <a:pt x="92706" y="113862"/>
                            <a:pt x="139171" y="114979"/>
                          </a:cubicBezTo>
                          <a:cubicBezTo>
                            <a:pt x="146095" y="77301"/>
                            <a:pt x="147734" y="38357"/>
                            <a:pt x="144308" y="9"/>
                          </a:cubicBezTo>
                          <a:cubicBezTo>
                            <a:pt x="94121" y="-215"/>
                            <a:pt x="43114" y="3434"/>
                            <a:pt x="25243" y="45059"/>
                          </a:cubicBezTo>
                          <a:close/>
                        </a:path>
                      </a:pathLst>
                    </a:custGeom>
                    <a:solidFill>
                      <a:srgbClr val="C65C26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65" name="AutoShape 365"/>
                    <p:cNvSpPr/>
                    <p:nvPr/>
                  </p:nvSpPr>
                  <p:spPr>
                    <a:xfrm>
                      <a:off x="10155610" y="6345697"/>
                      <a:ext cx="410276" cy="833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0276" h="83323">
                          <a:moveTo>
                            <a:pt x="1552" y="0"/>
                          </a:moveTo>
                          <a:cubicBezTo>
                            <a:pt x="-608" y="10201"/>
                            <a:pt x="-608" y="20849"/>
                            <a:pt x="2148" y="31200"/>
                          </a:cubicBezTo>
                          <a:cubicBezTo>
                            <a:pt x="134765" y="62623"/>
                            <a:pt x="269766" y="80047"/>
                            <a:pt x="404990" y="83324"/>
                          </a:cubicBezTo>
                          <a:cubicBezTo>
                            <a:pt x="407447" y="70144"/>
                            <a:pt x="409160" y="56889"/>
                            <a:pt x="410277" y="43486"/>
                          </a:cubicBezTo>
                          <a:cubicBezTo>
                            <a:pt x="274010" y="55549"/>
                            <a:pt x="137819" y="14893"/>
                            <a:pt x="1552" y="0"/>
                          </a:cubicBezTo>
                          <a:close/>
                        </a:path>
                      </a:pathLst>
                    </a:custGeom>
                    <a:solidFill>
                      <a:srgbClr val="F4E8DC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366" name="Group 366"/>
                  <p:cNvGrpSpPr/>
                  <p:nvPr/>
                </p:nvGrpSpPr>
                <p:grpSpPr>
                  <a:xfrm>
                    <a:off x="10321927" y="4270724"/>
                    <a:ext cx="591927" cy="1985304"/>
                    <a:chOff x="10321927" y="4270724"/>
                    <a:chExt cx="591927" cy="1985304"/>
                  </a:xfrm>
                </p:grpSpPr>
                <p:sp>
                  <p:nvSpPr>
                    <p:cNvPr id="367" name="AutoShape 367"/>
                    <p:cNvSpPr/>
                    <p:nvPr/>
                  </p:nvSpPr>
                  <p:spPr>
                    <a:xfrm>
                      <a:off x="10321927" y="4270724"/>
                      <a:ext cx="591927" cy="19853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927" h="1985304">
                          <a:moveTo>
                            <a:pt x="590509" y="76175"/>
                          </a:moveTo>
                          <a:cubicBezTo>
                            <a:pt x="596465" y="244386"/>
                            <a:pt x="585371" y="442159"/>
                            <a:pt x="524312" y="594137"/>
                          </a:cubicBezTo>
                          <a:cubicBezTo>
                            <a:pt x="463326" y="746115"/>
                            <a:pt x="324528" y="907103"/>
                            <a:pt x="291020" y="1070697"/>
                          </a:cubicBezTo>
                          <a:cubicBezTo>
                            <a:pt x="273596" y="1155584"/>
                            <a:pt x="293031" y="1195794"/>
                            <a:pt x="286031" y="1282766"/>
                          </a:cubicBezTo>
                          <a:cubicBezTo>
                            <a:pt x="267416" y="1513303"/>
                            <a:pt x="248875" y="1743838"/>
                            <a:pt x="230259" y="1974300"/>
                          </a:cubicBezTo>
                          <a:cubicBezTo>
                            <a:pt x="180965" y="1985991"/>
                            <a:pt x="95928" y="2004234"/>
                            <a:pt x="39113" y="1931931"/>
                          </a:cubicBezTo>
                          <a:cubicBezTo>
                            <a:pt x="-16808" y="1560363"/>
                            <a:pt x="-11298" y="1182614"/>
                            <a:pt x="46262" y="811419"/>
                          </a:cubicBezTo>
                          <a:cubicBezTo>
                            <a:pt x="57357" y="739637"/>
                            <a:pt x="72696" y="668823"/>
                            <a:pt x="88036" y="598083"/>
                          </a:cubicBezTo>
                          <a:cubicBezTo>
                            <a:pt x="131149" y="398747"/>
                            <a:pt x="174263" y="199336"/>
                            <a:pt x="217452" y="0"/>
                          </a:cubicBezTo>
                          <a:cubicBezTo>
                            <a:pt x="336815" y="50784"/>
                            <a:pt x="463699" y="76697"/>
                            <a:pt x="590509" y="76175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68" name="AutoShape 368"/>
                    <p:cNvSpPr/>
                    <p:nvPr/>
                  </p:nvSpPr>
                  <p:spPr>
                    <a:xfrm>
                      <a:off x="10321927" y="4270724"/>
                      <a:ext cx="250289" cy="19359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0289" h="1935951">
                          <a:moveTo>
                            <a:pt x="72622" y="1120364"/>
                          </a:moveTo>
                          <a:cubicBezTo>
                            <a:pt x="72622" y="1098025"/>
                            <a:pt x="94960" y="1075686"/>
                            <a:pt x="109853" y="1053347"/>
                          </a:cubicBezTo>
                          <a:cubicBezTo>
                            <a:pt x="124745" y="1023562"/>
                            <a:pt x="80068" y="1031009"/>
                            <a:pt x="72622" y="1008670"/>
                          </a:cubicBezTo>
                          <a:cubicBezTo>
                            <a:pt x="65175" y="978885"/>
                            <a:pt x="109853" y="956546"/>
                            <a:pt x="102407" y="941653"/>
                          </a:cubicBezTo>
                          <a:cubicBezTo>
                            <a:pt x="72622" y="867191"/>
                            <a:pt x="109853" y="800175"/>
                            <a:pt x="132192" y="733158"/>
                          </a:cubicBezTo>
                          <a:cubicBezTo>
                            <a:pt x="197719" y="490783"/>
                            <a:pt x="228621" y="254215"/>
                            <a:pt x="250289" y="13255"/>
                          </a:cubicBezTo>
                          <a:cubicBezTo>
                            <a:pt x="239269" y="9010"/>
                            <a:pt x="228248" y="4691"/>
                            <a:pt x="217377" y="0"/>
                          </a:cubicBezTo>
                          <a:cubicBezTo>
                            <a:pt x="174263" y="199336"/>
                            <a:pt x="131149" y="398747"/>
                            <a:pt x="87961" y="598083"/>
                          </a:cubicBezTo>
                          <a:cubicBezTo>
                            <a:pt x="72696" y="668823"/>
                            <a:pt x="57357" y="739562"/>
                            <a:pt x="46262" y="811419"/>
                          </a:cubicBezTo>
                          <a:cubicBezTo>
                            <a:pt x="-11298" y="1182614"/>
                            <a:pt x="-16808" y="1560363"/>
                            <a:pt x="39113" y="1931931"/>
                          </a:cubicBezTo>
                          <a:cubicBezTo>
                            <a:pt x="40231" y="1933346"/>
                            <a:pt x="41348" y="1934611"/>
                            <a:pt x="42465" y="1935952"/>
                          </a:cubicBezTo>
                          <a:cubicBezTo>
                            <a:pt x="36433" y="1666323"/>
                            <a:pt x="58102" y="1389769"/>
                            <a:pt x="72622" y="1120364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  <p:grpSp>
              <p:nvGrpSpPr>
                <p:cNvPr id="369" name="Group 369"/>
                <p:cNvGrpSpPr/>
                <p:nvPr/>
              </p:nvGrpSpPr>
              <p:grpSpPr>
                <a:xfrm>
                  <a:off x="10501998" y="4450849"/>
                  <a:ext cx="543873" cy="156819"/>
                  <a:chOff x="10501998" y="4450849"/>
                  <a:chExt cx="543873" cy="156819"/>
                </a:xfrm>
                <a:solidFill>
                  <a:srgbClr val="007888">
                    <a:alpha val="100000"/>
                  </a:srgbClr>
                </a:solidFill>
              </p:grpSpPr>
              <p:sp>
                <p:nvSpPr>
                  <p:cNvPr id="370" name="AutoShape 370"/>
                  <p:cNvSpPr/>
                  <p:nvPr/>
                </p:nvSpPr>
                <p:spPr>
                  <a:xfrm>
                    <a:off x="10501998" y="4450849"/>
                    <a:ext cx="99556" cy="1150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556" h="115044">
                        <a:moveTo>
                          <a:pt x="99556" y="35742"/>
                        </a:moveTo>
                        <a:cubicBezTo>
                          <a:pt x="70814" y="25690"/>
                          <a:pt x="42667" y="13850"/>
                          <a:pt x="15562" y="0"/>
                        </a:cubicBezTo>
                        <a:cubicBezTo>
                          <a:pt x="10350" y="25392"/>
                          <a:pt x="5212" y="50709"/>
                          <a:pt x="0" y="76101"/>
                        </a:cubicBezTo>
                        <a:cubicBezTo>
                          <a:pt x="27327" y="91217"/>
                          <a:pt x="55772" y="104173"/>
                          <a:pt x="84961" y="115045"/>
                        </a:cubicBezTo>
                        <a:cubicBezTo>
                          <a:pt x="90769" y="88760"/>
                          <a:pt x="95833" y="62325"/>
                          <a:pt x="99556" y="35742"/>
                        </a:cubicBezTo>
                        <a:close/>
                      </a:path>
                    </a:pathLst>
                  </a:custGeom>
                  <a:solidFill>
                    <a:srgbClr val="007888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71" name="AutoShape 371"/>
                  <p:cNvSpPr/>
                  <p:nvPr/>
                </p:nvSpPr>
                <p:spPr>
                  <a:xfrm>
                    <a:off x="10938497" y="4492697"/>
                    <a:ext cx="107374" cy="104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374" h="104396">
                        <a:moveTo>
                          <a:pt x="0" y="104397"/>
                        </a:moveTo>
                        <a:cubicBezTo>
                          <a:pt x="36560" y="97844"/>
                          <a:pt x="72526" y="88238"/>
                          <a:pt x="107374" y="75356"/>
                        </a:cubicBezTo>
                        <a:cubicBezTo>
                          <a:pt x="106854" y="50262"/>
                          <a:pt x="106406" y="25168"/>
                          <a:pt x="105886" y="0"/>
                        </a:cubicBezTo>
                        <a:cubicBezTo>
                          <a:pt x="71930" y="11021"/>
                          <a:pt x="37157" y="19137"/>
                          <a:pt x="1936" y="24647"/>
                        </a:cubicBezTo>
                        <a:cubicBezTo>
                          <a:pt x="1712" y="51230"/>
                          <a:pt x="1191" y="77888"/>
                          <a:pt x="0" y="104397"/>
                        </a:cubicBezTo>
                        <a:close/>
                      </a:path>
                    </a:pathLst>
                  </a:custGeom>
                  <a:solidFill>
                    <a:srgbClr val="007888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72" name="AutoShape 372"/>
                  <p:cNvSpPr/>
                  <p:nvPr/>
                </p:nvSpPr>
                <p:spPr>
                  <a:xfrm>
                    <a:off x="10867981" y="4521291"/>
                    <a:ext cx="42667" cy="845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67" h="84589">
                        <a:moveTo>
                          <a:pt x="42668" y="0"/>
                        </a:moveTo>
                        <a:cubicBezTo>
                          <a:pt x="29041" y="1489"/>
                          <a:pt x="15340" y="2681"/>
                          <a:pt x="1713" y="3351"/>
                        </a:cubicBezTo>
                        <a:cubicBezTo>
                          <a:pt x="1713" y="30455"/>
                          <a:pt x="1043" y="57559"/>
                          <a:pt x="0" y="84589"/>
                        </a:cubicBezTo>
                        <a:cubicBezTo>
                          <a:pt x="13627" y="83621"/>
                          <a:pt x="27179" y="82206"/>
                          <a:pt x="40657" y="80419"/>
                        </a:cubicBezTo>
                        <a:cubicBezTo>
                          <a:pt x="41849" y="53688"/>
                          <a:pt x="42444" y="26881"/>
                          <a:pt x="42668" y="0"/>
                        </a:cubicBezTo>
                        <a:close/>
                      </a:path>
                    </a:pathLst>
                  </a:custGeom>
                  <a:solidFill>
                    <a:srgbClr val="007888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73" name="AutoShape 373"/>
                  <p:cNvSpPr/>
                  <p:nvPr/>
                </p:nvSpPr>
                <p:spPr>
                  <a:xfrm>
                    <a:off x="10615106" y="4495824"/>
                    <a:ext cx="224802" cy="1118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802" h="111843">
                        <a:moveTo>
                          <a:pt x="224803" y="29785"/>
                        </a:moveTo>
                        <a:cubicBezTo>
                          <a:pt x="153914" y="30455"/>
                          <a:pt x="82877" y="20403"/>
                          <a:pt x="15042" y="0"/>
                        </a:cubicBezTo>
                        <a:cubicBezTo>
                          <a:pt x="11095" y="26806"/>
                          <a:pt x="5883" y="53390"/>
                          <a:pt x="0" y="79824"/>
                        </a:cubicBezTo>
                        <a:cubicBezTo>
                          <a:pt x="71782" y="102981"/>
                          <a:pt x="147585" y="113555"/>
                          <a:pt x="223089" y="111619"/>
                        </a:cubicBezTo>
                        <a:cubicBezTo>
                          <a:pt x="224058" y="84366"/>
                          <a:pt x="224728" y="57113"/>
                          <a:pt x="224803" y="29785"/>
                        </a:cubicBezTo>
                        <a:close/>
                      </a:path>
                    </a:pathLst>
                  </a:custGeom>
                  <a:solidFill>
                    <a:srgbClr val="007888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374" name="Group 374"/>
              <p:cNvGrpSpPr/>
              <p:nvPr/>
            </p:nvGrpSpPr>
            <p:grpSpPr>
              <a:xfrm>
                <a:off x="10220630" y="3006722"/>
                <a:ext cx="957559" cy="812800"/>
                <a:chOff x="10220630" y="3006722"/>
                <a:chExt cx="957559" cy="812800"/>
              </a:xfrm>
            </p:grpSpPr>
            <p:grpSp>
              <p:nvGrpSpPr>
                <p:cNvPr id="375" name="Group 375"/>
                <p:cNvGrpSpPr/>
                <p:nvPr/>
              </p:nvGrpSpPr>
              <p:grpSpPr>
                <a:xfrm>
                  <a:off x="10220630" y="3006722"/>
                  <a:ext cx="391422" cy="545438"/>
                  <a:chOff x="10220630" y="3006722"/>
                  <a:chExt cx="391422" cy="545438"/>
                </a:xfrm>
              </p:grpSpPr>
              <p:sp>
                <p:nvSpPr>
                  <p:cNvPr id="376" name="AutoShape 376"/>
                  <p:cNvSpPr/>
                  <p:nvPr/>
                </p:nvSpPr>
                <p:spPr>
                  <a:xfrm>
                    <a:off x="10220630" y="3006722"/>
                    <a:ext cx="391422" cy="5454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422" h="545438">
                        <a:moveTo>
                          <a:pt x="204597" y="222717"/>
                        </a:moveTo>
                        <a:cubicBezTo>
                          <a:pt x="199608" y="211399"/>
                          <a:pt x="195363" y="199708"/>
                          <a:pt x="192162" y="187795"/>
                        </a:cubicBezTo>
                        <a:cubicBezTo>
                          <a:pt x="190374" y="181093"/>
                          <a:pt x="188885" y="174391"/>
                          <a:pt x="187396" y="167615"/>
                        </a:cubicBezTo>
                        <a:cubicBezTo>
                          <a:pt x="185609" y="154063"/>
                          <a:pt x="184567" y="140362"/>
                          <a:pt x="182780" y="126884"/>
                        </a:cubicBezTo>
                        <a:cubicBezTo>
                          <a:pt x="182034" y="121076"/>
                          <a:pt x="180993" y="115044"/>
                          <a:pt x="177418" y="110502"/>
                        </a:cubicBezTo>
                        <a:cubicBezTo>
                          <a:pt x="173025" y="104843"/>
                          <a:pt x="165951" y="102684"/>
                          <a:pt x="158654" y="101790"/>
                        </a:cubicBezTo>
                        <a:cubicBezTo>
                          <a:pt x="153664" y="95312"/>
                          <a:pt x="148378" y="88983"/>
                          <a:pt x="143016" y="82728"/>
                        </a:cubicBezTo>
                        <a:cubicBezTo>
                          <a:pt x="133038" y="71037"/>
                          <a:pt x="122986" y="59272"/>
                          <a:pt x="110923" y="49815"/>
                        </a:cubicBezTo>
                        <a:cubicBezTo>
                          <a:pt x="85307" y="29710"/>
                          <a:pt x="72947" y="24424"/>
                          <a:pt x="41747" y="0"/>
                        </a:cubicBezTo>
                        <a:cubicBezTo>
                          <a:pt x="33705" y="8116"/>
                          <a:pt x="38024" y="20328"/>
                          <a:pt x="45321" y="29115"/>
                        </a:cubicBezTo>
                        <a:cubicBezTo>
                          <a:pt x="52618" y="37976"/>
                          <a:pt x="63714" y="48773"/>
                          <a:pt x="72649" y="55921"/>
                        </a:cubicBezTo>
                        <a:cubicBezTo>
                          <a:pt x="88361" y="68505"/>
                          <a:pt x="103104" y="87568"/>
                          <a:pt x="104445" y="108492"/>
                        </a:cubicBezTo>
                        <a:lnTo>
                          <a:pt x="103179" y="107077"/>
                        </a:lnTo>
                        <a:cubicBezTo>
                          <a:pt x="100274" y="116162"/>
                          <a:pt x="95732" y="125097"/>
                          <a:pt x="87988" y="130682"/>
                        </a:cubicBezTo>
                        <a:cubicBezTo>
                          <a:pt x="80319" y="136266"/>
                          <a:pt x="68926" y="137532"/>
                          <a:pt x="61480" y="131650"/>
                        </a:cubicBezTo>
                        <a:cubicBezTo>
                          <a:pt x="56938" y="128075"/>
                          <a:pt x="54554" y="122640"/>
                          <a:pt x="51353" y="117800"/>
                        </a:cubicBezTo>
                        <a:cubicBezTo>
                          <a:pt x="42864" y="105067"/>
                          <a:pt x="28046" y="96801"/>
                          <a:pt x="12781" y="96205"/>
                        </a:cubicBezTo>
                        <a:cubicBezTo>
                          <a:pt x="8761" y="96057"/>
                          <a:pt x="4218" y="96652"/>
                          <a:pt x="1686" y="99780"/>
                        </a:cubicBezTo>
                        <a:cubicBezTo>
                          <a:pt x="-1218" y="103428"/>
                          <a:pt x="-26" y="109013"/>
                          <a:pt x="2654" y="112885"/>
                        </a:cubicBezTo>
                        <a:cubicBezTo>
                          <a:pt x="5261" y="116757"/>
                          <a:pt x="9132" y="119661"/>
                          <a:pt x="11813" y="123533"/>
                        </a:cubicBezTo>
                        <a:cubicBezTo>
                          <a:pt x="16877" y="130682"/>
                          <a:pt x="17621" y="140213"/>
                          <a:pt x="22760" y="147287"/>
                        </a:cubicBezTo>
                        <a:cubicBezTo>
                          <a:pt x="27227" y="153467"/>
                          <a:pt x="34524" y="157041"/>
                          <a:pt x="39736" y="162701"/>
                        </a:cubicBezTo>
                        <a:cubicBezTo>
                          <a:pt x="46364" y="169923"/>
                          <a:pt x="49119" y="179752"/>
                          <a:pt x="52023" y="189135"/>
                        </a:cubicBezTo>
                        <a:cubicBezTo>
                          <a:pt x="54927" y="198517"/>
                          <a:pt x="58725" y="208272"/>
                          <a:pt x="66617" y="214080"/>
                        </a:cubicBezTo>
                        <a:cubicBezTo>
                          <a:pt x="67363" y="214601"/>
                          <a:pt x="68107" y="214973"/>
                          <a:pt x="68851" y="215420"/>
                        </a:cubicBezTo>
                        <a:cubicBezTo>
                          <a:pt x="71457" y="219888"/>
                          <a:pt x="74213" y="223685"/>
                          <a:pt x="77117" y="226366"/>
                        </a:cubicBezTo>
                        <a:cubicBezTo>
                          <a:pt x="85382" y="233961"/>
                          <a:pt x="95658" y="239025"/>
                          <a:pt x="104072" y="246397"/>
                        </a:cubicBezTo>
                        <a:cubicBezTo>
                          <a:pt x="112115" y="253470"/>
                          <a:pt x="119709" y="262183"/>
                          <a:pt x="127007" y="271490"/>
                        </a:cubicBezTo>
                        <a:cubicBezTo>
                          <a:pt x="178386" y="361813"/>
                          <a:pt x="226042" y="455190"/>
                          <a:pt x="277570" y="545438"/>
                        </a:cubicBezTo>
                        <a:cubicBezTo>
                          <a:pt x="315248" y="507834"/>
                          <a:pt x="356649" y="471422"/>
                          <a:pt x="391423" y="442605"/>
                        </a:cubicBezTo>
                        <a:cubicBezTo>
                          <a:pt x="327981" y="373876"/>
                          <a:pt x="271762" y="295393"/>
                          <a:pt x="204597" y="222717"/>
                        </a:cubicBezTo>
                        <a:close/>
                      </a:path>
                    </a:pathLst>
                  </a:custGeom>
                  <a:solidFill>
                    <a:srgbClr val="FFBE69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77" name="AutoShape 377"/>
                  <p:cNvSpPr/>
                  <p:nvPr/>
                </p:nvSpPr>
                <p:spPr>
                  <a:xfrm>
                    <a:off x="10446374" y="3393183"/>
                    <a:ext cx="165679" cy="1588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679" h="158828">
                        <a:moveTo>
                          <a:pt x="165679" y="56070"/>
                        </a:moveTo>
                        <a:cubicBezTo>
                          <a:pt x="148925" y="37976"/>
                          <a:pt x="132767" y="19211"/>
                          <a:pt x="116683" y="0"/>
                        </a:cubicBezTo>
                        <a:cubicBezTo>
                          <a:pt x="75208" y="10201"/>
                          <a:pt x="33732" y="33955"/>
                          <a:pt x="0" y="65229"/>
                        </a:cubicBezTo>
                        <a:cubicBezTo>
                          <a:pt x="17052" y="96652"/>
                          <a:pt x="34179" y="127927"/>
                          <a:pt x="51827" y="158829"/>
                        </a:cubicBezTo>
                        <a:cubicBezTo>
                          <a:pt x="89430" y="121300"/>
                          <a:pt x="130906" y="84887"/>
                          <a:pt x="165679" y="56070"/>
                        </a:cubicBezTo>
                        <a:close/>
                      </a:path>
                    </a:pathLst>
                  </a:custGeom>
                  <a:solidFill>
                    <a:srgbClr val="06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378" name="Group 378"/>
                <p:cNvGrpSpPr/>
                <p:nvPr/>
              </p:nvGrpSpPr>
              <p:grpSpPr>
                <a:xfrm>
                  <a:off x="10453001" y="3412394"/>
                  <a:ext cx="725188" cy="407129"/>
                  <a:chOff x="10453001" y="3412394"/>
                  <a:chExt cx="725188" cy="407129"/>
                </a:xfrm>
              </p:grpSpPr>
              <p:sp>
                <p:nvSpPr>
                  <p:cNvPr id="379" name="AutoShape 379"/>
                  <p:cNvSpPr/>
                  <p:nvPr/>
                </p:nvSpPr>
                <p:spPr>
                  <a:xfrm>
                    <a:off x="10453001" y="3412394"/>
                    <a:ext cx="725188" cy="4071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5188" h="407129">
                        <a:moveTo>
                          <a:pt x="138277" y="0"/>
                        </a:moveTo>
                        <a:cubicBezTo>
                          <a:pt x="153616" y="13403"/>
                          <a:pt x="170148" y="25392"/>
                          <a:pt x="188689" y="34997"/>
                        </a:cubicBezTo>
                        <a:cubicBezTo>
                          <a:pt x="216612" y="49518"/>
                          <a:pt x="247142" y="58155"/>
                          <a:pt x="277522" y="66644"/>
                        </a:cubicBezTo>
                        <a:cubicBezTo>
                          <a:pt x="362856" y="90621"/>
                          <a:pt x="448191" y="114523"/>
                          <a:pt x="533599" y="138500"/>
                        </a:cubicBezTo>
                        <a:cubicBezTo>
                          <a:pt x="581999" y="152127"/>
                          <a:pt x="631889" y="166424"/>
                          <a:pt x="671131" y="197996"/>
                        </a:cubicBezTo>
                        <a:cubicBezTo>
                          <a:pt x="710298" y="229568"/>
                          <a:pt x="736286" y="283107"/>
                          <a:pt x="720500" y="330912"/>
                        </a:cubicBezTo>
                        <a:cubicBezTo>
                          <a:pt x="703895" y="381099"/>
                          <a:pt x="646410" y="408353"/>
                          <a:pt x="593616" y="407087"/>
                        </a:cubicBezTo>
                        <a:cubicBezTo>
                          <a:pt x="540747" y="405821"/>
                          <a:pt x="491304" y="382440"/>
                          <a:pt x="443648" y="359431"/>
                        </a:cubicBezTo>
                        <a:cubicBezTo>
                          <a:pt x="360921" y="319593"/>
                          <a:pt x="278118" y="279681"/>
                          <a:pt x="195390" y="239844"/>
                        </a:cubicBezTo>
                        <a:cubicBezTo>
                          <a:pt x="149298" y="217654"/>
                          <a:pt x="96131" y="201272"/>
                          <a:pt x="59570" y="165456"/>
                        </a:cubicBezTo>
                        <a:cubicBezTo>
                          <a:pt x="37977" y="144234"/>
                          <a:pt x="15861" y="120183"/>
                          <a:pt x="0" y="94270"/>
                        </a:cubicBezTo>
                        <a:cubicBezTo>
                          <a:pt x="33583" y="56070"/>
                          <a:pt x="91217" y="19733"/>
                          <a:pt x="138277" y="0"/>
                        </a:cubicBezTo>
                        <a:close/>
                      </a:path>
                    </a:pathLst>
                  </a:custGeom>
                  <a:solidFill>
                    <a:srgbClr val="C65C26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80" name="AutoShape 380"/>
                  <p:cNvSpPr/>
                  <p:nvPr/>
                </p:nvSpPr>
                <p:spPr>
                  <a:xfrm>
                    <a:off x="10565812" y="3412394"/>
                    <a:ext cx="612008" cy="2950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2008" h="295095">
                        <a:moveTo>
                          <a:pt x="0" y="87345"/>
                        </a:moveTo>
                        <a:cubicBezTo>
                          <a:pt x="22339" y="94791"/>
                          <a:pt x="37231" y="72452"/>
                          <a:pt x="52124" y="72452"/>
                        </a:cubicBezTo>
                        <a:cubicBezTo>
                          <a:pt x="74463" y="79898"/>
                          <a:pt x="81909" y="117130"/>
                          <a:pt x="89355" y="117130"/>
                        </a:cubicBezTo>
                        <a:cubicBezTo>
                          <a:pt x="267842" y="168137"/>
                          <a:pt x="440967" y="229940"/>
                          <a:pt x="612008" y="295095"/>
                        </a:cubicBezTo>
                        <a:cubicBezTo>
                          <a:pt x="609774" y="258162"/>
                          <a:pt x="587733" y="221749"/>
                          <a:pt x="558171" y="197996"/>
                        </a:cubicBezTo>
                        <a:cubicBezTo>
                          <a:pt x="519004" y="166424"/>
                          <a:pt x="469114" y="152127"/>
                          <a:pt x="420639" y="138500"/>
                        </a:cubicBezTo>
                        <a:cubicBezTo>
                          <a:pt x="335305" y="114523"/>
                          <a:pt x="249971" y="90621"/>
                          <a:pt x="164562" y="66644"/>
                        </a:cubicBezTo>
                        <a:cubicBezTo>
                          <a:pt x="134256" y="58155"/>
                          <a:pt x="103652" y="49518"/>
                          <a:pt x="75729" y="34997"/>
                        </a:cubicBezTo>
                        <a:cubicBezTo>
                          <a:pt x="57262" y="25392"/>
                          <a:pt x="40731" y="13403"/>
                          <a:pt x="25317" y="0"/>
                        </a:cubicBezTo>
                        <a:cubicBezTo>
                          <a:pt x="18244" y="2979"/>
                          <a:pt x="10871" y="6329"/>
                          <a:pt x="3425" y="10052"/>
                        </a:cubicBezTo>
                        <a:cubicBezTo>
                          <a:pt x="16010" y="29189"/>
                          <a:pt x="9606" y="49071"/>
                          <a:pt x="0" y="87345"/>
                        </a:cubicBezTo>
                        <a:close/>
                      </a:path>
                    </a:pathLst>
                  </a:custGeom>
                  <a:solidFill>
                    <a:srgbClr val="E6723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81" name="AutoShape 381"/>
                  <p:cNvSpPr/>
                  <p:nvPr/>
                </p:nvSpPr>
                <p:spPr>
                  <a:xfrm>
                    <a:off x="10474075" y="3427808"/>
                    <a:ext cx="141031" cy="1082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031" h="108268">
                        <a:moveTo>
                          <a:pt x="5361" y="108269"/>
                        </a:moveTo>
                        <a:lnTo>
                          <a:pt x="0" y="103056"/>
                        </a:lnTo>
                        <a:cubicBezTo>
                          <a:pt x="40209" y="61580"/>
                          <a:pt x="86525" y="26955"/>
                          <a:pt x="137607" y="0"/>
                        </a:cubicBezTo>
                        <a:lnTo>
                          <a:pt x="141032" y="6553"/>
                        </a:lnTo>
                        <a:cubicBezTo>
                          <a:pt x="90695" y="33210"/>
                          <a:pt x="44975" y="67389"/>
                          <a:pt x="5361" y="108269"/>
                        </a:cubicBezTo>
                        <a:close/>
                      </a:path>
                    </a:pathLst>
                  </a:custGeom>
                  <a:solidFill>
                    <a:srgbClr val="C65C26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382" name="Group 382"/>
              <p:cNvGrpSpPr/>
              <p:nvPr/>
            </p:nvGrpSpPr>
            <p:grpSpPr>
              <a:xfrm>
                <a:off x="10816301" y="3028981"/>
                <a:ext cx="437367" cy="596748"/>
                <a:chOff x="10816301" y="3028981"/>
                <a:chExt cx="437367" cy="596748"/>
              </a:xfrm>
            </p:grpSpPr>
            <p:grpSp>
              <p:nvGrpSpPr>
                <p:cNvPr id="383" name="Group 383"/>
                <p:cNvGrpSpPr/>
                <p:nvPr/>
              </p:nvGrpSpPr>
              <p:grpSpPr>
                <a:xfrm>
                  <a:off x="10850929" y="3028981"/>
                  <a:ext cx="402738" cy="596748"/>
                  <a:chOff x="10850929" y="3028981"/>
                  <a:chExt cx="402738" cy="596748"/>
                </a:xfrm>
              </p:grpSpPr>
              <p:grpSp>
                <p:nvGrpSpPr>
                  <p:cNvPr id="384" name="Group 384"/>
                  <p:cNvGrpSpPr/>
                  <p:nvPr/>
                </p:nvGrpSpPr>
                <p:grpSpPr>
                  <a:xfrm>
                    <a:off x="10850976" y="3083487"/>
                    <a:ext cx="362223" cy="377220"/>
                    <a:chOff x="10850976" y="3083487"/>
                    <a:chExt cx="362223" cy="377220"/>
                  </a:xfrm>
                </p:grpSpPr>
                <p:sp>
                  <p:nvSpPr>
                    <p:cNvPr id="385" name="AutoShape 385"/>
                    <p:cNvSpPr/>
                    <p:nvPr/>
                  </p:nvSpPr>
                  <p:spPr>
                    <a:xfrm>
                      <a:off x="10850976" y="3083487"/>
                      <a:ext cx="362223" cy="37722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2223" h="377220">
                          <a:moveTo>
                            <a:pt x="299591" y="306419"/>
                          </a:moveTo>
                          <a:cubicBezTo>
                            <a:pt x="228553" y="375967"/>
                            <a:pt x="116785" y="391232"/>
                            <a:pt x="20728" y="365468"/>
                          </a:cubicBezTo>
                          <a:cubicBezTo>
                            <a:pt x="-10769" y="309249"/>
                            <a:pt x="-1238" y="212373"/>
                            <a:pt x="15591" y="150123"/>
                          </a:cubicBezTo>
                          <a:cubicBezTo>
                            <a:pt x="32419" y="87946"/>
                            <a:pt x="56321" y="61214"/>
                            <a:pt x="111871" y="28525"/>
                          </a:cubicBezTo>
                          <a:cubicBezTo>
                            <a:pt x="149251" y="6559"/>
                            <a:pt x="193854" y="-5504"/>
                            <a:pt x="236521" y="2463"/>
                          </a:cubicBezTo>
                          <a:cubicBezTo>
                            <a:pt x="299069" y="14154"/>
                            <a:pt x="348960" y="70150"/>
                            <a:pt x="359756" y="132922"/>
                          </a:cubicBezTo>
                          <a:cubicBezTo>
                            <a:pt x="370554" y="195694"/>
                            <a:pt x="345087" y="261891"/>
                            <a:pt x="299591" y="306419"/>
                          </a:cubicBezTo>
                          <a:close/>
                        </a:path>
                      </a:pathLst>
                    </a:custGeom>
                    <a:solidFill>
                      <a:srgbClr val="FFBE69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86" name="AutoShape 386"/>
                    <p:cNvSpPr/>
                    <p:nvPr/>
                  </p:nvSpPr>
                  <p:spPr>
                    <a:xfrm>
                      <a:off x="10870439" y="3349101"/>
                      <a:ext cx="312519" cy="1115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2519" h="111559">
                          <a:moveTo>
                            <a:pt x="1265" y="99854"/>
                          </a:moveTo>
                          <a:cubicBezTo>
                            <a:pt x="97322" y="125544"/>
                            <a:pt x="209090" y="110279"/>
                            <a:pt x="280128" y="40806"/>
                          </a:cubicBezTo>
                          <a:cubicBezTo>
                            <a:pt x="292564" y="28668"/>
                            <a:pt x="303435" y="14893"/>
                            <a:pt x="312519" y="0"/>
                          </a:cubicBezTo>
                          <a:cubicBezTo>
                            <a:pt x="217430" y="54209"/>
                            <a:pt x="111024" y="87419"/>
                            <a:pt x="0" y="97323"/>
                          </a:cubicBezTo>
                          <a:cubicBezTo>
                            <a:pt x="446" y="98142"/>
                            <a:pt x="819" y="99035"/>
                            <a:pt x="1265" y="99854"/>
                          </a:cubicBezTo>
                          <a:close/>
                        </a:path>
                      </a:pathLst>
                    </a:custGeom>
                    <a:solidFill>
                      <a:srgbClr val="06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387" name="AutoShape 387"/>
                  <p:cNvSpPr/>
                  <p:nvPr/>
                </p:nvSpPr>
                <p:spPr>
                  <a:xfrm>
                    <a:off x="10850929" y="3402491"/>
                    <a:ext cx="256151" cy="2232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6151" h="223237">
                        <a:moveTo>
                          <a:pt x="253024" y="0"/>
                        </a:moveTo>
                        <a:cubicBezTo>
                          <a:pt x="254066" y="74388"/>
                          <a:pt x="255109" y="148851"/>
                          <a:pt x="256151" y="223239"/>
                        </a:cubicBezTo>
                        <a:cubicBezTo>
                          <a:pt x="170742" y="215122"/>
                          <a:pt x="85408" y="207080"/>
                          <a:pt x="0" y="198964"/>
                        </a:cubicBezTo>
                        <a:cubicBezTo>
                          <a:pt x="44379" y="142447"/>
                          <a:pt x="75654" y="75728"/>
                          <a:pt x="90769" y="5436"/>
                        </a:cubicBezTo>
                        <a:cubicBezTo>
                          <a:pt x="158828" y="20552"/>
                          <a:pt x="183550" y="6627"/>
                          <a:pt x="253024" y="0"/>
                        </a:cubicBezTo>
                        <a:close/>
                      </a:path>
                    </a:pathLst>
                  </a:custGeom>
                  <a:solidFill>
                    <a:srgbClr val="FFBE69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88" name="AutoShape 388"/>
                  <p:cNvSpPr/>
                  <p:nvPr/>
                </p:nvSpPr>
                <p:spPr>
                  <a:xfrm>
                    <a:off x="10894117" y="3028981"/>
                    <a:ext cx="359550" cy="4199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9550" h="419974">
                        <a:moveTo>
                          <a:pt x="197400" y="419975"/>
                        </a:moveTo>
                        <a:cubicBezTo>
                          <a:pt x="185561" y="406497"/>
                          <a:pt x="177147" y="389892"/>
                          <a:pt x="165084" y="382297"/>
                        </a:cubicBezTo>
                        <a:cubicBezTo>
                          <a:pt x="152946" y="374776"/>
                          <a:pt x="153394" y="373882"/>
                          <a:pt x="140288" y="368223"/>
                        </a:cubicBezTo>
                        <a:cubicBezTo>
                          <a:pt x="112290" y="356086"/>
                          <a:pt x="91142" y="331290"/>
                          <a:pt x="78038" y="303739"/>
                        </a:cubicBezTo>
                        <a:cubicBezTo>
                          <a:pt x="64932" y="276187"/>
                          <a:pt x="58975" y="245807"/>
                          <a:pt x="54507" y="215575"/>
                        </a:cubicBezTo>
                        <a:cubicBezTo>
                          <a:pt x="51603" y="196066"/>
                          <a:pt x="50486" y="172908"/>
                          <a:pt x="65527" y="160026"/>
                        </a:cubicBezTo>
                        <a:cubicBezTo>
                          <a:pt x="49369" y="170823"/>
                          <a:pt x="25987" y="161590"/>
                          <a:pt x="14893" y="145580"/>
                        </a:cubicBezTo>
                        <a:cubicBezTo>
                          <a:pt x="3798" y="129571"/>
                          <a:pt x="1713" y="109243"/>
                          <a:pt x="0" y="89808"/>
                        </a:cubicBezTo>
                        <a:cubicBezTo>
                          <a:pt x="32168" y="27259"/>
                          <a:pt x="107375" y="-8259"/>
                          <a:pt x="177072" y="1644"/>
                        </a:cubicBezTo>
                        <a:cubicBezTo>
                          <a:pt x="246694" y="11548"/>
                          <a:pt x="307382" y="63597"/>
                          <a:pt x="332699" y="129198"/>
                        </a:cubicBezTo>
                        <a:cubicBezTo>
                          <a:pt x="352357" y="143123"/>
                          <a:pt x="357867" y="169706"/>
                          <a:pt x="359134" y="193832"/>
                        </a:cubicBezTo>
                        <a:cubicBezTo>
                          <a:pt x="361814" y="245211"/>
                          <a:pt x="351761" y="298303"/>
                          <a:pt x="323838" y="341491"/>
                        </a:cubicBezTo>
                        <a:cubicBezTo>
                          <a:pt x="295840" y="384679"/>
                          <a:pt x="248705" y="416773"/>
                          <a:pt x="197400" y="419975"/>
                        </a:cubicBezTo>
                        <a:close/>
                      </a:path>
                    </a:pathLst>
                  </a:custGeom>
                  <a:solidFill>
                    <a:srgbClr val="06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389" name="Group 389"/>
                <p:cNvGrpSpPr/>
                <p:nvPr/>
              </p:nvGrpSpPr>
              <p:grpSpPr>
                <a:xfrm>
                  <a:off x="10816301" y="3131224"/>
                  <a:ext cx="432641" cy="226024"/>
                  <a:chOff x="10816301" y="3131224"/>
                  <a:chExt cx="432641" cy="226024"/>
                </a:xfrm>
              </p:grpSpPr>
              <p:grpSp>
                <p:nvGrpSpPr>
                  <p:cNvPr id="390" name="Group 390"/>
                  <p:cNvGrpSpPr/>
                  <p:nvPr/>
                </p:nvGrpSpPr>
                <p:grpSpPr>
                  <a:xfrm>
                    <a:off x="10816301" y="3131224"/>
                    <a:ext cx="217264" cy="208048"/>
                    <a:chOff x="10816301" y="3131224"/>
                    <a:chExt cx="217264" cy="208048"/>
                  </a:xfrm>
                </p:grpSpPr>
                <p:sp>
                  <p:nvSpPr>
                    <p:cNvPr id="391" name="AutoShape 391"/>
                    <p:cNvSpPr/>
                    <p:nvPr/>
                  </p:nvSpPr>
                  <p:spPr>
                    <a:xfrm>
                      <a:off x="10816301" y="3131224"/>
                      <a:ext cx="217264" cy="2078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264" h="207899">
                          <a:moveTo>
                            <a:pt x="82136" y="1192"/>
                          </a:moveTo>
                          <a:cubicBezTo>
                            <a:pt x="77295" y="6702"/>
                            <a:pt x="80869" y="29041"/>
                            <a:pt x="85337" y="34774"/>
                          </a:cubicBezTo>
                          <a:cubicBezTo>
                            <a:pt x="89879" y="40508"/>
                            <a:pt x="92411" y="45422"/>
                            <a:pt x="99113" y="48326"/>
                          </a:cubicBezTo>
                          <a:cubicBezTo>
                            <a:pt x="125547" y="59942"/>
                            <a:pt x="152950" y="69474"/>
                            <a:pt x="180948" y="76771"/>
                          </a:cubicBezTo>
                          <a:cubicBezTo>
                            <a:pt x="194053" y="80196"/>
                            <a:pt x="208946" y="84441"/>
                            <a:pt x="214753" y="96578"/>
                          </a:cubicBezTo>
                          <a:cubicBezTo>
                            <a:pt x="218774" y="104992"/>
                            <a:pt x="217211" y="114970"/>
                            <a:pt x="215275" y="124129"/>
                          </a:cubicBezTo>
                          <a:cubicBezTo>
                            <a:pt x="209317" y="152648"/>
                            <a:pt x="200903" y="180721"/>
                            <a:pt x="190255" y="207899"/>
                          </a:cubicBezTo>
                          <a:cubicBezTo>
                            <a:pt x="158311" y="206038"/>
                            <a:pt x="126069" y="209910"/>
                            <a:pt x="94273" y="206112"/>
                          </a:cubicBezTo>
                          <a:cubicBezTo>
                            <a:pt x="62477" y="202315"/>
                            <a:pt x="29565" y="188912"/>
                            <a:pt x="12811" y="161658"/>
                          </a:cubicBezTo>
                          <a:cubicBezTo>
                            <a:pt x="1492" y="143192"/>
                            <a:pt x="-965" y="120555"/>
                            <a:pt x="301" y="98961"/>
                          </a:cubicBezTo>
                          <a:cubicBezTo>
                            <a:pt x="1567" y="76771"/>
                            <a:pt x="6929" y="54060"/>
                            <a:pt x="20853" y="36785"/>
                          </a:cubicBezTo>
                          <a:cubicBezTo>
                            <a:pt x="34852" y="19584"/>
                            <a:pt x="61062" y="-5808"/>
                            <a:pt x="82136" y="1192"/>
                          </a:cubicBezTo>
                          <a:close/>
                        </a:path>
                      </a:pathLst>
                    </a:custGeom>
                    <a:solidFill>
                      <a:srgbClr val="E6723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92" name="AutoShape 392"/>
                    <p:cNvSpPr/>
                    <p:nvPr/>
                  </p:nvSpPr>
                  <p:spPr>
                    <a:xfrm>
                      <a:off x="10863960" y="3131314"/>
                      <a:ext cx="169605" cy="2079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9605" h="207958">
                          <a:moveTo>
                            <a:pt x="167094" y="96562"/>
                          </a:moveTo>
                          <a:cubicBezTo>
                            <a:pt x="161212" y="84350"/>
                            <a:pt x="146319" y="80106"/>
                            <a:pt x="133288" y="76755"/>
                          </a:cubicBezTo>
                          <a:cubicBezTo>
                            <a:pt x="105290" y="69458"/>
                            <a:pt x="77962" y="59926"/>
                            <a:pt x="51454" y="48310"/>
                          </a:cubicBezTo>
                          <a:cubicBezTo>
                            <a:pt x="44752" y="45406"/>
                            <a:pt x="42220" y="40492"/>
                            <a:pt x="37678" y="34758"/>
                          </a:cubicBezTo>
                          <a:cubicBezTo>
                            <a:pt x="33135" y="29025"/>
                            <a:pt x="29636" y="6611"/>
                            <a:pt x="34476" y="1175"/>
                          </a:cubicBezTo>
                          <a:cubicBezTo>
                            <a:pt x="25689" y="-1729"/>
                            <a:pt x="16010" y="1027"/>
                            <a:pt x="6702" y="6388"/>
                          </a:cubicBezTo>
                          <a:cubicBezTo>
                            <a:pt x="-6255" y="54639"/>
                            <a:pt x="60835" y="82712"/>
                            <a:pt x="74164" y="122773"/>
                          </a:cubicBezTo>
                          <a:cubicBezTo>
                            <a:pt x="89206" y="179215"/>
                            <a:pt x="51007" y="191874"/>
                            <a:pt x="0" y="192619"/>
                          </a:cubicBezTo>
                          <a:cubicBezTo>
                            <a:pt x="14371" y="199916"/>
                            <a:pt x="30604" y="204235"/>
                            <a:pt x="46614" y="206171"/>
                          </a:cubicBezTo>
                          <a:cubicBezTo>
                            <a:pt x="78409" y="209968"/>
                            <a:pt x="110651" y="206096"/>
                            <a:pt x="142596" y="207958"/>
                          </a:cubicBezTo>
                          <a:cubicBezTo>
                            <a:pt x="153244" y="180779"/>
                            <a:pt x="161583" y="152781"/>
                            <a:pt x="167615" y="124188"/>
                          </a:cubicBezTo>
                          <a:cubicBezTo>
                            <a:pt x="169551" y="114954"/>
                            <a:pt x="171115" y="104976"/>
                            <a:pt x="167094" y="96562"/>
                          </a:cubicBezTo>
                          <a:close/>
                        </a:path>
                      </a:pathLst>
                    </a:custGeom>
                    <a:solidFill>
                      <a:srgbClr val="C65C26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93" name="AutoShape 393"/>
                    <p:cNvSpPr/>
                    <p:nvPr/>
                  </p:nvSpPr>
                  <p:spPr>
                    <a:xfrm>
                      <a:off x="10816315" y="3162647"/>
                      <a:ext cx="41395" cy="12442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395" h="124426">
                          <a:moveTo>
                            <a:pt x="288" y="67537"/>
                          </a:moveTo>
                          <a:cubicBezTo>
                            <a:pt x="1553" y="45348"/>
                            <a:pt x="6915" y="22636"/>
                            <a:pt x="20839" y="5361"/>
                          </a:cubicBezTo>
                          <a:cubicBezTo>
                            <a:pt x="22328" y="3574"/>
                            <a:pt x="24115" y="1787"/>
                            <a:pt x="26126" y="0"/>
                          </a:cubicBezTo>
                          <a:cubicBezTo>
                            <a:pt x="7808" y="41103"/>
                            <a:pt x="69910" y="91589"/>
                            <a:pt x="24264" y="118917"/>
                          </a:cubicBezTo>
                          <a:cubicBezTo>
                            <a:pt x="19350" y="122193"/>
                            <a:pt x="14509" y="123831"/>
                            <a:pt x="9670" y="124427"/>
                          </a:cubicBezTo>
                          <a:cubicBezTo>
                            <a:pt x="1107" y="107151"/>
                            <a:pt x="-830" y="86972"/>
                            <a:pt x="288" y="67537"/>
                          </a:cubicBezTo>
                          <a:close/>
                        </a:path>
                      </a:pathLst>
                    </a:custGeom>
                    <a:solidFill>
                      <a:srgbClr val="06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394" name="AutoShape 394"/>
                  <p:cNvSpPr/>
                  <p:nvPr/>
                </p:nvSpPr>
                <p:spPr>
                  <a:xfrm>
                    <a:off x="10960389" y="3222916"/>
                    <a:ext cx="147951" cy="1343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7951" h="134332">
                        <a:moveTo>
                          <a:pt x="42816" y="13895"/>
                        </a:moveTo>
                        <a:cubicBezTo>
                          <a:pt x="45050" y="8757"/>
                          <a:pt x="47805" y="3247"/>
                          <a:pt x="52943" y="1013"/>
                        </a:cubicBezTo>
                        <a:cubicBezTo>
                          <a:pt x="58156" y="-1221"/>
                          <a:pt x="64112" y="641"/>
                          <a:pt x="69325" y="2726"/>
                        </a:cubicBezTo>
                        <a:cubicBezTo>
                          <a:pt x="85557" y="9279"/>
                          <a:pt x="100748" y="18140"/>
                          <a:pt x="114374" y="29086"/>
                        </a:cubicBezTo>
                        <a:cubicBezTo>
                          <a:pt x="127183" y="39436"/>
                          <a:pt x="138873" y="51946"/>
                          <a:pt x="144607" y="67434"/>
                        </a:cubicBezTo>
                        <a:cubicBezTo>
                          <a:pt x="150340" y="82848"/>
                          <a:pt x="149000" y="101612"/>
                          <a:pt x="138277" y="114122"/>
                        </a:cubicBezTo>
                        <a:cubicBezTo>
                          <a:pt x="128299" y="125664"/>
                          <a:pt x="112364" y="129908"/>
                          <a:pt x="97249" y="132067"/>
                        </a:cubicBezTo>
                        <a:cubicBezTo>
                          <a:pt x="64783" y="136684"/>
                          <a:pt x="31423" y="134227"/>
                          <a:pt x="0" y="124844"/>
                        </a:cubicBezTo>
                        <a:cubicBezTo>
                          <a:pt x="12510" y="87166"/>
                          <a:pt x="26806" y="50159"/>
                          <a:pt x="42816" y="13895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95" name="AutoShape 395"/>
                  <p:cNvSpPr/>
                  <p:nvPr/>
                </p:nvSpPr>
                <p:spPr>
                  <a:xfrm>
                    <a:off x="10992118" y="3249768"/>
                    <a:ext cx="77805" cy="88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805" h="88610">
                        <a:moveTo>
                          <a:pt x="38564" y="88610"/>
                        </a:moveTo>
                        <a:lnTo>
                          <a:pt x="38564" y="88610"/>
                        </a:lnTo>
                        <a:cubicBezTo>
                          <a:pt x="24192" y="88610"/>
                          <a:pt x="10342" y="79600"/>
                          <a:pt x="4013" y="66123"/>
                        </a:cubicBezTo>
                        <a:cubicBezTo>
                          <a:pt x="-2540" y="52124"/>
                          <a:pt x="-976" y="34700"/>
                          <a:pt x="8033" y="20552"/>
                        </a:cubicBezTo>
                        <a:cubicBezTo>
                          <a:pt x="15927" y="8265"/>
                          <a:pt x="30447" y="0"/>
                          <a:pt x="44148" y="0"/>
                        </a:cubicBezTo>
                        <a:cubicBezTo>
                          <a:pt x="50701" y="0"/>
                          <a:pt x="56807" y="1862"/>
                          <a:pt x="61945" y="5436"/>
                        </a:cubicBezTo>
                        <a:cubicBezTo>
                          <a:pt x="72072" y="12435"/>
                          <a:pt x="77806" y="25392"/>
                          <a:pt x="77806" y="40954"/>
                        </a:cubicBezTo>
                        <a:cubicBezTo>
                          <a:pt x="77806" y="61059"/>
                          <a:pt x="66487" y="83696"/>
                          <a:pt x="45042" y="88015"/>
                        </a:cubicBezTo>
                        <a:cubicBezTo>
                          <a:pt x="42957" y="88387"/>
                          <a:pt x="40797" y="88610"/>
                          <a:pt x="38564" y="88610"/>
                        </a:cubicBezTo>
                        <a:close/>
                        <a:moveTo>
                          <a:pt x="44148" y="14893"/>
                        </a:moveTo>
                        <a:cubicBezTo>
                          <a:pt x="35436" y="14893"/>
                          <a:pt x="25756" y="20552"/>
                          <a:pt x="20618" y="28594"/>
                        </a:cubicBezTo>
                        <a:cubicBezTo>
                          <a:pt x="14438" y="38274"/>
                          <a:pt x="13246" y="50560"/>
                          <a:pt x="17565" y="59793"/>
                        </a:cubicBezTo>
                        <a:cubicBezTo>
                          <a:pt x="21363" y="67835"/>
                          <a:pt x="30224" y="73718"/>
                          <a:pt x="38638" y="73718"/>
                        </a:cubicBezTo>
                        <a:lnTo>
                          <a:pt x="38638" y="73718"/>
                        </a:lnTo>
                        <a:cubicBezTo>
                          <a:pt x="39829" y="73718"/>
                          <a:pt x="41021" y="73644"/>
                          <a:pt x="42138" y="73346"/>
                        </a:cubicBezTo>
                        <a:cubicBezTo>
                          <a:pt x="55094" y="70739"/>
                          <a:pt x="62913" y="54805"/>
                          <a:pt x="62913" y="40880"/>
                        </a:cubicBezTo>
                        <a:cubicBezTo>
                          <a:pt x="62913" y="30455"/>
                          <a:pt x="59413" y="21743"/>
                          <a:pt x="53456" y="17648"/>
                        </a:cubicBezTo>
                        <a:cubicBezTo>
                          <a:pt x="50776" y="15861"/>
                          <a:pt x="47648" y="14893"/>
                          <a:pt x="44148" y="14893"/>
                        </a:cubicBezTo>
                        <a:close/>
                      </a:path>
                    </a:pathLst>
                  </a:custGeom>
                  <a:solidFill>
                    <a:srgbClr val="06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96" name="AutoShape 396"/>
                  <p:cNvSpPr/>
                  <p:nvPr/>
                </p:nvSpPr>
                <p:spPr>
                  <a:xfrm>
                    <a:off x="11090327" y="3280447"/>
                    <a:ext cx="158615" cy="658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8615" h="65873">
                        <a:moveTo>
                          <a:pt x="108193" y="65527"/>
                        </a:moveTo>
                        <a:cubicBezTo>
                          <a:pt x="120405" y="64857"/>
                          <a:pt x="133287" y="62846"/>
                          <a:pt x="142744" y="54953"/>
                        </a:cubicBezTo>
                        <a:cubicBezTo>
                          <a:pt x="157637" y="42518"/>
                          <a:pt x="158754" y="20403"/>
                          <a:pt x="158605" y="1043"/>
                        </a:cubicBezTo>
                        <a:cubicBezTo>
                          <a:pt x="111247" y="25168"/>
                          <a:pt x="52198" y="24796"/>
                          <a:pt x="5137" y="0"/>
                        </a:cubicBezTo>
                        <a:cubicBezTo>
                          <a:pt x="8116" y="14818"/>
                          <a:pt x="6255" y="30530"/>
                          <a:pt x="0" y="44231"/>
                        </a:cubicBezTo>
                        <a:cubicBezTo>
                          <a:pt x="33583" y="60240"/>
                          <a:pt x="71111" y="67612"/>
                          <a:pt x="108193" y="65527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397" name="Group 397"/>
                <p:cNvGrpSpPr/>
                <p:nvPr/>
              </p:nvGrpSpPr>
              <p:grpSpPr>
                <a:xfrm>
                  <a:off x="10865077" y="3056137"/>
                  <a:ext cx="360855" cy="156743"/>
                  <a:chOff x="10865077" y="3056137"/>
                  <a:chExt cx="360855" cy="156743"/>
                </a:xfrm>
              </p:grpSpPr>
              <p:sp>
                <p:nvSpPr>
                  <p:cNvPr id="398" name="AutoShape 398"/>
                  <p:cNvSpPr/>
                  <p:nvPr/>
                </p:nvSpPr>
                <p:spPr>
                  <a:xfrm>
                    <a:off x="10865077" y="3056137"/>
                    <a:ext cx="124128" cy="1540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128" h="154017">
                        <a:moveTo>
                          <a:pt x="33210" y="109861"/>
                        </a:moveTo>
                        <a:cubicBezTo>
                          <a:pt x="30082" y="124679"/>
                          <a:pt x="40805" y="139720"/>
                          <a:pt x="54432" y="146422"/>
                        </a:cubicBezTo>
                        <a:cubicBezTo>
                          <a:pt x="68058" y="153198"/>
                          <a:pt x="83770" y="153645"/>
                          <a:pt x="98960" y="154017"/>
                        </a:cubicBezTo>
                        <a:cubicBezTo>
                          <a:pt x="82355" y="104946"/>
                          <a:pt x="92110" y="47685"/>
                          <a:pt x="124128" y="6954"/>
                        </a:cubicBezTo>
                        <a:cubicBezTo>
                          <a:pt x="101343" y="-2205"/>
                          <a:pt x="75058" y="-2354"/>
                          <a:pt x="52272" y="6730"/>
                        </a:cubicBezTo>
                        <a:cubicBezTo>
                          <a:pt x="29487" y="15740"/>
                          <a:pt x="10349" y="33760"/>
                          <a:pt x="0" y="56025"/>
                        </a:cubicBezTo>
                        <a:cubicBezTo>
                          <a:pt x="5212" y="53567"/>
                          <a:pt x="10424" y="51110"/>
                          <a:pt x="15637" y="48653"/>
                        </a:cubicBezTo>
                        <a:cubicBezTo>
                          <a:pt x="-447" y="80448"/>
                          <a:pt x="3649" y="121403"/>
                          <a:pt x="25764" y="149400"/>
                        </a:cubicBezTo>
                        <a:cubicBezTo>
                          <a:pt x="21593" y="136072"/>
                          <a:pt x="24423" y="120733"/>
                          <a:pt x="33210" y="109861"/>
                        </a:cubicBezTo>
                        <a:close/>
                      </a:path>
                    </a:pathLst>
                  </a:custGeom>
                  <a:solidFill>
                    <a:srgbClr val="06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399" name="Group 399"/>
                  <p:cNvGrpSpPr/>
                  <p:nvPr/>
                </p:nvGrpSpPr>
                <p:grpSpPr>
                  <a:xfrm>
                    <a:off x="10887225" y="3068542"/>
                    <a:ext cx="338707" cy="144338"/>
                    <a:chOff x="10887225" y="3068542"/>
                    <a:chExt cx="338707" cy="144338"/>
                  </a:xfrm>
                  <a:solidFill>
                    <a:srgbClr val="005361">
                      <a:alpha val="100000"/>
                    </a:srgbClr>
                  </a:solidFill>
                </p:grpSpPr>
                <p:sp>
                  <p:nvSpPr>
                    <p:cNvPr id="400" name="AutoShape 400"/>
                    <p:cNvSpPr/>
                    <p:nvPr/>
                  </p:nvSpPr>
                  <p:spPr>
                    <a:xfrm>
                      <a:off x="10895756" y="3068542"/>
                      <a:ext cx="44825" cy="215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4825" h="21578">
                          <a:moveTo>
                            <a:pt x="0" y="21578"/>
                          </a:moveTo>
                          <a:cubicBezTo>
                            <a:pt x="12882" y="10930"/>
                            <a:pt x="28444" y="3633"/>
                            <a:pt x="44826" y="506"/>
                          </a:cubicBezTo>
                          <a:cubicBezTo>
                            <a:pt x="27551" y="-2249"/>
                            <a:pt x="8935" y="6463"/>
                            <a:pt x="0" y="21578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01" name="AutoShape 401"/>
                    <p:cNvSpPr/>
                    <p:nvPr/>
                  </p:nvSpPr>
                  <p:spPr>
                    <a:xfrm>
                      <a:off x="10887225" y="3087589"/>
                      <a:ext cx="43379" cy="6738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79" h="67388">
                          <a:moveTo>
                            <a:pt x="43379" y="0"/>
                          </a:moveTo>
                          <a:cubicBezTo>
                            <a:pt x="24466" y="7670"/>
                            <a:pt x="9127" y="23605"/>
                            <a:pt x="2201" y="42816"/>
                          </a:cubicBezTo>
                          <a:cubicBezTo>
                            <a:pt x="-777" y="51156"/>
                            <a:pt x="-1596" y="61878"/>
                            <a:pt x="5329" y="67389"/>
                          </a:cubicBezTo>
                          <a:cubicBezTo>
                            <a:pt x="12105" y="39465"/>
                            <a:pt x="16871" y="10946"/>
                            <a:pt x="43379" y="0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02" name="AutoShape 402"/>
                    <p:cNvSpPr/>
                    <p:nvPr/>
                  </p:nvSpPr>
                  <p:spPr>
                    <a:xfrm>
                      <a:off x="10931791" y="3107396"/>
                      <a:ext cx="43639" cy="7677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639" h="76770">
                          <a:moveTo>
                            <a:pt x="26215" y="60985"/>
                          </a:moveTo>
                          <a:cubicBezTo>
                            <a:pt x="26587" y="57857"/>
                            <a:pt x="28672" y="54953"/>
                            <a:pt x="31502" y="53539"/>
                          </a:cubicBezTo>
                          <a:cubicBezTo>
                            <a:pt x="30981" y="58528"/>
                            <a:pt x="34629" y="63665"/>
                            <a:pt x="39543" y="64783"/>
                          </a:cubicBezTo>
                          <a:cubicBezTo>
                            <a:pt x="38203" y="46762"/>
                            <a:pt x="39618" y="28594"/>
                            <a:pt x="43639" y="10946"/>
                          </a:cubicBezTo>
                          <a:cubicBezTo>
                            <a:pt x="37310" y="12659"/>
                            <a:pt x="30906" y="14446"/>
                            <a:pt x="24577" y="16158"/>
                          </a:cubicBezTo>
                          <a:cubicBezTo>
                            <a:pt x="22119" y="11095"/>
                            <a:pt x="20780" y="5585"/>
                            <a:pt x="20556" y="0"/>
                          </a:cubicBezTo>
                          <a:cubicBezTo>
                            <a:pt x="302" y="19062"/>
                            <a:pt x="-5879" y="51602"/>
                            <a:pt x="6035" y="76771"/>
                          </a:cubicBezTo>
                          <a:cubicBezTo>
                            <a:pt x="7376" y="58081"/>
                            <a:pt x="9685" y="37306"/>
                            <a:pt x="23757" y="24945"/>
                          </a:cubicBezTo>
                          <a:cubicBezTo>
                            <a:pt x="22641" y="37008"/>
                            <a:pt x="23460" y="49220"/>
                            <a:pt x="26215" y="60985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03" name="AutoShape 403"/>
                    <p:cNvSpPr/>
                    <p:nvPr/>
                  </p:nvSpPr>
                  <p:spPr>
                    <a:xfrm>
                      <a:off x="11003442" y="3124373"/>
                      <a:ext cx="222490" cy="8850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2490" h="88506">
                          <a:moveTo>
                            <a:pt x="67971" y="55326"/>
                          </a:moveTo>
                          <a:cubicBezTo>
                            <a:pt x="76683" y="70069"/>
                            <a:pt x="87853" y="86377"/>
                            <a:pt x="104904" y="88313"/>
                          </a:cubicBezTo>
                          <a:cubicBezTo>
                            <a:pt x="112127" y="89132"/>
                            <a:pt x="119350" y="87196"/>
                            <a:pt x="126424" y="85557"/>
                          </a:cubicBezTo>
                          <a:cubicBezTo>
                            <a:pt x="151294" y="79973"/>
                            <a:pt x="177133" y="78781"/>
                            <a:pt x="202376" y="82207"/>
                          </a:cubicBezTo>
                          <a:cubicBezTo>
                            <a:pt x="208854" y="83100"/>
                            <a:pt x="216672" y="83696"/>
                            <a:pt x="220619" y="78484"/>
                          </a:cubicBezTo>
                          <a:cubicBezTo>
                            <a:pt x="224789" y="72973"/>
                            <a:pt x="221289" y="65006"/>
                            <a:pt x="216971" y="59570"/>
                          </a:cubicBezTo>
                          <a:cubicBezTo>
                            <a:pt x="212651" y="54134"/>
                            <a:pt x="207290" y="48401"/>
                            <a:pt x="207886" y="41476"/>
                          </a:cubicBezTo>
                          <a:cubicBezTo>
                            <a:pt x="206247" y="50560"/>
                            <a:pt x="204535" y="59570"/>
                            <a:pt x="202897" y="68654"/>
                          </a:cubicBezTo>
                          <a:cubicBezTo>
                            <a:pt x="195972" y="64410"/>
                            <a:pt x="189047" y="60166"/>
                            <a:pt x="182047" y="55921"/>
                          </a:cubicBezTo>
                          <a:cubicBezTo>
                            <a:pt x="180409" y="60315"/>
                            <a:pt x="178771" y="64633"/>
                            <a:pt x="177208" y="69027"/>
                          </a:cubicBezTo>
                          <a:cubicBezTo>
                            <a:pt x="175346" y="63666"/>
                            <a:pt x="173336" y="58230"/>
                            <a:pt x="169463" y="54060"/>
                          </a:cubicBezTo>
                          <a:cubicBezTo>
                            <a:pt x="165666" y="49890"/>
                            <a:pt x="159486" y="47358"/>
                            <a:pt x="154198" y="49369"/>
                          </a:cubicBezTo>
                          <a:cubicBezTo>
                            <a:pt x="148912" y="51454"/>
                            <a:pt x="146306" y="59198"/>
                            <a:pt x="150401" y="63144"/>
                          </a:cubicBezTo>
                          <a:cubicBezTo>
                            <a:pt x="148242" y="55326"/>
                            <a:pt x="139008" y="50709"/>
                            <a:pt x="131040" y="52347"/>
                          </a:cubicBezTo>
                          <a:cubicBezTo>
                            <a:pt x="123073" y="53985"/>
                            <a:pt x="116744" y="60687"/>
                            <a:pt x="113988" y="68357"/>
                          </a:cubicBezTo>
                          <a:cubicBezTo>
                            <a:pt x="113169" y="56964"/>
                            <a:pt x="97756" y="49667"/>
                            <a:pt x="88374" y="56294"/>
                          </a:cubicBezTo>
                          <a:cubicBezTo>
                            <a:pt x="81970" y="46837"/>
                            <a:pt x="75641" y="37455"/>
                            <a:pt x="69237" y="27998"/>
                          </a:cubicBezTo>
                          <a:cubicBezTo>
                            <a:pt x="65216" y="31498"/>
                            <a:pt x="61864" y="35816"/>
                            <a:pt x="59557" y="40656"/>
                          </a:cubicBezTo>
                          <a:cubicBezTo>
                            <a:pt x="63280" y="34253"/>
                            <a:pt x="59631" y="24796"/>
                            <a:pt x="52557" y="22562"/>
                          </a:cubicBezTo>
                          <a:cubicBezTo>
                            <a:pt x="45483" y="20328"/>
                            <a:pt x="37069" y="25913"/>
                            <a:pt x="36324" y="33285"/>
                          </a:cubicBezTo>
                          <a:cubicBezTo>
                            <a:pt x="25379" y="24647"/>
                            <a:pt x="16741" y="13031"/>
                            <a:pt x="11751" y="0"/>
                          </a:cubicBezTo>
                          <a:cubicBezTo>
                            <a:pt x="-534" y="18541"/>
                            <a:pt x="-3438" y="42965"/>
                            <a:pt x="4231" y="63889"/>
                          </a:cubicBezTo>
                          <a:cubicBezTo>
                            <a:pt x="14581" y="54060"/>
                            <a:pt x="23368" y="42667"/>
                            <a:pt x="30367" y="30232"/>
                          </a:cubicBezTo>
                          <a:cubicBezTo>
                            <a:pt x="31633" y="41029"/>
                            <a:pt x="33420" y="52868"/>
                            <a:pt x="41462" y="60240"/>
                          </a:cubicBezTo>
                          <a:cubicBezTo>
                            <a:pt x="49430" y="67612"/>
                            <a:pt x="65737" y="65974"/>
                            <a:pt x="67971" y="55326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</p:grpSp>
          <p:grpSp>
            <p:nvGrpSpPr>
              <p:cNvPr id="404" name="Group 404"/>
              <p:cNvGrpSpPr/>
              <p:nvPr/>
            </p:nvGrpSpPr>
            <p:grpSpPr>
              <a:xfrm>
                <a:off x="10466777" y="3522636"/>
                <a:ext cx="748575" cy="1036283"/>
                <a:chOff x="10466777" y="3522636"/>
                <a:chExt cx="748575" cy="1036283"/>
              </a:xfrm>
            </p:grpSpPr>
            <p:sp>
              <p:nvSpPr>
                <p:cNvPr id="405" name="AutoShape 405"/>
                <p:cNvSpPr/>
                <p:nvPr/>
              </p:nvSpPr>
              <p:spPr>
                <a:xfrm>
                  <a:off x="10832537" y="3522636"/>
                  <a:ext cx="324731" cy="106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731" h="106741">
                      <a:moveTo>
                        <a:pt x="109161" y="13887"/>
                      </a:moveTo>
                      <a:cubicBezTo>
                        <a:pt x="174093" y="3686"/>
                        <a:pt x="240067" y="-4580"/>
                        <a:pt x="305370" y="2867"/>
                      </a:cubicBezTo>
                      <a:cubicBezTo>
                        <a:pt x="311849" y="37492"/>
                        <a:pt x="318253" y="72117"/>
                        <a:pt x="324731" y="106742"/>
                      </a:cubicBezTo>
                      <a:cubicBezTo>
                        <a:pt x="275213" y="82690"/>
                        <a:pt x="219962" y="72191"/>
                        <a:pt x="164934" y="69362"/>
                      </a:cubicBezTo>
                      <a:cubicBezTo>
                        <a:pt x="109906" y="66532"/>
                        <a:pt x="54879" y="71000"/>
                        <a:pt x="0" y="75542"/>
                      </a:cubicBezTo>
                      <a:cubicBezTo>
                        <a:pt x="7520" y="54841"/>
                        <a:pt x="25540" y="39353"/>
                        <a:pt x="45571" y="30194"/>
                      </a:cubicBezTo>
                      <a:cubicBezTo>
                        <a:pt x="65377" y="21035"/>
                        <a:pt x="87419" y="17312"/>
                        <a:pt x="109161" y="13887"/>
                      </a:cubicBezTo>
                      <a:close/>
                    </a:path>
                  </a:pathLst>
                </a:custGeom>
                <a:solidFill>
                  <a:srgbClr val="E6723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406" name="Group 406"/>
                <p:cNvGrpSpPr/>
                <p:nvPr/>
              </p:nvGrpSpPr>
              <p:grpSpPr>
                <a:xfrm>
                  <a:off x="10466777" y="3558969"/>
                  <a:ext cx="748575" cy="999951"/>
                  <a:chOff x="10466777" y="3558969"/>
                  <a:chExt cx="748575" cy="999951"/>
                </a:xfrm>
              </p:grpSpPr>
              <p:sp>
                <p:nvSpPr>
                  <p:cNvPr id="407" name="AutoShape 407"/>
                  <p:cNvSpPr/>
                  <p:nvPr/>
                </p:nvSpPr>
                <p:spPr>
                  <a:xfrm>
                    <a:off x="10466777" y="3558969"/>
                    <a:ext cx="748575" cy="9999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8575" h="999951">
                        <a:moveTo>
                          <a:pt x="572989" y="1382"/>
                        </a:moveTo>
                        <a:cubicBezTo>
                          <a:pt x="632037" y="5925"/>
                          <a:pt x="668748" y="21040"/>
                          <a:pt x="706277" y="69218"/>
                        </a:cubicBezTo>
                        <a:cubicBezTo>
                          <a:pt x="738966" y="111215"/>
                          <a:pt x="748349" y="168253"/>
                          <a:pt x="748571" y="222536"/>
                        </a:cubicBezTo>
                        <a:cubicBezTo>
                          <a:pt x="749614" y="478911"/>
                          <a:pt x="575968" y="715851"/>
                          <a:pt x="602625" y="970736"/>
                        </a:cubicBezTo>
                        <a:cubicBezTo>
                          <a:pt x="362260" y="1027923"/>
                          <a:pt x="141106" y="998436"/>
                          <a:pt x="0" y="906028"/>
                        </a:cubicBezTo>
                        <a:cubicBezTo>
                          <a:pt x="50932" y="680555"/>
                          <a:pt x="58602" y="416958"/>
                          <a:pt x="165232" y="214122"/>
                        </a:cubicBezTo>
                        <a:cubicBezTo>
                          <a:pt x="244535" y="63261"/>
                          <a:pt x="409544" y="-11276"/>
                          <a:pt x="572989" y="1382"/>
                        </a:cubicBezTo>
                        <a:close/>
                      </a:path>
                    </a:pathLst>
                  </a:custGeom>
                  <a:solidFill>
                    <a:srgbClr val="E6723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408" name="AutoShape 408"/>
                  <p:cNvSpPr/>
                  <p:nvPr/>
                </p:nvSpPr>
                <p:spPr>
                  <a:xfrm>
                    <a:off x="10680708" y="3558972"/>
                    <a:ext cx="534645" cy="999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4645" h="999918">
                        <a:moveTo>
                          <a:pt x="534641" y="222534"/>
                        </a:moveTo>
                        <a:cubicBezTo>
                          <a:pt x="534418" y="168250"/>
                          <a:pt x="525110" y="111212"/>
                          <a:pt x="492346" y="69215"/>
                        </a:cubicBezTo>
                        <a:cubicBezTo>
                          <a:pt x="454891" y="21112"/>
                          <a:pt x="418106" y="5997"/>
                          <a:pt x="359058" y="1380"/>
                        </a:cubicBezTo>
                        <a:cubicBezTo>
                          <a:pt x="314901" y="-2045"/>
                          <a:pt x="270671" y="933"/>
                          <a:pt x="228079" y="10017"/>
                        </a:cubicBezTo>
                        <a:cubicBezTo>
                          <a:pt x="224356" y="17091"/>
                          <a:pt x="222717" y="25208"/>
                          <a:pt x="227632" y="30122"/>
                        </a:cubicBezTo>
                        <a:cubicBezTo>
                          <a:pt x="249970" y="67354"/>
                          <a:pt x="302094" y="97139"/>
                          <a:pt x="279755" y="141816"/>
                        </a:cubicBezTo>
                        <a:cubicBezTo>
                          <a:pt x="205293" y="305634"/>
                          <a:pt x="153169" y="462005"/>
                          <a:pt x="138277" y="648162"/>
                        </a:cubicBezTo>
                        <a:cubicBezTo>
                          <a:pt x="128820" y="767599"/>
                          <a:pt x="66345" y="876463"/>
                          <a:pt x="0" y="987041"/>
                        </a:cubicBezTo>
                        <a:cubicBezTo>
                          <a:pt x="114970" y="1007890"/>
                          <a:pt x="248556" y="1004092"/>
                          <a:pt x="388620" y="970733"/>
                        </a:cubicBezTo>
                        <a:cubicBezTo>
                          <a:pt x="362037" y="715774"/>
                          <a:pt x="535683" y="478908"/>
                          <a:pt x="534641" y="222534"/>
                        </a:cubicBezTo>
                        <a:close/>
                      </a:path>
                    </a:pathLst>
                  </a:custGeom>
                  <a:solidFill>
                    <a:srgbClr val="C65C26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409" name="AutoShape 409"/>
                  <p:cNvSpPr/>
                  <p:nvPr/>
                </p:nvSpPr>
                <p:spPr>
                  <a:xfrm>
                    <a:off x="10581027" y="3626921"/>
                    <a:ext cx="297939" cy="4602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939" h="460251">
                        <a:moveTo>
                          <a:pt x="257690" y="0"/>
                        </a:moveTo>
                        <a:cubicBezTo>
                          <a:pt x="242872" y="1489"/>
                          <a:pt x="228203" y="5361"/>
                          <a:pt x="214949" y="11616"/>
                        </a:cubicBezTo>
                        <a:cubicBezTo>
                          <a:pt x="169601" y="32987"/>
                          <a:pt x="137209" y="74165"/>
                          <a:pt x="108318" y="115045"/>
                        </a:cubicBezTo>
                        <a:cubicBezTo>
                          <a:pt x="53067" y="193082"/>
                          <a:pt x="2358" y="280426"/>
                          <a:pt x="50" y="376036"/>
                        </a:cubicBezTo>
                        <a:cubicBezTo>
                          <a:pt x="-695" y="406268"/>
                          <a:pt x="6752" y="441414"/>
                          <a:pt x="33781" y="454966"/>
                        </a:cubicBezTo>
                        <a:cubicBezTo>
                          <a:pt x="61630" y="468965"/>
                          <a:pt x="94840" y="452658"/>
                          <a:pt x="120530" y="435085"/>
                        </a:cubicBezTo>
                        <a:cubicBezTo>
                          <a:pt x="132146" y="427117"/>
                          <a:pt x="143539" y="418777"/>
                          <a:pt x="154634" y="410140"/>
                        </a:cubicBezTo>
                        <a:cubicBezTo>
                          <a:pt x="197226" y="346474"/>
                          <a:pt x="239298" y="282437"/>
                          <a:pt x="275263" y="215346"/>
                        </a:cubicBezTo>
                        <a:cubicBezTo>
                          <a:pt x="309665" y="160169"/>
                          <a:pt x="305792" y="66719"/>
                          <a:pt x="257690" y="0"/>
                        </a:cubicBezTo>
                        <a:close/>
                      </a:path>
                    </a:pathLst>
                  </a:custGeom>
                  <a:solidFill>
                    <a:srgbClr val="C65C26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410" name="AutoShape 410"/>
                  <p:cNvSpPr/>
                  <p:nvPr/>
                </p:nvSpPr>
                <p:spPr>
                  <a:xfrm>
                    <a:off x="10466777" y="3634293"/>
                    <a:ext cx="288615" cy="8553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615" h="855351">
                        <a:moveTo>
                          <a:pt x="165232" y="138724"/>
                        </a:moveTo>
                        <a:cubicBezTo>
                          <a:pt x="58602" y="341560"/>
                          <a:pt x="50932" y="605231"/>
                          <a:pt x="0" y="830630"/>
                        </a:cubicBezTo>
                        <a:cubicBezTo>
                          <a:pt x="13477" y="839491"/>
                          <a:pt x="27700" y="847681"/>
                          <a:pt x="42592" y="855351"/>
                        </a:cubicBezTo>
                        <a:cubicBezTo>
                          <a:pt x="80792" y="553554"/>
                          <a:pt x="110799" y="245652"/>
                          <a:pt x="288616" y="0"/>
                        </a:cubicBezTo>
                        <a:cubicBezTo>
                          <a:pt x="238206" y="34774"/>
                          <a:pt x="195464" y="81164"/>
                          <a:pt x="165232" y="138724"/>
                        </a:cubicBezTo>
                        <a:close/>
                      </a:path>
                    </a:pathLst>
                  </a:custGeom>
                  <a:solidFill>
                    <a:srgbClr val="FFBE69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411" name="Group 411"/>
              <p:cNvGrpSpPr/>
              <p:nvPr/>
            </p:nvGrpSpPr>
            <p:grpSpPr>
              <a:xfrm>
                <a:off x="10281291" y="3615295"/>
                <a:ext cx="594547" cy="471507"/>
                <a:chOff x="10281291" y="3615295"/>
                <a:chExt cx="594547" cy="471507"/>
              </a:xfrm>
            </p:grpSpPr>
            <p:sp>
              <p:nvSpPr>
                <p:cNvPr id="412" name="AutoShape 412"/>
                <p:cNvSpPr/>
                <p:nvPr/>
              </p:nvSpPr>
              <p:spPr>
                <a:xfrm>
                  <a:off x="10281291" y="3615295"/>
                  <a:ext cx="594547" cy="471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547" h="471506">
                      <a:moveTo>
                        <a:pt x="126363" y="187656"/>
                      </a:moveTo>
                      <a:cubicBezTo>
                        <a:pt x="144680" y="201133"/>
                        <a:pt x="162999" y="214685"/>
                        <a:pt x="181391" y="228163"/>
                      </a:cubicBezTo>
                      <a:cubicBezTo>
                        <a:pt x="274245" y="155860"/>
                        <a:pt x="370078" y="87429"/>
                        <a:pt x="468592" y="22944"/>
                      </a:cubicBezTo>
                      <a:cubicBezTo>
                        <a:pt x="487060" y="10882"/>
                        <a:pt x="507462" y="-1554"/>
                        <a:pt x="529429" y="159"/>
                      </a:cubicBezTo>
                      <a:cubicBezTo>
                        <a:pt x="559586" y="2542"/>
                        <a:pt x="581478" y="31359"/>
                        <a:pt x="589519" y="60474"/>
                      </a:cubicBezTo>
                      <a:cubicBezTo>
                        <a:pt x="605305" y="117735"/>
                        <a:pt x="582222" y="180135"/>
                        <a:pt x="544023" y="225706"/>
                      </a:cubicBezTo>
                      <a:cubicBezTo>
                        <a:pt x="505824" y="271277"/>
                        <a:pt x="454222" y="303147"/>
                        <a:pt x="403587" y="334198"/>
                      </a:cubicBezTo>
                      <a:cubicBezTo>
                        <a:pt x="324731" y="382599"/>
                        <a:pt x="255555" y="407916"/>
                        <a:pt x="176774" y="456316"/>
                      </a:cubicBezTo>
                      <a:cubicBezTo>
                        <a:pt x="164711" y="463763"/>
                        <a:pt x="151829" y="471358"/>
                        <a:pt x="137681" y="471507"/>
                      </a:cubicBezTo>
                      <a:cubicBezTo>
                        <a:pt x="117204" y="471656"/>
                        <a:pt x="100226" y="456391"/>
                        <a:pt x="85781" y="441871"/>
                      </a:cubicBezTo>
                      <a:cubicBezTo>
                        <a:pt x="56293" y="412309"/>
                        <a:pt x="27774" y="381854"/>
                        <a:pt x="0" y="350728"/>
                      </a:cubicBezTo>
                      <a:cubicBezTo>
                        <a:pt x="17275" y="266139"/>
                        <a:pt x="51677" y="213419"/>
                        <a:pt x="126363" y="187656"/>
                      </a:cubicBezTo>
                      <a:close/>
                    </a:path>
                  </a:pathLst>
                </a:custGeom>
                <a:solidFill>
                  <a:srgbClr val="E6723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13" name="AutoShape 413"/>
                <p:cNvSpPr/>
                <p:nvPr/>
              </p:nvSpPr>
              <p:spPr>
                <a:xfrm>
                  <a:off x="10376305" y="3615356"/>
                  <a:ext cx="466805" cy="316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805" h="316265">
                      <a:moveTo>
                        <a:pt x="55474" y="234357"/>
                      </a:moveTo>
                      <a:cubicBezTo>
                        <a:pt x="55474" y="264142"/>
                        <a:pt x="33135" y="286481"/>
                        <a:pt x="40582" y="316266"/>
                      </a:cubicBezTo>
                      <a:cubicBezTo>
                        <a:pt x="62920" y="308820"/>
                        <a:pt x="92706" y="249249"/>
                        <a:pt x="115044" y="286481"/>
                      </a:cubicBezTo>
                      <a:cubicBezTo>
                        <a:pt x="230238" y="198391"/>
                        <a:pt x="326891" y="61083"/>
                        <a:pt x="466805" y="14544"/>
                      </a:cubicBezTo>
                      <a:cubicBezTo>
                        <a:pt x="457646" y="6576"/>
                        <a:pt x="446701" y="1140"/>
                        <a:pt x="434414" y="172"/>
                      </a:cubicBezTo>
                      <a:cubicBezTo>
                        <a:pt x="412374" y="-1615"/>
                        <a:pt x="392045" y="10821"/>
                        <a:pt x="373578" y="22958"/>
                      </a:cubicBezTo>
                      <a:cubicBezTo>
                        <a:pt x="275064" y="87368"/>
                        <a:pt x="179231" y="155873"/>
                        <a:pt x="86376" y="228176"/>
                      </a:cubicBezTo>
                      <a:cubicBezTo>
                        <a:pt x="68059" y="214699"/>
                        <a:pt x="49666" y="201147"/>
                        <a:pt x="31348" y="187669"/>
                      </a:cubicBezTo>
                      <a:cubicBezTo>
                        <a:pt x="19955" y="191616"/>
                        <a:pt x="9605" y="196232"/>
                        <a:pt x="0" y="201445"/>
                      </a:cubicBezTo>
                      <a:cubicBezTo>
                        <a:pt x="12287" y="220805"/>
                        <a:pt x="25466" y="239346"/>
                        <a:pt x="55474" y="234357"/>
                      </a:cubicBezTo>
                      <a:close/>
                    </a:path>
                  </a:pathLst>
                </a:custGeom>
                <a:solidFill>
                  <a:srgbClr val="FFBE69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14" name="AutoShape 414"/>
                <p:cNvSpPr/>
                <p:nvPr/>
              </p:nvSpPr>
              <p:spPr>
                <a:xfrm>
                  <a:off x="10305193" y="3816279"/>
                  <a:ext cx="113406" cy="1790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06" h="179082">
                      <a:moveTo>
                        <a:pt x="7372" y="179082"/>
                      </a:moveTo>
                      <a:lnTo>
                        <a:pt x="0" y="178189"/>
                      </a:lnTo>
                      <a:cubicBezTo>
                        <a:pt x="8787" y="106854"/>
                        <a:pt x="49667" y="40210"/>
                        <a:pt x="109237" y="0"/>
                      </a:cubicBezTo>
                      <a:lnTo>
                        <a:pt x="113406" y="6181"/>
                      </a:lnTo>
                      <a:cubicBezTo>
                        <a:pt x="55549" y="45199"/>
                        <a:pt x="15935" y="109832"/>
                        <a:pt x="7372" y="179082"/>
                      </a:cubicBezTo>
                      <a:close/>
                    </a:path>
                  </a:pathLst>
                </a:custGeom>
                <a:solidFill>
                  <a:srgbClr val="C65C26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Pr>
        <a:gradFill>
          <a:gsLst>
            <a:gs pos="0">
              <a:srgbClr val="1CBCD3">
                <a:alpha val="100000"/>
                <a:lumMod val="5000"/>
                <a:lumOff val="95000"/>
              </a:srgbClr>
            </a:gs>
            <a:gs pos="100000">
              <a:srgbClr val="1CBCD3">
                <a:alpha val="100000"/>
                <a:lumMod val="30000"/>
                <a:lumOff val="7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45184" y="5897878"/>
            <a:ext cx="9588913" cy="960195"/>
            <a:chOff x="2645184" y="5897878"/>
            <a:chExt cx="9588913" cy="960195"/>
          </a:xfrm>
        </p:grpSpPr>
        <p:sp>
          <p:nvSpPr>
            <p:cNvPr id="3" name="AutoShape 3"/>
            <p:cNvSpPr/>
            <p:nvPr/>
          </p:nvSpPr>
          <p:spPr>
            <a:xfrm>
              <a:off x="2648907" y="5897878"/>
              <a:ext cx="9569255" cy="960121"/>
            </a:xfrm>
            <a:custGeom>
              <a:avLst/>
              <a:gdLst/>
              <a:ahLst/>
              <a:cxnLst/>
              <a:rect l="l" t="t" r="r" b="b"/>
              <a:pathLst>
                <a:path w="9569255" h="960121">
                  <a:moveTo>
                    <a:pt x="9569255" y="156298"/>
                  </a:moveTo>
                  <a:cubicBezTo>
                    <a:pt x="8413894" y="8118"/>
                    <a:pt x="7292191" y="-12285"/>
                    <a:pt x="6151425" y="5288"/>
                  </a:cubicBezTo>
                  <a:cubicBezTo>
                    <a:pt x="5168519" y="18021"/>
                    <a:pt x="4222845" y="145203"/>
                    <a:pt x="3225047" y="291448"/>
                  </a:cubicBezTo>
                  <a:cubicBezTo>
                    <a:pt x="2069910" y="463456"/>
                    <a:pt x="1017754" y="754530"/>
                    <a:pt x="0" y="960121"/>
                  </a:cubicBezTo>
                  <a:lnTo>
                    <a:pt x="9569255" y="960121"/>
                  </a:lnTo>
                  <a:lnTo>
                    <a:pt x="9569255" y="156298"/>
                  </a:lnTo>
                  <a:close/>
                </a:path>
              </a:pathLst>
            </a:custGeom>
            <a:solidFill>
              <a:srgbClr val="F4E8DC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2645184" y="6031957"/>
              <a:ext cx="9572978" cy="826042"/>
            </a:xfrm>
            <a:custGeom>
              <a:avLst/>
              <a:gdLst/>
              <a:ahLst/>
              <a:cxnLst/>
              <a:rect l="l" t="t" r="r" b="b"/>
              <a:pathLst>
                <a:path w="9572978" h="826042">
                  <a:moveTo>
                    <a:pt x="9572978" y="134881"/>
                  </a:moveTo>
                  <a:cubicBezTo>
                    <a:pt x="8416278" y="7029"/>
                    <a:pt x="7293382" y="-10619"/>
                    <a:pt x="6151425" y="4572"/>
                  </a:cubicBezTo>
                  <a:cubicBezTo>
                    <a:pt x="5168519" y="15518"/>
                    <a:pt x="4222845" y="124903"/>
                    <a:pt x="3225047" y="250745"/>
                  </a:cubicBezTo>
                  <a:cubicBezTo>
                    <a:pt x="2069910" y="398776"/>
                    <a:pt x="1017754" y="649194"/>
                    <a:pt x="0" y="826042"/>
                  </a:cubicBezTo>
                  <a:lnTo>
                    <a:pt x="9572978" y="826042"/>
                  </a:lnTo>
                  <a:lnTo>
                    <a:pt x="9572978" y="134881"/>
                  </a:lnTo>
                  <a:close/>
                </a:path>
              </a:pathLst>
            </a:custGeom>
            <a:solidFill>
              <a:srgbClr val="007888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>
              <a:off x="4470335" y="6032359"/>
              <a:ext cx="7763762" cy="825715"/>
              <a:chOff x="4470335" y="6032359"/>
              <a:chExt cx="7763762" cy="825715"/>
            </a:xfrm>
            <a:solidFill>
              <a:srgbClr val="005361">
                <a:alpha val="100000"/>
              </a:srgbClr>
            </a:solidFill>
          </p:grpSpPr>
          <p:sp>
            <p:nvSpPr>
              <p:cNvPr id="6" name="AutoShape 6"/>
              <p:cNvSpPr/>
              <p:nvPr/>
            </p:nvSpPr>
            <p:spPr>
              <a:xfrm>
                <a:off x="4817181" y="6096545"/>
                <a:ext cx="2748263" cy="761454"/>
              </a:xfrm>
              <a:custGeom>
                <a:avLst/>
                <a:gdLst/>
                <a:ahLst/>
                <a:cxnLst/>
                <a:rect l="l" t="t" r="r" b="b"/>
                <a:pathLst>
                  <a:path w="2748263" h="761454">
                    <a:moveTo>
                      <a:pt x="2535077" y="18467"/>
                    </a:moveTo>
                    <a:cubicBezTo>
                      <a:pt x="2419139" y="38423"/>
                      <a:pt x="2303350" y="60091"/>
                      <a:pt x="2187709" y="83696"/>
                    </a:cubicBezTo>
                    <a:cubicBezTo>
                      <a:pt x="1433329" y="237312"/>
                      <a:pt x="701363" y="464348"/>
                      <a:pt x="0" y="761454"/>
                    </a:cubicBezTo>
                    <a:lnTo>
                      <a:pt x="40210" y="761454"/>
                    </a:lnTo>
                    <a:cubicBezTo>
                      <a:pt x="907996" y="397853"/>
                      <a:pt x="1820162" y="142075"/>
                      <a:pt x="2748264" y="0"/>
                    </a:cubicBezTo>
                    <a:cubicBezTo>
                      <a:pt x="2677226" y="5808"/>
                      <a:pt x="2606189" y="11988"/>
                      <a:pt x="2535077" y="18467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/>
            </p:nvSpPr>
            <p:spPr>
              <a:xfrm>
                <a:off x="6016996" y="6052166"/>
                <a:ext cx="2233801" cy="805833"/>
              </a:xfrm>
              <a:custGeom>
                <a:avLst/>
                <a:gdLst/>
                <a:ahLst/>
                <a:cxnLst/>
                <a:rect l="l" t="t" r="r" b="b"/>
                <a:pathLst>
                  <a:path w="2233801" h="805833">
                    <a:moveTo>
                      <a:pt x="2133203" y="4914"/>
                    </a:moveTo>
                    <a:cubicBezTo>
                      <a:pt x="1939600" y="47730"/>
                      <a:pt x="1747338" y="97546"/>
                      <a:pt x="1557384" y="154510"/>
                    </a:cubicBezTo>
                    <a:cubicBezTo>
                      <a:pt x="1090951" y="294425"/>
                      <a:pt x="635016" y="477454"/>
                      <a:pt x="202315" y="698607"/>
                    </a:cubicBezTo>
                    <a:cubicBezTo>
                      <a:pt x="134330" y="733307"/>
                      <a:pt x="66942" y="769198"/>
                      <a:pt x="0" y="805833"/>
                    </a:cubicBezTo>
                    <a:lnTo>
                      <a:pt x="32540" y="805833"/>
                    </a:lnTo>
                    <a:cubicBezTo>
                      <a:pt x="722957" y="431734"/>
                      <a:pt x="1467806" y="159871"/>
                      <a:pt x="2233802" y="0"/>
                    </a:cubicBezTo>
                    <a:cubicBezTo>
                      <a:pt x="2200219" y="1563"/>
                      <a:pt x="2166711" y="3127"/>
                      <a:pt x="2133203" y="4914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7005784" y="6036454"/>
                <a:ext cx="1791345" cy="821545"/>
              </a:xfrm>
              <a:custGeom>
                <a:avLst/>
                <a:gdLst/>
                <a:ahLst/>
                <a:cxnLst/>
                <a:rect l="l" t="t" r="r" b="b"/>
                <a:pathLst>
                  <a:path w="1791345" h="821545">
                    <a:moveTo>
                      <a:pt x="1787101" y="75"/>
                    </a:moveTo>
                    <a:cubicBezTo>
                      <a:pt x="1770794" y="224"/>
                      <a:pt x="1754561" y="521"/>
                      <a:pt x="1738328" y="745"/>
                    </a:cubicBezTo>
                    <a:cubicBezTo>
                      <a:pt x="1142553" y="187423"/>
                      <a:pt x="517366" y="464870"/>
                      <a:pt x="0" y="821545"/>
                    </a:cubicBezTo>
                    <a:lnTo>
                      <a:pt x="82505" y="821545"/>
                    </a:lnTo>
                    <a:cubicBezTo>
                      <a:pt x="607912" y="461966"/>
                      <a:pt x="1186188" y="184146"/>
                      <a:pt x="1791345" y="0"/>
                    </a:cubicBezTo>
                    <a:cubicBezTo>
                      <a:pt x="1789931" y="0"/>
                      <a:pt x="1788516" y="0"/>
                      <a:pt x="1787101" y="75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AutoShape 9"/>
              <p:cNvSpPr/>
              <p:nvPr/>
            </p:nvSpPr>
            <p:spPr>
              <a:xfrm>
                <a:off x="8357503" y="6032359"/>
                <a:ext cx="1302200" cy="825640"/>
              </a:xfrm>
              <a:custGeom>
                <a:avLst/>
                <a:gdLst/>
                <a:ahLst/>
                <a:cxnLst/>
                <a:rect l="l" t="t" r="r" b="b"/>
                <a:pathLst>
                  <a:path w="1302200" h="825640">
                    <a:moveTo>
                      <a:pt x="1267129" y="0"/>
                    </a:moveTo>
                    <a:cubicBezTo>
                      <a:pt x="810078" y="213261"/>
                      <a:pt x="382663" y="491900"/>
                      <a:pt x="0" y="825641"/>
                    </a:cubicBezTo>
                    <a:lnTo>
                      <a:pt x="85408" y="825641"/>
                    </a:lnTo>
                    <a:cubicBezTo>
                      <a:pt x="471720" y="490857"/>
                      <a:pt x="840682" y="212144"/>
                      <a:pt x="1302201" y="224"/>
                    </a:cubicBezTo>
                    <a:cubicBezTo>
                      <a:pt x="1290510" y="149"/>
                      <a:pt x="1278820" y="75"/>
                      <a:pt x="1267129" y="0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>
                <a:off x="9746080" y="6048368"/>
                <a:ext cx="782973" cy="809705"/>
              </a:xfrm>
              <a:custGeom>
                <a:avLst/>
                <a:gdLst/>
                <a:ahLst/>
                <a:cxnLst/>
                <a:rect l="l" t="t" r="r" b="b"/>
                <a:pathLst>
                  <a:path w="782973" h="809705">
                    <a:moveTo>
                      <a:pt x="782974" y="744"/>
                    </a:moveTo>
                    <a:cubicBezTo>
                      <a:pt x="775602" y="521"/>
                      <a:pt x="768156" y="223"/>
                      <a:pt x="760784" y="0"/>
                    </a:cubicBezTo>
                    <a:cubicBezTo>
                      <a:pt x="478422" y="239918"/>
                      <a:pt x="223164" y="511706"/>
                      <a:pt x="0" y="809706"/>
                    </a:cubicBezTo>
                    <a:lnTo>
                      <a:pt x="18616" y="809706"/>
                    </a:lnTo>
                    <a:cubicBezTo>
                      <a:pt x="242822" y="511706"/>
                      <a:pt x="499271" y="240142"/>
                      <a:pt x="782974" y="744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AutoShape 11"/>
              <p:cNvSpPr/>
              <p:nvPr/>
            </p:nvSpPr>
            <p:spPr>
              <a:xfrm>
                <a:off x="10931747" y="6077036"/>
                <a:ext cx="224504" cy="780963"/>
              </a:xfrm>
              <a:custGeom>
                <a:avLst/>
                <a:gdLst/>
                <a:ahLst/>
                <a:cxnLst/>
                <a:rect l="l" t="t" r="r" b="b"/>
                <a:pathLst>
                  <a:path w="224504" h="780963">
                    <a:moveTo>
                      <a:pt x="209240" y="0"/>
                    </a:moveTo>
                    <a:cubicBezTo>
                      <a:pt x="132693" y="258013"/>
                      <a:pt x="62847" y="518780"/>
                      <a:pt x="0" y="780963"/>
                    </a:cubicBezTo>
                    <a:lnTo>
                      <a:pt x="15340" y="780963"/>
                    </a:lnTo>
                    <a:cubicBezTo>
                      <a:pt x="78186" y="519079"/>
                      <a:pt x="148032" y="258608"/>
                      <a:pt x="224505" y="894"/>
                    </a:cubicBezTo>
                    <a:cubicBezTo>
                      <a:pt x="219367" y="596"/>
                      <a:pt x="214303" y="298"/>
                      <a:pt x="209240" y="0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11858955" y="6130947"/>
                <a:ext cx="375142" cy="405523"/>
              </a:xfrm>
              <a:custGeom>
                <a:avLst/>
                <a:gdLst/>
                <a:ahLst/>
                <a:cxnLst/>
                <a:rect l="l" t="t" r="r" b="b"/>
                <a:pathLst>
                  <a:path w="375142" h="405523">
                    <a:moveTo>
                      <a:pt x="375142" y="405523"/>
                    </a:moveTo>
                    <a:lnTo>
                      <a:pt x="374100" y="381323"/>
                    </a:lnTo>
                    <a:cubicBezTo>
                      <a:pt x="262480" y="249971"/>
                      <a:pt x="145426" y="123459"/>
                      <a:pt x="23232" y="2085"/>
                    </a:cubicBezTo>
                    <a:cubicBezTo>
                      <a:pt x="15488" y="1340"/>
                      <a:pt x="7744" y="670"/>
                      <a:pt x="0" y="0"/>
                    </a:cubicBezTo>
                    <a:cubicBezTo>
                      <a:pt x="131054" y="129341"/>
                      <a:pt x="256226" y="264640"/>
                      <a:pt x="375142" y="405523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>
                <a:off x="4470335" y="6172200"/>
                <a:ext cx="2317348" cy="685799"/>
              </a:xfrm>
              <a:custGeom>
                <a:avLst/>
                <a:gdLst/>
                <a:ahLst/>
                <a:cxnLst/>
                <a:rect l="l" t="t" r="r" b="b"/>
                <a:pathLst>
                  <a:path w="2317348" h="685799">
                    <a:moveTo>
                      <a:pt x="2156435" y="18169"/>
                    </a:moveTo>
                    <a:cubicBezTo>
                      <a:pt x="1812642" y="96355"/>
                      <a:pt x="1428564" y="185039"/>
                      <a:pt x="1090876" y="294871"/>
                    </a:cubicBezTo>
                    <a:cubicBezTo>
                      <a:pt x="743434" y="407831"/>
                      <a:pt x="332922" y="541938"/>
                      <a:pt x="0" y="685800"/>
                    </a:cubicBezTo>
                    <a:lnTo>
                      <a:pt x="155403" y="685800"/>
                    </a:lnTo>
                    <a:cubicBezTo>
                      <a:pt x="851405" y="388396"/>
                      <a:pt x="1577489" y="158084"/>
                      <a:pt x="2317349" y="0"/>
                    </a:cubicBezTo>
                    <a:cubicBezTo>
                      <a:pt x="2263885" y="5957"/>
                      <a:pt x="2210197" y="11988"/>
                      <a:pt x="2156435" y="18169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AutoShape 14"/>
              <p:cNvSpPr/>
              <p:nvPr/>
            </p:nvSpPr>
            <p:spPr>
              <a:xfrm>
                <a:off x="7321803" y="6033997"/>
                <a:ext cx="1683746" cy="823927"/>
              </a:xfrm>
              <a:custGeom>
                <a:avLst/>
                <a:gdLst/>
                <a:ahLst/>
                <a:cxnLst/>
                <a:rect l="l" t="t" r="r" b="b"/>
                <a:pathLst>
                  <a:path w="1683746" h="823926">
                    <a:moveTo>
                      <a:pt x="1630283" y="595"/>
                    </a:moveTo>
                    <a:cubicBezTo>
                      <a:pt x="1181795" y="140585"/>
                      <a:pt x="750136" y="339102"/>
                      <a:pt x="341038" y="594062"/>
                    </a:cubicBezTo>
                    <a:cubicBezTo>
                      <a:pt x="223983" y="667035"/>
                      <a:pt x="110279" y="743731"/>
                      <a:pt x="0" y="823928"/>
                    </a:cubicBezTo>
                    <a:lnTo>
                      <a:pt x="24349" y="823928"/>
                    </a:lnTo>
                    <a:cubicBezTo>
                      <a:pt x="526748" y="460104"/>
                      <a:pt x="1089313" y="179604"/>
                      <a:pt x="1683747" y="0"/>
                    </a:cubicBezTo>
                    <a:cubicBezTo>
                      <a:pt x="1665951" y="223"/>
                      <a:pt x="1648154" y="447"/>
                      <a:pt x="1630283" y="595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5" name="AutoShape 15"/>
              <p:cNvSpPr/>
              <p:nvPr/>
            </p:nvSpPr>
            <p:spPr>
              <a:xfrm>
                <a:off x="9566104" y="6045241"/>
                <a:ext cx="863914" cy="812758"/>
              </a:xfrm>
              <a:custGeom>
                <a:avLst/>
                <a:gdLst/>
                <a:ahLst/>
                <a:cxnLst/>
                <a:rect l="l" t="t" r="r" b="b"/>
                <a:pathLst>
                  <a:path w="863914" h="812758">
                    <a:moveTo>
                      <a:pt x="863914" y="670"/>
                    </a:moveTo>
                    <a:cubicBezTo>
                      <a:pt x="856319" y="447"/>
                      <a:pt x="848724" y="224"/>
                      <a:pt x="841129" y="0"/>
                    </a:cubicBezTo>
                    <a:cubicBezTo>
                      <a:pt x="539332" y="247514"/>
                      <a:pt x="257789" y="519674"/>
                      <a:pt x="0" y="812759"/>
                    </a:cubicBezTo>
                    <a:lnTo>
                      <a:pt x="19956" y="812759"/>
                    </a:lnTo>
                    <a:cubicBezTo>
                      <a:pt x="278639" y="519749"/>
                      <a:pt x="561075" y="247812"/>
                      <a:pt x="863914" y="670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AutoShape 16"/>
              <p:cNvSpPr/>
              <p:nvPr/>
            </p:nvSpPr>
            <p:spPr>
              <a:xfrm>
                <a:off x="11981669" y="6142563"/>
                <a:ext cx="243493" cy="186528"/>
              </a:xfrm>
              <a:custGeom>
                <a:avLst/>
                <a:gdLst/>
                <a:ahLst/>
                <a:cxnLst/>
                <a:rect l="l" t="t" r="r" b="b"/>
                <a:pathLst>
                  <a:path w="243492" h="186528">
                    <a:moveTo>
                      <a:pt x="242673" y="166945"/>
                    </a:moveTo>
                    <a:cubicBezTo>
                      <a:pt x="171860" y="111396"/>
                      <a:pt x="100450" y="56666"/>
                      <a:pt x="28520" y="2830"/>
                    </a:cubicBezTo>
                    <a:cubicBezTo>
                      <a:pt x="18988" y="1862"/>
                      <a:pt x="9531" y="968"/>
                      <a:pt x="0" y="0"/>
                    </a:cubicBezTo>
                    <a:cubicBezTo>
                      <a:pt x="81909" y="61059"/>
                      <a:pt x="163073" y="123310"/>
                      <a:pt x="243493" y="186529"/>
                    </a:cubicBezTo>
                    <a:lnTo>
                      <a:pt x="242673" y="166945"/>
                    </a:ln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  <p:sp>
        <p:nvSpPr>
          <p:cNvPr id="17" name="AutoShape 17"/>
          <p:cNvSpPr/>
          <p:nvPr/>
        </p:nvSpPr>
        <p:spPr>
          <a:xfrm>
            <a:off x="11808618" y="5986788"/>
            <a:ext cx="22338" cy="14892"/>
          </a:xfrm>
          <a:custGeom>
            <a:avLst/>
            <a:gdLst/>
            <a:ahLst/>
            <a:cxnLst/>
            <a:rect l="l" t="t" r="r" b="b"/>
            <a:pathLst>
              <a:path w="22338" h="14892">
                <a:moveTo>
                  <a:pt x="0" y="0"/>
                </a:moveTo>
                <a:lnTo>
                  <a:pt x="22339" y="0"/>
                </a:lnTo>
                <a:lnTo>
                  <a:pt x="22339" y="14893"/>
                </a:lnTo>
                <a:lnTo>
                  <a:pt x="0" y="14893"/>
                </a:lnTo>
                <a:close/>
              </a:path>
            </a:pathLst>
          </a:custGeom>
          <a:solidFill>
            <a:srgbClr val="5FBBBF">
              <a:alpha val="100000"/>
            </a:srgbClr>
          </a:solidFill>
          <a:ln>
            <a:prstDash val="solid"/>
            <a:headEnd type="none"/>
            <a:tailEnd type="none"/>
          </a:ln>
        </p:spPr>
      </p:sp>
      <p:grpSp>
        <p:nvGrpSpPr>
          <p:cNvPr id="18" name="Group 18"/>
          <p:cNvGrpSpPr/>
          <p:nvPr/>
        </p:nvGrpSpPr>
        <p:grpSpPr>
          <a:xfrm>
            <a:off x="4873103" y="541458"/>
            <a:ext cx="7345058" cy="6141330"/>
            <a:chOff x="4873103" y="541458"/>
            <a:chExt cx="7345058" cy="6141330"/>
          </a:xfrm>
        </p:grpSpPr>
        <p:sp>
          <p:nvSpPr>
            <p:cNvPr id="19" name="AutoShape 19"/>
            <p:cNvSpPr/>
            <p:nvPr/>
          </p:nvSpPr>
          <p:spPr>
            <a:xfrm>
              <a:off x="7967989" y="2729275"/>
              <a:ext cx="4250172" cy="3442701"/>
            </a:xfrm>
            <a:custGeom>
              <a:avLst/>
              <a:gdLst/>
              <a:ahLst/>
              <a:cxnLst/>
              <a:rect l="l" t="t" r="r" b="b"/>
              <a:pathLst>
                <a:path w="4250172" h="3442701">
                  <a:moveTo>
                    <a:pt x="4250173" y="0"/>
                  </a:moveTo>
                  <a:cubicBezTo>
                    <a:pt x="3815908" y="272086"/>
                    <a:pt x="3467273" y="668227"/>
                    <a:pt x="3254087" y="1138756"/>
                  </a:cubicBezTo>
                  <a:cubicBezTo>
                    <a:pt x="2909549" y="786995"/>
                    <a:pt x="2429340" y="568596"/>
                    <a:pt x="1898050" y="568596"/>
                  </a:cubicBezTo>
                  <a:cubicBezTo>
                    <a:pt x="849766" y="568596"/>
                    <a:pt x="0" y="1418363"/>
                    <a:pt x="0" y="2466646"/>
                  </a:cubicBezTo>
                  <a:cubicBezTo>
                    <a:pt x="0" y="2823620"/>
                    <a:pt x="98588" y="3157510"/>
                    <a:pt x="270001" y="3442701"/>
                  </a:cubicBezTo>
                  <a:lnTo>
                    <a:pt x="4250173" y="3442701"/>
                  </a:lnTo>
                  <a:lnTo>
                    <a:pt x="4250173" y="0"/>
                  </a:lnTo>
                  <a:close/>
                </a:path>
              </a:pathLst>
            </a:custGeom>
            <a:solidFill>
              <a:srgbClr val="BBC6E2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837233" y="1596253"/>
              <a:ext cx="4024476" cy="2785122"/>
              <a:chOff x="7837233" y="1596253"/>
              <a:chExt cx="4024476" cy="2785122"/>
            </a:xfrm>
          </p:grpSpPr>
          <p:grpSp>
            <p:nvGrpSpPr>
              <p:cNvPr id="21" name="Group 21"/>
              <p:cNvGrpSpPr/>
              <p:nvPr/>
            </p:nvGrpSpPr>
            <p:grpSpPr>
              <a:xfrm>
                <a:off x="10904122" y="2082493"/>
                <a:ext cx="430095" cy="423542"/>
                <a:chOff x="10904122" y="2082493"/>
                <a:chExt cx="430095" cy="423542"/>
              </a:xfrm>
            </p:grpSpPr>
            <p:sp>
              <p:nvSpPr>
                <p:cNvPr id="22" name="AutoShape 22"/>
                <p:cNvSpPr/>
                <p:nvPr/>
              </p:nvSpPr>
              <p:spPr>
                <a:xfrm>
                  <a:off x="10904122" y="2082493"/>
                  <a:ext cx="430095" cy="423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095" h="423541">
                      <a:moveTo>
                        <a:pt x="430096" y="140287"/>
                      </a:moveTo>
                      <a:lnTo>
                        <a:pt x="319146" y="423543"/>
                      </a:lnTo>
                      <a:cubicBezTo>
                        <a:pt x="214080" y="385716"/>
                        <a:pt x="107598" y="351910"/>
                        <a:pt x="0" y="322199"/>
                      </a:cubicBezTo>
                      <a:lnTo>
                        <a:pt x="119586" y="0"/>
                      </a:lnTo>
                      <a:cubicBezTo>
                        <a:pt x="224727" y="42965"/>
                        <a:pt x="328380" y="89727"/>
                        <a:pt x="430096" y="140287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23" name="Group 23"/>
                <p:cNvGrpSpPr/>
                <p:nvPr/>
              </p:nvGrpSpPr>
              <p:grpSpPr>
                <a:xfrm>
                  <a:off x="10959969" y="2137372"/>
                  <a:ext cx="318401" cy="313636"/>
                  <a:chOff x="10959969" y="2137372"/>
                  <a:chExt cx="318401" cy="313636"/>
                </a:xfrm>
              </p:grpSpPr>
              <p:sp>
                <p:nvSpPr>
                  <p:cNvPr id="24" name="AutoShape 24"/>
                  <p:cNvSpPr/>
                  <p:nvPr/>
                </p:nvSpPr>
                <p:spPr>
                  <a:xfrm>
                    <a:off x="10959969" y="2137372"/>
                    <a:ext cx="147361" cy="2586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7361" h="258682">
                        <a:moveTo>
                          <a:pt x="85259" y="214452"/>
                        </a:moveTo>
                        <a:cubicBezTo>
                          <a:pt x="106109" y="151680"/>
                          <a:pt x="124278" y="87121"/>
                          <a:pt x="147362" y="24721"/>
                        </a:cubicBezTo>
                        <a:cubicBezTo>
                          <a:pt x="127853" y="16307"/>
                          <a:pt x="108269" y="8116"/>
                          <a:pt x="88536" y="0"/>
                        </a:cubicBezTo>
                        <a:lnTo>
                          <a:pt x="0" y="238504"/>
                        </a:lnTo>
                        <a:cubicBezTo>
                          <a:pt x="23381" y="244982"/>
                          <a:pt x="46614" y="251758"/>
                          <a:pt x="69771" y="258683"/>
                        </a:cubicBezTo>
                        <a:cubicBezTo>
                          <a:pt x="75132" y="244088"/>
                          <a:pt x="80345" y="229345"/>
                          <a:pt x="85259" y="214452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5" name="AutoShape 25"/>
                  <p:cNvSpPr/>
                  <p:nvPr/>
                </p:nvSpPr>
                <p:spPr>
                  <a:xfrm>
                    <a:off x="11148582" y="2217941"/>
                    <a:ext cx="129788" cy="233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9788" h="233067">
                        <a:moveTo>
                          <a:pt x="81537" y="0"/>
                        </a:moveTo>
                        <a:cubicBezTo>
                          <a:pt x="60836" y="74314"/>
                          <a:pt x="29934" y="145202"/>
                          <a:pt x="0" y="216388"/>
                        </a:cubicBezTo>
                        <a:cubicBezTo>
                          <a:pt x="15935" y="221824"/>
                          <a:pt x="31870" y="227334"/>
                          <a:pt x="47731" y="233068"/>
                        </a:cubicBezTo>
                        <a:lnTo>
                          <a:pt x="129789" y="23381"/>
                        </a:lnTo>
                        <a:cubicBezTo>
                          <a:pt x="113779" y="15414"/>
                          <a:pt x="97695" y="7670"/>
                          <a:pt x="81537" y="0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26" name="Group 26"/>
                  <p:cNvGrpSpPr/>
                  <p:nvPr/>
                </p:nvGrpSpPr>
                <p:grpSpPr>
                  <a:xfrm>
                    <a:off x="11043664" y="2168274"/>
                    <a:ext cx="172752" cy="261363"/>
                    <a:chOff x="11043664" y="2168274"/>
                    <a:chExt cx="172752" cy="261363"/>
                  </a:xfrm>
                  <a:solidFill>
                    <a:srgbClr val="005361">
                      <a:alpha val="100000"/>
                    </a:srgbClr>
                  </a:solidFill>
                </p:grpSpPr>
                <p:sp>
                  <p:nvSpPr>
                    <p:cNvPr id="27" name="AutoShape 27"/>
                    <p:cNvSpPr/>
                    <p:nvPr/>
                  </p:nvSpPr>
                  <p:spPr>
                    <a:xfrm>
                      <a:off x="11079928" y="2168274"/>
                      <a:ext cx="78260" cy="137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8260" h="137904">
                          <a:moveTo>
                            <a:pt x="32167" y="137905"/>
                          </a:moveTo>
                          <a:cubicBezTo>
                            <a:pt x="46986" y="97174"/>
                            <a:pt x="62251" y="56592"/>
                            <a:pt x="78260" y="16382"/>
                          </a:cubicBezTo>
                          <a:cubicBezTo>
                            <a:pt x="65899" y="10871"/>
                            <a:pt x="53613" y="5361"/>
                            <a:pt x="41178" y="0"/>
                          </a:cubicBezTo>
                          <a:cubicBezTo>
                            <a:pt x="26136" y="41252"/>
                            <a:pt x="13255" y="83324"/>
                            <a:pt x="0" y="125172"/>
                          </a:cubicBezTo>
                          <a:cubicBezTo>
                            <a:pt x="10574" y="129863"/>
                            <a:pt x="21296" y="134107"/>
                            <a:pt x="32167" y="137905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8" name="AutoShape 28"/>
                    <p:cNvSpPr/>
                    <p:nvPr/>
                  </p:nvSpPr>
                  <p:spPr>
                    <a:xfrm>
                      <a:off x="11065630" y="2307594"/>
                      <a:ext cx="41401" cy="375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401" h="37529">
                          <a:moveTo>
                            <a:pt x="9755" y="0"/>
                          </a:moveTo>
                          <a:cubicBezTo>
                            <a:pt x="6553" y="10052"/>
                            <a:pt x="3351" y="20105"/>
                            <a:pt x="0" y="30083"/>
                          </a:cubicBezTo>
                          <a:cubicBezTo>
                            <a:pt x="10872" y="32242"/>
                            <a:pt x="21594" y="34700"/>
                            <a:pt x="32243" y="37529"/>
                          </a:cubicBezTo>
                          <a:cubicBezTo>
                            <a:pt x="35222" y="29115"/>
                            <a:pt x="38348" y="20775"/>
                            <a:pt x="41402" y="12435"/>
                          </a:cubicBezTo>
                          <a:cubicBezTo>
                            <a:pt x="30679" y="8712"/>
                            <a:pt x="20180" y="4542"/>
                            <a:pt x="9755" y="0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9" name="AutoShape 29"/>
                    <p:cNvSpPr/>
                    <p:nvPr/>
                  </p:nvSpPr>
                  <p:spPr>
                    <a:xfrm>
                      <a:off x="11043664" y="2361877"/>
                      <a:ext cx="45198" cy="4832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198" h="48326">
                          <a:moveTo>
                            <a:pt x="13775" y="0"/>
                          </a:moveTo>
                          <a:cubicBezTo>
                            <a:pt x="9308" y="12882"/>
                            <a:pt x="4691" y="25690"/>
                            <a:pt x="0" y="38497"/>
                          </a:cubicBezTo>
                          <a:cubicBezTo>
                            <a:pt x="10574" y="41699"/>
                            <a:pt x="21073" y="45050"/>
                            <a:pt x="31647" y="48326"/>
                          </a:cubicBezTo>
                          <a:cubicBezTo>
                            <a:pt x="36114" y="35221"/>
                            <a:pt x="40656" y="22115"/>
                            <a:pt x="45198" y="9010"/>
                          </a:cubicBezTo>
                          <a:cubicBezTo>
                            <a:pt x="34700" y="6031"/>
                            <a:pt x="24200" y="3053"/>
                            <a:pt x="13775" y="0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0" name="AutoShape 30"/>
                    <p:cNvSpPr/>
                    <p:nvPr/>
                  </p:nvSpPr>
                  <p:spPr>
                    <a:xfrm>
                      <a:off x="11129520" y="2190762"/>
                      <a:ext cx="86897" cy="13105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897" h="131054">
                          <a:moveTo>
                            <a:pt x="2755" y="111917"/>
                          </a:moveTo>
                          <a:cubicBezTo>
                            <a:pt x="17573" y="120108"/>
                            <a:pt x="33285" y="126140"/>
                            <a:pt x="49443" y="131054"/>
                          </a:cubicBezTo>
                          <a:cubicBezTo>
                            <a:pt x="63590" y="94865"/>
                            <a:pt x="76547" y="58230"/>
                            <a:pt x="86897" y="20701"/>
                          </a:cubicBezTo>
                          <a:cubicBezTo>
                            <a:pt x="72079" y="13701"/>
                            <a:pt x="57187" y="6776"/>
                            <a:pt x="42220" y="0"/>
                          </a:cubicBezTo>
                          <a:cubicBezTo>
                            <a:pt x="27551" y="36785"/>
                            <a:pt x="13626" y="73867"/>
                            <a:pt x="0" y="111024"/>
                          </a:cubicBezTo>
                          <a:cubicBezTo>
                            <a:pt x="968" y="111173"/>
                            <a:pt x="1862" y="111396"/>
                            <a:pt x="2755" y="111917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1" name="AutoShape 31"/>
                    <p:cNvSpPr/>
                    <p:nvPr/>
                  </p:nvSpPr>
                  <p:spPr>
                    <a:xfrm>
                      <a:off x="11089459" y="2375131"/>
                      <a:ext cx="61803" cy="5450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1803" h="54506">
                          <a:moveTo>
                            <a:pt x="13701" y="0"/>
                          </a:moveTo>
                          <a:cubicBezTo>
                            <a:pt x="9084" y="13180"/>
                            <a:pt x="4468" y="26434"/>
                            <a:pt x="0" y="39688"/>
                          </a:cubicBezTo>
                          <a:cubicBezTo>
                            <a:pt x="15042" y="44529"/>
                            <a:pt x="30082" y="49518"/>
                            <a:pt x="45049" y="54507"/>
                          </a:cubicBezTo>
                          <a:cubicBezTo>
                            <a:pt x="50634" y="41252"/>
                            <a:pt x="56219" y="27998"/>
                            <a:pt x="61803" y="14669"/>
                          </a:cubicBezTo>
                          <a:cubicBezTo>
                            <a:pt x="45868" y="9531"/>
                            <a:pt x="29785" y="4691"/>
                            <a:pt x="13701" y="0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</p:grpSp>
          <p:grpSp>
            <p:nvGrpSpPr>
              <p:cNvPr id="32" name="Group 32"/>
              <p:cNvGrpSpPr/>
              <p:nvPr/>
            </p:nvGrpSpPr>
            <p:grpSpPr>
              <a:xfrm>
                <a:off x="11366534" y="2255842"/>
                <a:ext cx="453029" cy="482889"/>
                <a:chOff x="11366534" y="2255842"/>
                <a:chExt cx="453029" cy="482889"/>
              </a:xfrm>
            </p:grpSpPr>
            <p:sp>
              <p:nvSpPr>
                <p:cNvPr id="33" name="AutoShape 33"/>
                <p:cNvSpPr/>
                <p:nvPr/>
              </p:nvSpPr>
              <p:spPr>
                <a:xfrm>
                  <a:off x="11366534" y="2255842"/>
                  <a:ext cx="453029" cy="482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028" h="482888">
                      <a:moveTo>
                        <a:pt x="453030" y="167243"/>
                      </a:moveTo>
                      <a:cubicBezTo>
                        <a:pt x="396067" y="265459"/>
                        <a:pt x="353995" y="372238"/>
                        <a:pt x="328603" y="482889"/>
                      </a:cubicBezTo>
                      <a:cubicBezTo>
                        <a:pt x="220558" y="433968"/>
                        <a:pt x="110875" y="388620"/>
                        <a:pt x="0" y="346772"/>
                      </a:cubicBezTo>
                      <a:lnTo>
                        <a:pt x="151978" y="0"/>
                      </a:lnTo>
                      <a:cubicBezTo>
                        <a:pt x="253917" y="52794"/>
                        <a:pt x="354292" y="108566"/>
                        <a:pt x="453030" y="167243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34" name="Group 34"/>
                <p:cNvGrpSpPr/>
                <p:nvPr/>
              </p:nvGrpSpPr>
              <p:grpSpPr>
                <a:xfrm>
                  <a:off x="11422381" y="2315412"/>
                  <a:ext cx="341261" cy="363749"/>
                  <a:chOff x="11422381" y="2315412"/>
                  <a:chExt cx="341261" cy="363749"/>
                </a:xfrm>
              </p:grpSpPr>
              <p:sp>
                <p:nvSpPr>
                  <p:cNvPr id="35" name="AutoShape 35"/>
                  <p:cNvSpPr/>
                  <p:nvPr/>
                </p:nvSpPr>
                <p:spPr>
                  <a:xfrm>
                    <a:off x="11422381" y="2315412"/>
                    <a:ext cx="198517" cy="303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8517" h="303955">
                        <a:moveTo>
                          <a:pt x="137830" y="222271"/>
                        </a:moveTo>
                        <a:cubicBezTo>
                          <a:pt x="158307" y="166647"/>
                          <a:pt x="175211" y="103801"/>
                          <a:pt x="198517" y="44752"/>
                        </a:cubicBezTo>
                        <a:cubicBezTo>
                          <a:pt x="170668" y="29562"/>
                          <a:pt x="142670" y="14595"/>
                          <a:pt x="114523" y="0"/>
                        </a:cubicBezTo>
                        <a:lnTo>
                          <a:pt x="0" y="261215"/>
                        </a:lnTo>
                        <a:cubicBezTo>
                          <a:pt x="36338" y="274916"/>
                          <a:pt x="72452" y="289287"/>
                          <a:pt x="108492" y="303956"/>
                        </a:cubicBezTo>
                        <a:cubicBezTo>
                          <a:pt x="118023" y="276628"/>
                          <a:pt x="127853" y="249450"/>
                          <a:pt x="137830" y="222271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6" name="AutoShape 36"/>
                  <p:cNvSpPr/>
                  <p:nvPr/>
                </p:nvSpPr>
                <p:spPr>
                  <a:xfrm>
                    <a:off x="11582252" y="2489953"/>
                    <a:ext cx="54358" cy="765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357" h="76547">
                        <a:moveTo>
                          <a:pt x="28817" y="1042"/>
                        </a:moveTo>
                        <a:cubicBezTo>
                          <a:pt x="27998" y="744"/>
                          <a:pt x="27254" y="372"/>
                          <a:pt x="26435" y="0"/>
                        </a:cubicBezTo>
                        <a:cubicBezTo>
                          <a:pt x="17648" y="24573"/>
                          <a:pt x="8862" y="49145"/>
                          <a:pt x="0" y="73718"/>
                        </a:cubicBezTo>
                        <a:cubicBezTo>
                          <a:pt x="1862" y="72824"/>
                          <a:pt x="4096" y="72229"/>
                          <a:pt x="6702" y="72303"/>
                        </a:cubicBezTo>
                        <a:cubicBezTo>
                          <a:pt x="15711" y="72452"/>
                          <a:pt x="24349" y="73867"/>
                          <a:pt x="32615" y="76547"/>
                        </a:cubicBezTo>
                        <a:cubicBezTo>
                          <a:pt x="39764" y="54804"/>
                          <a:pt x="46912" y="33061"/>
                          <a:pt x="54358" y="11393"/>
                        </a:cubicBezTo>
                        <a:cubicBezTo>
                          <a:pt x="45869" y="7893"/>
                          <a:pt x="37529" y="4095"/>
                          <a:pt x="28817" y="1042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7" name="AutoShape 37"/>
                  <p:cNvSpPr/>
                  <p:nvPr/>
                </p:nvSpPr>
                <p:spPr>
                  <a:xfrm>
                    <a:off x="11639811" y="2375801"/>
                    <a:ext cx="38795" cy="46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795" h="46464">
                        <a:moveTo>
                          <a:pt x="23010" y="41922"/>
                        </a:moveTo>
                        <a:cubicBezTo>
                          <a:pt x="24498" y="43337"/>
                          <a:pt x="25467" y="44901"/>
                          <a:pt x="26211" y="46465"/>
                        </a:cubicBezTo>
                        <a:cubicBezTo>
                          <a:pt x="30232" y="36412"/>
                          <a:pt x="34403" y="26360"/>
                          <a:pt x="38796" y="16382"/>
                        </a:cubicBezTo>
                        <a:cubicBezTo>
                          <a:pt x="29115" y="10946"/>
                          <a:pt x="19436" y="5361"/>
                          <a:pt x="9755" y="0"/>
                        </a:cubicBezTo>
                        <a:cubicBezTo>
                          <a:pt x="6479" y="8712"/>
                          <a:pt x="3351" y="17424"/>
                          <a:pt x="298" y="26062"/>
                        </a:cubicBezTo>
                        <a:cubicBezTo>
                          <a:pt x="224" y="26360"/>
                          <a:pt x="75" y="26583"/>
                          <a:pt x="0" y="26881"/>
                        </a:cubicBezTo>
                        <a:cubicBezTo>
                          <a:pt x="8414" y="30604"/>
                          <a:pt x="16159" y="35221"/>
                          <a:pt x="23010" y="41922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8" name="AutoShape 38"/>
                  <p:cNvSpPr/>
                  <p:nvPr/>
                </p:nvSpPr>
                <p:spPr>
                  <a:xfrm>
                    <a:off x="11618664" y="2430755"/>
                    <a:ext cx="39837" cy="427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837" h="42741">
                        <a:moveTo>
                          <a:pt x="23083" y="8042"/>
                        </a:moveTo>
                        <a:cubicBezTo>
                          <a:pt x="19435" y="4468"/>
                          <a:pt x="15562" y="2010"/>
                          <a:pt x="11169" y="0"/>
                        </a:cubicBezTo>
                        <a:cubicBezTo>
                          <a:pt x="7446" y="10499"/>
                          <a:pt x="3723" y="20998"/>
                          <a:pt x="0" y="31498"/>
                        </a:cubicBezTo>
                        <a:cubicBezTo>
                          <a:pt x="149" y="31572"/>
                          <a:pt x="224" y="31498"/>
                          <a:pt x="373" y="31572"/>
                        </a:cubicBezTo>
                        <a:cubicBezTo>
                          <a:pt x="9755" y="34774"/>
                          <a:pt x="18690" y="39018"/>
                          <a:pt x="27849" y="42741"/>
                        </a:cubicBezTo>
                        <a:cubicBezTo>
                          <a:pt x="31721" y="31944"/>
                          <a:pt x="35742" y="21222"/>
                          <a:pt x="39837" y="10574"/>
                        </a:cubicBezTo>
                        <a:cubicBezTo>
                          <a:pt x="34774" y="13180"/>
                          <a:pt x="28371" y="13180"/>
                          <a:pt x="23083" y="8042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9" name="AutoShape 39"/>
                  <p:cNvSpPr/>
                  <p:nvPr/>
                </p:nvSpPr>
                <p:spPr>
                  <a:xfrm>
                    <a:off x="11558424" y="2582584"/>
                    <a:ext cx="47208" cy="61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208" h="61357">
                        <a:moveTo>
                          <a:pt x="30529" y="9457"/>
                        </a:moveTo>
                        <a:cubicBezTo>
                          <a:pt x="23381" y="9382"/>
                          <a:pt x="18914" y="5138"/>
                          <a:pt x="17127" y="0"/>
                        </a:cubicBezTo>
                        <a:cubicBezTo>
                          <a:pt x="11393" y="16010"/>
                          <a:pt x="5659" y="32094"/>
                          <a:pt x="0" y="48177"/>
                        </a:cubicBezTo>
                        <a:cubicBezTo>
                          <a:pt x="10350" y="52496"/>
                          <a:pt x="20626" y="56964"/>
                          <a:pt x="30977" y="61357"/>
                        </a:cubicBezTo>
                        <a:cubicBezTo>
                          <a:pt x="36487" y="45050"/>
                          <a:pt x="41848" y="28668"/>
                          <a:pt x="47209" y="12287"/>
                        </a:cubicBezTo>
                        <a:cubicBezTo>
                          <a:pt x="41997" y="10499"/>
                          <a:pt x="36561" y="9531"/>
                          <a:pt x="30529" y="9457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40" name="AutoShape 40"/>
                  <p:cNvSpPr/>
                  <p:nvPr/>
                </p:nvSpPr>
                <p:spPr>
                  <a:xfrm>
                    <a:off x="11662821" y="2406927"/>
                    <a:ext cx="100821" cy="140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821" h="140361">
                        <a:moveTo>
                          <a:pt x="49071" y="140362"/>
                        </a:moveTo>
                        <a:cubicBezTo>
                          <a:pt x="63889" y="103950"/>
                          <a:pt x="81164" y="68506"/>
                          <a:pt x="100822" y="34476"/>
                        </a:cubicBezTo>
                        <a:cubicBezTo>
                          <a:pt x="81238" y="22860"/>
                          <a:pt x="61581" y="11318"/>
                          <a:pt x="41773" y="0"/>
                        </a:cubicBezTo>
                        <a:cubicBezTo>
                          <a:pt x="26136" y="36189"/>
                          <a:pt x="12658" y="73197"/>
                          <a:pt x="0" y="110502"/>
                        </a:cubicBezTo>
                        <a:cubicBezTo>
                          <a:pt x="17126" y="118991"/>
                          <a:pt x="32837" y="130161"/>
                          <a:pt x="49071" y="140362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41" name="AutoShape 41"/>
                  <p:cNvSpPr/>
                  <p:nvPr/>
                </p:nvSpPr>
                <p:spPr>
                  <a:xfrm>
                    <a:off x="11642269" y="2545948"/>
                    <a:ext cx="58900" cy="555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900" h="55548">
                        <a:moveTo>
                          <a:pt x="11020" y="0"/>
                        </a:moveTo>
                        <a:cubicBezTo>
                          <a:pt x="7297" y="11169"/>
                          <a:pt x="3649" y="22339"/>
                          <a:pt x="0" y="33583"/>
                        </a:cubicBezTo>
                        <a:cubicBezTo>
                          <a:pt x="16381" y="41327"/>
                          <a:pt x="32912" y="48475"/>
                          <a:pt x="49592" y="55549"/>
                        </a:cubicBezTo>
                        <a:cubicBezTo>
                          <a:pt x="52570" y="46614"/>
                          <a:pt x="55698" y="37827"/>
                          <a:pt x="58900" y="29040"/>
                        </a:cubicBezTo>
                        <a:cubicBezTo>
                          <a:pt x="43040" y="19286"/>
                          <a:pt x="27551" y="8712"/>
                          <a:pt x="11020" y="0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42" name="AutoShape 42"/>
                  <p:cNvSpPr/>
                  <p:nvPr/>
                </p:nvSpPr>
                <p:spPr>
                  <a:xfrm>
                    <a:off x="11616877" y="2607901"/>
                    <a:ext cx="66048" cy="712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048" h="71260">
                        <a:moveTo>
                          <a:pt x="16010" y="0"/>
                        </a:moveTo>
                        <a:cubicBezTo>
                          <a:pt x="10798" y="15935"/>
                          <a:pt x="5510" y="31870"/>
                          <a:pt x="0" y="47805"/>
                        </a:cubicBezTo>
                        <a:cubicBezTo>
                          <a:pt x="17722" y="55474"/>
                          <a:pt x="35370" y="63293"/>
                          <a:pt x="53017" y="71260"/>
                        </a:cubicBezTo>
                        <a:cubicBezTo>
                          <a:pt x="56815" y="54655"/>
                          <a:pt x="61283" y="38274"/>
                          <a:pt x="66048" y="21892"/>
                        </a:cubicBezTo>
                        <a:cubicBezTo>
                          <a:pt x="49294" y="14818"/>
                          <a:pt x="32540" y="7670"/>
                          <a:pt x="16010" y="0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sp>
            <p:nvSpPr>
              <p:cNvPr id="43" name="AutoShape 43"/>
              <p:cNvSpPr/>
              <p:nvPr/>
            </p:nvSpPr>
            <p:spPr>
              <a:xfrm>
                <a:off x="10784014" y="2659131"/>
                <a:ext cx="848203" cy="784835"/>
              </a:xfrm>
              <a:custGeom>
                <a:avLst/>
                <a:gdLst/>
                <a:ahLst/>
                <a:cxnLst/>
                <a:rect l="l" t="t" r="r" b="b"/>
                <a:pathLst>
                  <a:path w="848203" h="784835">
                    <a:moveTo>
                      <a:pt x="848203" y="182582"/>
                    </a:moveTo>
                    <a:cubicBezTo>
                      <a:pt x="796451" y="383333"/>
                      <a:pt x="744625" y="584084"/>
                      <a:pt x="692874" y="784835"/>
                    </a:cubicBezTo>
                    <a:cubicBezTo>
                      <a:pt x="463157" y="742466"/>
                      <a:pt x="232026" y="707767"/>
                      <a:pt x="0" y="680513"/>
                    </a:cubicBezTo>
                    <a:lnTo>
                      <a:pt x="209240" y="0"/>
                    </a:lnTo>
                    <a:cubicBezTo>
                      <a:pt x="413342" y="49965"/>
                      <a:pt x="648345" y="117651"/>
                      <a:pt x="848203" y="182582"/>
                    </a:cubicBezTo>
                    <a:close/>
                  </a:path>
                </a:pathLst>
              </a:custGeom>
              <a:solidFill>
                <a:srgbClr val="5FBBB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11310836" y="2854149"/>
                <a:ext cx="248034" cy="533375"/>
                <a:chOff x="11310836" y="2854149"/>
                <a:chExt cx="248034" cy="533375"/>
              </a:xfrm>
              <a:solidFill>
                <a:srgbClr val="E0DBD5">
                  <a:alpha val="100000"/>
                </a:srgbClr>
              </a:solidFill>
            </p:grpSpPr>
            <p:sp>
              <p:nvSpPr>
                <p:cNvPr id="45" name="AutoShape 45"/>
                <p:cNvSpPr/>
                <p:nvPr/>
              </p:nvSpPr>
              <p:spPr>
                <a:xfrm>
                  <a:off x="11423125" y="2854149"/>
                  <a:ext cx="135745" cy="70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45" h="70292">
                      <a:moveTo>
                        <a:pt x="126289" y="70293"/>
                      </a:moveTo>
                      <a:cubicBezTo>
                        <a:pt x="129416" y="58826"/>
                        <a:pt x="132618" y="47284"/>
                        <a:pt x="135745" y="35816"/>
                      </a:cubicBezTo>
                      <a:cubicBezTo>
                        <a:pt x="93600" y="22786"/>
                        <a:pt x="51305" y="10499"/>
                        <a:pt x="8414" y="0"/>
                      </a:cubicBezTo>
                      <a:cubicBezTo>
                        <a:pt x="5659" y="11765"/>
                        <a:pt x="2830" y="23679"/>
                        <a:pt x="0" y="35593"/>
                      </a:cubicBezTo>
                      <a:cubicBezTo>
                        <a:pt x="42667" y="45348"/>
                        <a:pt x="84441" y="57932"/>
                        <a:pt x="126289" y="70293"/>
                      </a:cubicBezTo>
                      <a:close/>
                    </a:path>
                  </a:pathLst>
                </a:custGeom>
                <a:solidFill>
                  <a:srgbClr val="E0DBD5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6" name="AutoShape 46"/>
                <p:cNvSpPr/>
                <p:nvPr/>
              </p:nvSpPr>
              <p:spPr>
                <a:xfrm>
                  <a:off x="11310836" y="2918708"/>
                  <a:ext cx="230610" cy="468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610" h="468816">
                      <a:moveTo>
                        <a:pt x="105514" y="0"/>
                      </a:moveTo>
                      <a:cubicBezTo>
                        <a:pt x="70665" y="147585"/>
                        <a:pt x="34104" y="299712"/>
                        <a:pt x="0" y="445137"/>
                      </a:cubicBezTo>
                      <a:cubicBezTo>
                        <a:pt x="38348" y="441191"/>
                        <a:pt x="77813" y="449605"/>
                        <a:pt x="111172" y="468816"/>
                      </a:cubicBezTo>
                      <a:lnTo>
                        <a:pt x="230610" y="34402"/>
                      </a:lnTo>
                      <a:cubicBezTo>
                        <a:pt x="189210" y="22190"/>
                        <a:pt x="147733" y="9680"/>
                        <a:pt x="105514" y="0"/>
                      </a:cubicBezTo>
                      <a:close/>
                    </a:path>
                  </a:pathLst>
                </a:custGeom>
                <a:solidFill>
                  <a:srgbClr val="E0DBD5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47" name="AutoShape 47"/>
              <p:cNvSpPr/>
              <p:nvPr/>
            </p:nvSpPr>
            <p:spPr>
              <a:xfrm>
                <a:off x="10349674" y="3453125"/>
                <a:ext cx="846340" cy="467624"/>
              </a:xfrm>
              <a:custGeom>
                <a:avLst/>
                <a:gdLst/>
                <a:ahLst/>
                <a:cxnLst/>
                <a:rect l="l" t="t" r="r" b="b"/>
                <a:pathLst>
                  <a:path w="846340" h="467624">
                    <a:moveTo>
                      <a:pt x="846341" y="99408"/>
                    </a:moveTo>
                    <a:lnTo>
                      <a:pt x="753635" y="467625"/>
                    </a:lnTo>
                    <a:cubicBezTo>
                      <a:pt x="503367" y="442903"/>
                      <a:pt x="251237" y="437170"/>
                      <a:pt x="0" y="450126"/>
                    </a:cubicBezTo>
                    <a:lnTo>
                      <a:pt x="78557" y="0"/>
                    </a:lnTo>
                    <a:cubicBezTo>
                      <a:pt x="335826" y="20924"/>
                      <a:pt x="592200" y="54060"/>
                      <a:pt x="846341" y="99408"/>
                    </a:cubicBezTo>
                    <a:close/>
                  </a:path>
                </a:pathLst>
              </a:custGeom>
              <a:solidFill>
                <a:srgbClr val="5FBBB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8" name="AutoShape 48"/>
              <p:cNvSpPr/>
              <p:nvPr/>
            </p:nvSpPr>
            <p:spPr>
              <a:xfrm>
                <a:off x="10543276" y="3560054"/>
                <a:ext cx="459135" cy="253693"/>
              </a:xfrm>
              <a:custGeom>
                <a:avLst/>
                <a:gdLst/>
                <a:ahLst/>
                <a:cxnLst/>
                <a:rect l="l" t="t" r="r" b="b"/>
                <a:pathLst>
                  <a:path w="459135" h="253693">
                    <a:moveTo>
                      <a:pt x="459135" y="53985"/>
                    </a:moveTo>
                    <a:lnTo>
                      <a:pt x="408799" y="253694"/>
                    </a:lnTo>
                    <a:cubicBezTo>
                      <a:pt x="273054" y="240291"/>
                      <a:pt x="136266" y="237163"/>
                      <a:pt x="0" y="244237"/>
                    </a:cubicBezTo>
                    <a:lnTo>
                      <a:pt x="42592" y="0"/>
                    </a:lnTo>
                    <a:cubicBezTo>
                      <a:pt x="182210" y="11393"/>
                      <a:pt x="321231" y="29338"/>
                      <a:pt x="459135" y="53985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9030421" y="2423234"/>
                <a:ext cx="931153" cy="853862"/>
                <a:chOff x="9030421" y="2423234"/>
                <a:chExt cx="931153" cy="853862"/>
              </a:xfrm>
            </p:grpSpPr>
            <p:sp>
              <p:nvSpPr>
                <p:cNvPr id="50" name="AutoShape 50"/>
                <p:cNvSpPr/>
                <p:nvPr/>
              </p:nvSpPr>
              <p:spPr>
                <a:xfrm>
                  <a:off x="9030421" y="2423234"/>
                  <a:ext cx="931153" cy="853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1153" h="853862">
                      <a:moveTo>
                        <a:pt x="931154" y="55549"/>
                      </a:moveTo>
                      <a:lnTo>
                        <a:pt x="754156" y="846118"/>
                      </a:lnTo>
                      <a:cubicBezTo>
                        <a:pt x="502771" y="839938"/>
                        <a:pt x="251237" y="842618"/>
                        <a:pt x="0" y="853862"/>
                      </a:cubicBezTo>
                      <a:lnTo>
                        <a:pt x="132915" y="0"/>
                      </a:lnTo>
                      <a:cubicBezTo>
                        <a:pt x="399640" y="6255"/>
                        <a:pt x="666142" y="24796"/>
                        <a:pt x="931154" y="55549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51" name="AutoShape 51"/>
                <p:cNvSpPr/>
                <p:nvPr/>
              </p:nvSpPr>
              <p:spPr>
                <a:xfrm>
                  <a:off x="9606984" y="2456668"/>
                  <a:ext cx="354590" cy="726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590" h="726605">
                      <a:moveTo>
                        <a:pt x="354591" y="22115"/>
                      </a:moveTo>
                      <a:cubicBezTo>
                        <a:pt x="296286" y="15339"/>
                        <a:pt x="237908" y="9308"/>
                        <a:pt x="142298" y="0"/>
                      </a:cubicBezTo>
                      <a:lnTo>
                        <a:pt x="0" y="711564"/>
                      </a:lnTo>
                      <a:lnTo>
                        <a:pt x="196879" y="726605"/>
                      </a:lnTo>
                      <a:lnTo>
                        <a:pt x="354591" y="22115"/>
                      </a:ln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52" name="Group 52"/>
                <p:cNvGrpSpPr/>
                <p:nvPr/>
              </p:nvGrpSpPr>
              <p:grpSpPr>
                <a:xfrm>
                  <a:off x="9198555" y="2572905"/>
                  <a:ext cx="333147" cy="541415"/>
                  <a:chOff x="9198555" y="2572905"/>
                  <a:chExt cx="333147" cy="541415"/>
                </a:xfrm>
                <a:solidFill>
                  <a:srgbClr val="E0DBD5">
                    <a:alpha val="100000"/>
                  </a:srgbClr>
                </a:solidFill>
              </p:grpSpPr>
              <p:sp>
                <p:nvSpPr>
                  <p:cNvPr id="53" name="AutoShape 53"/>
                  <p:cNvSpPr/>
                  <p:nvPr/>
                </p:nvSpPr>
                <p:spPr>
                  <a:xfrm>
                    <a:off x="9434879" y="2833523"/>
                    <a:ext cx="49762" cy="1374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762" h="137457">
                        <a:moveTo>
                          <a:pt x="49763" y="0"/>
                        </a:moveTo>
                        <a:cubicBezTo>
                          <a:pt x="-7946" y="12286"/>
                          <a:pt x="-14126" y="104024"/>
                          <a:pt x="24297" y="137458"/>
                        </a:cubicBezTo>
                        <a:cubicBezTo>
                          <a:pt x="26307" y="126586"/>
                          <a:pt x="28392" y="115640"/>
                          <a:pt x="30402" y="104769"/>
                        </a:cubicBezTo>
                        <a:cubicBezTo>
                          <a:pt x="36881" y="69846"/>
                          <a:pt x="43359" y="34923"/>
                          <a:pt x="49763" y="0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54" name="AutoShape 54"/>
                  <p:cNvSpPr/>
                  <p:nvPr/>
                </p:nvSpPr>
                <p:spPr>
                  <a:xfrm>
                    <a:off x="9198555" y="2572905"/>
                    <a:ext cx="333147" cy="5414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147" h="541415">
                        <a:moveTo>
                          <a:pt x="293235" y="221971"/>
                        </a:moveTo>
                        <a:cubicBezTo>
                          <a:pt x="298522" y="193452"/>
                          <a:pt x="303735" y="165008"/>
                          <a:pt x="309022" y="136488"/>
                        </a:cubicBezTo>
                        <a:cubicBezTo>
                          <a:pt x="316095" y="98215"/>
                          <a:pt x="324137" y="60015"/>
                          <a:pt x="330318" y="21593"/>
                        </a:cubicBezTo>
                        <a:cubicBezTo>
                          <a:pt x="331286" y="15412"/>
                          <a:pt x="332254" y="9158"/>
                          <a:pt x="333147" y="2977"/>
                        </a:cubicBezTo>
                        <a:cubicBezTo>
                          <a:pt x="283332" y="-5809"/>
                          <a:pt x="230389" y="5583"/>
                          <a:pt x="184297" y="27550"/>
                        </a:cubicBezTo>
                        <a:cubicBezTo>
                          <a:pt x="111249" y="62398"/>
                          <a:pt x="50711" y="124128"/>
                          <a:pt x="20777" y="199261"/>
                        </a:cubicBezTo>
                        <a:cubicBezTo>
                          <a:pt x="-9157" y="274393"/>
                          <a:pt x="-7147" y="362482"/>
                          <a:pt x="29414" y="434636"/>
                        </a:cubicBezTo>
                        <a:cubicBezTo>
                          <a:pt x="43712" y="462783"/>
                          <a:pt x="63369" y="488845"/>
                          <a:pt x="89431" y="506716"/>
                        </a:cubicBezTo>
                        <a:cubicBezTo>
                          <a:pt x="130832" y="535161"/>
                          <a:pt x="182882" y="540076"/>
                          <a:pt x="233665" y="541416"/>
                        </a:cubicBezTo>
                        <a:cubicBezTo>
                          <a:pt x="240069" y="507237"/>
                          <a:pt x="246547" y="473059"/>
                          <a:pt x="252951" y="438881"/>
                        </a:cubicBezTo>
                        <a:cubicBezTo>
                          <a:pt x="174319" y="396958"/>
                          <a:pt x="181318" y="225769"/>
                          <a:pt x="293235" y="221971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55" name="Group 55"/>
              <p:cNvGrpSpPr/>
              <p:nvPr/>
            </p:nvGrpSpPr>
            <p:grpSpPr>
              <a:xfrm>
                <a:off x="10322420" y="1827310"/>
                <a:ext cx="675077" cy="608507"/>
                <a:chOff x="10322420" y="1827310"/>
                <a:chExt cx="675077" cy="608507"/>
              </a:xfrm>
            </p:grpSpPr>
            <p:sp>
              <p:nvSpPr>
                <p:cNvPr id="56" name="AutoShape 56"/>
                <p:cNvSpPr/>
                <p:nvPr/>
              </p:nvSpPr>
              <p:spPr>
                <a:xfrm>
                  <a:off x="10322420" y="1827310"/>
                  <a:ext cx="675077" cy="608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077" h="608507">
                      <a:moveTo>
                        <a:pt x="675078" y="189954"/>
                      </a:moveTo>
                      <a:lnTo>
                        <a:pt x="527194" y="608508"/>
                      </a:lnTo>
                      <a:cubicBezTo>
                        <a:pt x="353473" y="561448"/>
                        <a:pt x="177444" y="522801"/>
                        <a:pt x="0" y="492421"/>
                      </a:cubicBezTo>
                      <a:lnTo>
                        <a:pt x="127926" y="0"/>
                      </a:lnTo>
                      <a:cubicBezTo>
                        <a:pt x="313189" y="54581"/>
                        <a:pt x="495920" y="117874"/>
                        <a:pt x="675078" y="189954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57" name="Group 57"/>
                <p:cNvGrpSpPr/>
                <p:nvPr/>
              </p:nvGrpSpPr>
              <p:grpSpPr>
                <a:xfrm>
                  <a:off x="10357566" y="1858882"/>
                  <a:ext cx="604859" cy="545289"/>
                  <a:chOff x="10357566" y="1858882"/>
                  <a:chExt cx="604859" cy="545289"/>
                </a:xfrm>
                <a:solidFill>
                  <a:srgbClr val="E0DBD5">
                    <a:alpha val="100000"/>
                  </a:srgbClr>
                </a:solidFill>
              </p:grpSpPr>
              <p:grpSp>
                <p:nvGrpSpPr>
                  <p:cNvPr id="58" name="Group 58"/>
                  <p:cNvGrpSpPr/>
                  <p:nvPr/>
                </p:nvGrpSpPr>
                <p:grpSpPr>
                  <a:xfrm>
                    <a:off x="10357566" y="1858882"/>
                    <a:ext cx="604859" cy="545289"/>
                    <a:chOff x="10357566" y="1858882"/>
                    <a:chExt cx="604859" cy="545289"/>
                  </a:xfrm>
                  <a:solidFill>
                    <a:srgbClr val="E0DBD5">
                      <a:alpha val="100000"/>
                    </a:srgbClr>
                  </a:solidFill>
                </p:grpSpPr>
                <p:sp>
                  <p:nvSpPr>
                    <p:cNvPr id="59" name="AutoShape 59"/>
                    <p:cNvSpPr/>
                    <p:nvPr/>
                  </p:nvSpPr>
                  <p:spPr>
                    <a:xfrm>
                      <a:off x="10411328" y="2077058"/>
                      <a:ext cx="91067" cy="364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1067" h="36486">
                          <a:moveTo>
                            <a:pt x="91068" y="21073"/>
                          </a:moveTo>
                          <a:cubicBezTo>
                            <a:pt x="61953" y="14744"/>
                            <a:pt x="32243" y="9159"/>
                            <a:pt x="4170" y="0"/>
                          </a:cubicBezTo>
                          <a:lnTo>
                            <a:pt x="0" y="16158"/>
                          </a:lnTo>
                          <a:cubicBezTo>
                            <a:pt x="28520" y="21817"/>
                            <a:pt x="56815" y="28817"/>
                            <a:pt x="84962" y="36487"/>
                          </a:cubicBezTo>
                          <a:cubicBezTo>
                            <a:pt x="86377" y="31274"/>
                            <a:pt x="88462" y="25987"/>
                            <a:pt x="91068" y="21073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0" name="AutoShape 60"/>
                    <p:cNvSpPr/>
                    <p:nvPr/>
                  </p:nvSpPr>
                  <p:spPr>
                    <a:xfrm>
                      <a:off x="10835020" y="2192921"/>
                      <a:ext cx="63591" cy="3559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3591" h="35593">
                          <a:moveTo>
                            <a:pt x="6925" y="0"/>
                          </a:moveTo>
                          <a:cubicBezTo>
                            <a:pt x="5808" y="5734"/>
                            <a:pt x="3723" y="10871"/>
                            <a:pt x="1415" y="16456"/>
                          </a:cubicBezTo>
                          <a:cubicBezTo>
                            <a:pt x="968" y="17573"/>
                            <a:pt x="522" y="18690"/>
                            <a:pt x="0" y="19733"/>
                          </a:cubicBezTo>
                          <a:cubicBezTo>
                            <a:pt x="18988" y="25019"/>
                            <a:pt x="37976" y="30306"/>
                            <a:pt x="56964" y="35593"/>
                          </a:cubicBezTo>
                          <a:lnTo>
                            <a:pt x="63591" y="16829"/>
                          </a:lnTo>
                          <a:cubicBezTo>
                            <a:pt x="44678" y="11169"/>
                            <a:pt x="25838" y="5585"/>
                            <a:pt x="6925" y="0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1" name="AutoShape 61"/>
                    <p:cNvSpPr/>
                    <p:nvPr/>
                  </p:nvSpPr>
                  <p:spPr>
                    <a:xfrm>
                      <a:off x="10814394" y="2253832"/>
                      <a:ext cx="65154" cy="960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154" h="96056">
                          <a:moveTo>
                            <a:pt x="29562" y="0"/>
                          </a:moveTo>
                          <a:cubicBezTo>
                            <a:pt x="20255" y="29040"/>
                            <a:pt x="9755" y="57783"/>
                            <a:pt x="0" y="86675"/>
                          </a:cubicBezTo>
                          <a:cubicBezTo>
                            <a:pt x="11542" y="89951"/>
                            <a:pt x="23083" y="93078"/>
                            <a:pt x="34700" y="96057"/>
                          </a:cubicBezTo>
                          <a:lnTo>
                            <a:pt x="65155" y="9904"/>
                          </a:lnTo>
                          <a:cubicBezTo>
                            <a:pt x="53241" y="6627"/>
                            <a:pt x="41402" y="3276"/>
                            <a:pt x="29562" y="0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2" name="AutoShape 62"/>
                    <p:cNvSpPr/>
                    <p:nvPr/>
                  </p:nvSpPr>
                  <p:spPr>
                    <a:xfrm>
                      <a:off x="10357566" y="2258299"/>
                      <a:ext cx="479166" cy="14587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79166" h="145872">
                          <a:moveTo>
                            <a:pt x="280947" y="68506"/>
                          </a:moveTo>
                          <a:cubicBezTo>
                            <a:pt x="191220" y="44603"/>
                            <a:pt x="100674" y="23902"/>
                            <a:pt x="10871" y="0"/>
                          </a:cubicBezTo>
                          <a:lnTo>
                            <a:pt x="0" y="41848"/>
                          </a:lnTo>
                          <a:cubicBezTo>
                            <a:pt x="158977" y="69027"/>
                            <a:pt x="316689" y="103652"/>
                            <a:pt x="472391" y="145872"/>
                          </a:cubicBezTo>
                          <a:lnTo>
                            <a:pt x="479166" y="126586"/>
                          </a:lnTo>
                          <a:cubicBezTo>
                            <a:pt x="412597" y="109385"/>
                            <a:pt x="347592" y="86228"/>
                            <a:pt x="280947" y="68506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3" name="AutoShape 63"/>
                    <p:cNvSpPr/>
                    <p:nvPr/>
                  </p:nvSpPr>
                  <p:spPr>
                    <a:xfrm>
                      <a:off x="10462484" y="1858882"/>
                      <a:ext cx="499941" cy="1964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99940" h="196432">
                          <a:moveTo>
                            <a:pt x="3351" y="37604"/>
                          </a:moveTo>
                          <a:cubicBezTo>
                            <a:pt x="57634" y="46986"/>
                            <a:pt x="108269" y="70367"/>
                            <a:pt x="160616" y="86674"/>
                          </a:cubicBezTo>
                          <a:cubicBezTo>
                            <a:pt x="216240" y="103950"/>
                            <a:pt x="272980" y="118619"/>
                            <a:pt x="327412" y="139468"/>
                          </a:cubicBezTo>
                          <a:cubicBezTo>
                            <a:pt x="379462" y="159424"/>
                            <a:pt x="433596" y="174242"/>
                            <a:pt x="485496" y="194347"/>
                          </a:cubicBezTo>
                          <a:cubicBezTo>
                            <a:pt x="487209" y="195017"/>
                            <a:pt x="488996" y="195762"/>
                            <a:pt x="490708" y="196432"/>
                          </a:cubicBezTo>
                          <a:lnTo>
                            <a:pt x="499942" y="170221"/>
                          </a:lnTo>
                          <a:cubicBezTo>
                            <a:pt x="339401" y="105662"/>
                            <a:pt x="175658" y="48922"/>
                            <a:pt x="9680" y="0"/>
                          </a:cubicBezTo>
                          <a:lnTo>
                            <a:pt x="0" y="37306"/>
                          </a:lnTo>
                          <a:cubicBezTo>
                            <a:pt x="1043" y="37380"/>
                            <a:pt x="2160" y="37455"/>
                            <a:pt x="3351" y="37604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64" name="Group 64"/>
                  <p:cNvGrpSpPr/>
                  <p:nvPr/>
                </p:nvGrpSpPr>
                <p:grpSpPr>
                  <a:xfrm>
                    <a:off x="10519756" y="1996510"/>
                    <a:ext cx="320773" cy="318513"/>
                    <a:chOff x="10519756" y="1996510"/>
                    <a:chExt cx="320773" cy="318513"/>
                  </a:xfrm>
                  <a:solidFill>
                    <a:srgbClr val="E0DBD5">
                      <a:alpha val="100000"/>
                    </a:srgbClr>
                  </a:solidFill>
                </p:grpSpPr>
                <p:sp>
                  <p:nvSpPr>
                    <p:cNvPr id="65" name="AutoShape 65"/>
                    <p:cNvSpPr/>
                    <p:nvPr/>
                  </p:nvSpPr>
                  <p:spPr>
                    <a:xfrm>
                      <a:off x="10582182" y="2058591"/>
                      <a:ext cx="195869" cy="1944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5869" h="194496">
                          <a:moveTo>
                            <a:pt x="155665" y="16307"/>
                          </a:moveTo>
                          <a:cubicBezTo>
                            <a:pt x="140325" y="5808"/>
                            <a:pt x="120965" y="0"/>
                            <a:pt x="101158" y="0"/>
                          </a:cubicBezTo>
                          <a:cubicBezTo>
                            <a:pt x="83064" y="0"/>
                            <a:pt x="65639" y="4617"/>
                            <a:pt x="50747" y="13478"/>
                          </a:cubicBezTo>
                          <a:cubicBezTo>
                            <a:pt x="19398" y="32019"/>
                            <a:pt x="-1004" y="69474"/>
                            <a:pt x="38" y="106705"/>
                          </a:cubicBezTo>
                          <a:cubicBezTo>
                            <a:pt x="857" y="137383"/>
                            <a:pt x="15824" y="165903"/>
                            <a:pt x="38907" y="181167"/>
                          </a:cubicBezTo>
                          <a:cubicBezTo>
                            <a:pt x="52087" y="189879"/>
                            <a:pt x="68320" y="194496"/>
                            <a:pt x="85819" y="194496"/>
                          </a:cubicBezTo>
                          <a:cubicBezTo>
                            <a:pt x="106594" y="194496"/>
                            <a:pt x="127964" y="188167"/>
                            <a:pt x="145985" y="176625"/>
                          </a:cubicBezTo>
                          <a:cubicBezTo>
                            <a:pt x="170334" y="161063"/>
                            <a:pt x="187683" y="137830"/>
                            <a:pt x="193641" y="112960"/>
                          </a:cubicBezTo>
                          <a:cubicBezTo>
                            <a:pt x="202055" y="77665"/>
                            <a:pt x="186045" y="37082"/>
                            <a:pt x="155665" y="16307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6" name="AutoShape 66"/>
                    <p:cNvSpPr/>
                    <p:nvPr/>
                  </p:nvSpPr>
                  <p:spPr>
                    <a:xfrm>
                      <a:off x="10519756" y="1996510"/>
                      <a:ext cx="320773" cy="31851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0773" h="318513">
                          <a:moveTo>
                            <a:pt x="254652" y="26786"/>
                          </a:moveTo>
                          <a:cubicBezTo>
                            <a:pt x="204762" y="-7392"/>
                            <a:pt x="134916" y="-8733"/>
                            <a:pt x="82792" y="22020"/>
                          </a:cubicBezTo>
                          <a:cubicBezTo>
                            <a:pt x="30743" y="52773"/>
                            <a:pt x="-1648" y="113535"/>
                            <a:pt x="65" y="173998"/>
                          </a:cubicBezTo>
                          <a:cubicBezTo>
                            <a:pt x="1405" y="221878"/>
                            <a:pt x="24340" y="270055"/>
                            <a:pt x="64326" y="296415"/>
                          </a:cubicBezTo>
                          <a:cubicBezTo>
                            <a:pt x="115928" y="330444"/>
                            <a:pt x="187561" y="322849"/>
                            <a:pt x="239610" y="289490"/>
                          </a:cubicBezTo>
                          <a:cubicBezTo>
                            <a:pt x="276841" y="265662"/>
                            <a:pt x="306776" y="228728"/>
                            <a:pt x="317051" y="185689"/>
                          </a:cubicBezTo>
                          <a:cubicBezTo>
                            <a:pt x="331050" y="126864"/>
                            <a:pt x="304542" y="60964"/>
                            <a:pt x="254652" y="26786"/>
                          </a:cubicBezTo>
                          <a:close/>
                          <a:moveTo>
                            <a:pt x="270587" y="178391"/>
                          </a:moveTo>
                          <a:cubicBezTo>
                            <a:pt x="263810" y="206985"/>
                            <a:pt x="244079" y="233494"/>
                            <a:pt x="216452" y="251142"/>
                          </a:cubicBezTo>
                          <a:cubicBezTo>
                            <a:pt x="196050" y="264172"/>
                            <a:pt x="171849" y="271395"/>
                            <a:pt x="148245" y="271395"/>
                          </a:cubicBezTo>
                          <a:cubicBezTo>
                            <a:pt x="127842" y="271395"/>
                            <a:pt x="108780" y="265960"/>
                            <a:pt x="93143" y="255609"/>
                          </a:cubicBezTo>
                          <a:cubicBezTo>
                            <a:pt x="66038" y="237738"/>
                            <a:pt x="48540" y="204602"/>
                            <a:pt x="47572" y="169158"/>
                          </a:cubicBezTo>
                          <a:cubicBezTo>
                            <a:pt x="46380" y="126044"/>
                            <a:pt x="69166" y="84271"/>
                            <a:pt x="105578" y="62677"/>
                          </a:cubicBezTo>
                          <a:cubicBezTo>
                            <a:pt x="122779" y="52550"/>
                            <a:pt x="142809" y="47189"/>
                            <a:pt x="163584" y="47189"/>
                          </a:cubicBezTo>
                          <a:cubicBezTo>
                            <a:pt x="186370" y="47189"/>
                            <a:pt x="208709" y="53890"/>
                            <a:pt x="226505" y="66102"/>
                          </a:cubicBezTo>
                          <a:cubicBezTo>
                            <a:pt x="262396" y="90600"/>
                            <a:pt x="280490" y="136767"/>
                            <a:pt x="270587" y="178391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</p:grpSp>
          <p:grpSp>
            <p:nvGrpSpPr>
              <p:cNvPr id="67" name="Group 67"/>
              <p:cNvGrpSpPr/>
              <p:nvPr/>
            </p:nvGrpSpPr>
            <p:grpSpPr>
              <a:xfrm>
                <a:off x="8350876" y="3442030"/>
                <a:ext cx="916335" cy="939345"/>
                <a:chOff x="8350876" y="3442030"/>
                <a:chExt cx="916335" cy="939345"/>
              </a:xfrm>
            </p:grpSpPr>
            <p:sp>
              <p:nvSpPr>
                <p:cNvPr id="68" name="AutoShape 68"/>
                <p:cNvSpPr/>
                <p:nvPr/>
              </p:nvSpPr>
              <p:spPr>
                <a:xfrm>
                  <a:off x="8350876" y="3442030"/>
                  <a:ext cx="916335" cy="939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6335" h="939345">
                      <a:moveTo>
                        <a:pt x="0" y="109311"/>
                      </a:moveTo>
                      <a:cubicBezTo>
                        <a:pt x="302988" y="55177"/>
                        <a:pt x="609104" y="18914"/>
                        <a:pt x="916336" y="0"/>
                      </a:cubicBezTo>
                      <a:lnTo>
                        <a:pt x="916336" y="636133"/>
                      </a:lnTo>
                      <a:cubicBezTo>
                        <a:pt x="636729" y="713053"/>
                        <a:pt x="363824" y="814099"/>
                        <a:pt x="102088" y="939345"/>
                      </a:cubicBezTo>
                      <a:cubicBezTo>
                        <a:pt x="81462" y="661227"/>
                        <a:pt x="47433" y="384078"/>
                        <a:pt x="0" y="109311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69" name="Group 69"/>
                <p:cNvGrpSpPr/>
                <p:nvPr/>
              </p:nvGrpSpPr>
              <p:grpSpPr>
                <a:xfrm>
                  <a:off x="8467261" y="3566308"/>
                  <a:ext cx="292116" cy="692873"/>
                  <a:chOff x="8467261" y="3566308"/>
                  <a:chExt cx="292116" cy="692873"/>
                </a:xfrm>
                <a:solidFill>
                  <a:srgbClr val="E0DBD5">
                    <a:alpha val="100000"/>
                  </a:srgbClr>
                </a:solidFill>
              </p:grpSpPr>
              <p:sp>
                <p:nvSpPr>
                  <p:cNvPr id="70" name="AutoShape 70"/>
                  <p:cNvSpPr/>
                  <p:nvPr/>
                </p:nvSpPr>
                <p:spPr>
                  <a:xfrm>
                    <a:off x="8467261" y="3566308"/>
                    <a:ext cx="252428" cy="1105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2428" h="110575">
                        <a:moveTo>
                          <a:pt x="252428" y="48177"/>
                        </a:moveTo>
                        <a:cubicBezTo>
                          <a:pt x="250790" y="32093"/>
                          <a:pt x="249152" y="16084"/>
                          <a:pt x="247364" y="0"/>
                        </a:cubicBezTo>
                        <a:cubicBezTo>
                          <a:pt x="167243" y="28892"/>
                          <a:pt x="84292" y="49666"/>
                          <a:pt x="0" y="61878"/>
                        </a:cubicBezTo>
                        <a:cubicBezTo>
                          <a:pt x="1862" y="78111"/>
                          <a:pt x="3798" y="94344"/>
                          <a:pt x="5659" y="110577"/>
                        </a:cubicBezTo>
                        <a:cubicBezTo>
                          <a:pt x="86525" y="84887"/>
                          <a:pt x="169253" y="65676"/>
                          <a:pt x="252428" y="48177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71" name="AutoShape 71"/>
                  <p:cNvSpPr/>
                  <p:nvPr/>
                </p:nvSpPr>
                <p:spPr>
                  <a:xfrm>
                    <a:off x="8478206" y="3659089"/>
                    <a:ext cx="248779" cy="9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779" h="97173">
                        <a:moveTo>
                          <a:pt x="248780" y="28743"/>
                        </a:moveTo>
                        <a:cubicBezTo>
                          <a:pt x="247886" y="19137"/>
                          <a:pt x="246993" y="9606"/>
                          <a:pt x="246025" y="0"/>
                        </a:cubicBezTo>
                        <a:cubicBezTo>
                          <a:pt x="163073" y="17573"/>
                          <a:pt x="80494" y="36933"/>
                          <a:pt x="0" y="62995"/>
                        </a:cubicBezTo>
                        <a:cubicBezTo>
                          <a:pt x="1341" y="74388"/>
                          <a:pt x="2681" y="85781"/>
                          <a:pt x="3947" y="97174"/>
                        </a:cubicBezTo>
                        <a:cubicBezTo>
                          <a:pt x="83994" y="68952"/>
                          <a:pt x="166200" y="48326"/>
                          <a:pt x="248780" y="28743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72" name="AutoShape 72"/>
                  <p:cNvSpPr/>
                  <p:nvPr/>
                </p:nvSpPr>
                <p:spPr>
                  <a:xfrm>
                    <a:off x="8496748" y="3806599"/>
                    <a:ext cx="251236" cy="2133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236" h="213335">
                        <a:moveTo>
                          <a:pt x="36561" y="207602"/>
                        </a:moveTo>
                        <a:cubicBezTo>
                          <a:pt x="97695" y="191369"/>
                          <a:pt x="158605" y="175732"/>
                          <a:pt x="219515" y="158680"/>
                        </a:cubicBezTo>
                        <a:cubicBezTo>
                          <a:pt x="230089" y="155701"/>
                          <a:pt x="240663" y="152872"/>
                          <a:pt x="251237" y="149967"/>
                        </a:cubicBezTo>
                        <a:cubicBezTo>
                          <a:pt x="248035" y="99929"/>
                          <a:pt x="244535" y="49964"/>
                          <a:pt x="240514" y="0"/>
                        </a:cubicBezTo>
                        <a:cubicBezTo>
                          <a:pt x="160318" y="24945"/>
                          <a:pt x="80494" y="51007"/>
                          <a:pt x="0" y="74835"/>
                        </a:cubicBezTo>
                        <a:cubicBezTo>
                          <a:pt x="5361" y="121002"/>
                          <a:pt x="10723" y="167168"/>
                          <a:pt x="16084" y="213335"/>
                        </a:cubicBezTo>
                        <a:cubicBezTo>
                          <a:pt x="22860" y="211325"/>
                          <a:pt x="29710" y="209389"/>
                          <a:pt x="36561" y="207602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73" name="AutoShape 73"/>
                  <p:cNvSpPr/>
                  <p:nvPr/>
                </p:nvSpPr>
                <p:spPr>
                  <a:xfrm>
                    <a:off x="8518044" y="4001989"/>
                    <a:ext cx="241332" cy="257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332" h="257192">
                        <a:moveTo>
                          <a:pt x="64708" y="45869"/>
                        </a:moveTo>
                        <a:cubicBezTo>
                          <a:pt x="44156" y="50784"/>
                          <a:pt x="21371" y="55177"/>
                          <a:pt x="0" y="62251"/>
                        </a:cubicBezTo>
                        <a:cubicBezTo>
                          <a:pt x="7595" y="127256"/>
                          <a:pt x="15116" y="192188"/>
                          <a:pt x="22711" y="257193"/>
                        </a:cubicBezTo>
                        <a:cubicBezTo>
                          <a:pt x="92780" y="224132"/>
                          <a:pt x="166126" y="197922"/>
                          <a:pt x="241333" y="179157"/>
                        </a:cubicBezTo>
                        <a:cubicBezTo>
                          <a:pt x="239174" y="119438"/>
                          <a:pt x="236344" y="59719"/>
                          <a:pt x="232844" y="0"/>
                        </a:cubicBezTo>
                        <a:cubicBezTo>
                          <a:pt x="176774" y="15562"/>
                          <a:pt x="121299" y="32391"/>
                          <a:pt x="64708" y="45869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sp>
              <p:nvSpPr>
                <p:cNvPr id="74" name="AutoShape 74"/>
                <p:cNvSpPr/>
                <p:nvPr/>
              </p:nvSpPr>
              <p:spPr>
                <a:xfrm>
                  <a:off x="8822968" y="3528333"/>
                  <a:ext cx="388098" cy="6163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098" h="616326">
                      <a:moveTo>
                        <a:pt x="377153" y="0"/>
                      </a:moveTo>
                      <a:cubicBezTo>
                        <a:pt x="250492" y="3053"/>
                        <a:pt x="124129" y="17350"/>
                        <a:pt x="0" y="42741"/>
                      </a:cubicBezTo>
                      <a:cubicBezTo>
                        <a:pt x="1191" y="233961"/>
                        <a:pt x="2382" y="425107"/>
                        <a:pt x="3649" y="616326"/>
                      </a:cubicBezTo>
                      <a:cubicBezTo>
                        <a:pt x="128224" y="572394"/>
                        <a:pt x="257268" y="541194"/>
                        <a:pt x="388099" y="523472"/>
                      </a:cubicBezTo>
                      <a:cubicBezTo>
                        <a:pt x="379982" y="349155"/>
                        <a:pt x="376334" y="174615"/>
                        <a:pt x="377153" y="0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75" name="Group 75"/>
                <p:cNvGrpSpPr/>
                <p:nvPr/>
              </p:nvGrpSpPr>
              <p:grpSpPr>
                <a:xfrm>
                  <a:off x="8853051" y="3580382"/>
                  <a:ext cx="322422" cy="504781"/>
                  <a:chOff x="8853051" y="3580382"/>
                  <a:chExt cx="322422" cy="504781"/>
                </a:xfrm>
                <a:solidFill>
                  <a:srgbClr val="5FBBBF">
                    <a:alpha val="100000"/>
                  </a:srgbClr>
                </a:solidFill>
              </p:grpSpPr>
              <p:sp>
                <p:nvSpPr>
                  <p:cNvPr id="76" name="AutoShape 76"/>
                  <p:cNvSpPr/>
                  <p:nvPr/>
                </p:nvSpPr>
                <p:spPr>
                  <a:xfrm>
                    <a:off x="8853051" y="3580382"/>
                    <a:ext cx="322422" cy="3369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2422" h="336943">
                        <a:moveTo>
                          <a:pt x="1936" y="336943"/>
                        </a:moveTo>
                        <a:lnTo>
                          <a:pt x="0" y="35966"/>
                        </a:lnTo>
                        <a:lnTo>
                          <a:pt x="5957" y="34774"/>
                        </a:lnTo>
                        <a:cubicBezTo>
                          <a:pt x="106332" y="14222"/>
                          <a:pt x="209091" y="2606"/>
                          <a:pt x="311477" y="149"/>
                        </a:cubicBezTo>
                        <a:lnTo>
                          <a:pt x="319146" y="0"/>
                        </a:lnTo>
                        <a:lnTo>
                          <a:pt x="319146" y="7670"/>
                        </a:lnTo>
                        <a:cubicBezTo>
                          <a:pt x="318774" y="90472"/>
                          <a:pt x="319817" y="178040"/>
                          <a:pt x="322274" y="267916"/>
                        </a:cubicBezTo>
                        <a:lnTo>
                          <a:pt x="322423" y="274544"/>
                        </a:lnTo>
                        <a:lnTo>
                          <a:pt x="315870" y="275512"/>
                        </a:lnTo>
                        <a:cubicBezTo>
                          <a:pt x="212218" y="290553"/>
                          <a:pt x="110875" y="306339"/>
                          <a:pt x="11318" y="334411"/>
                        </a:cubicBezTo>
                        <a:lnTo>
                          <a:pt x="1936" y="336943"/>
                        </a:lnTo>
                        <a:close/>
                        <a:moveTo>
                          <a:pt x="14967" y="48103"/>
                        </a:moveTo>
                        <a:lnTo>
                          <a:pt x="16680" y="317285"/>
                        </a:lnTo>
                        <a:cubicBezTo>
                          <a:pt x="111991" y="291223"/>
                          <a:pt x="208570" y="275884"/>
                          <a:pt x="307233" y="261587"/>
                        </a:cubicBezTo>
                        <a:cubicBezTo>
                          <a:pt x="304999" y="176625"/>
                          <a:pt x="303956" y="93823"/>
                          <a:pt x="304254" y="15116"/>
                        </a:cubicBezTo>
                        <a:cubicBezTo>
                          <a:pt x="207304" y="17946"/>
                          <a:pt x="110055" y="29041"/>
                          <a:pt x="14967" y="48103"/>
                        </a:cubicBezTo>
                        <a:close/>
                      </a:path>
                    </a:pathLst>
                  </a:custGeom>
                  <a:solidFill>
                    <a:srgbClr val="5FBBBF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77" name="AutoShape 77"/>
                  <p:cNvSpPr/>
                  <p:nvPr/>
                </p:nvSpPr>
                <p:spPr>
                  <a:xfrm>
                    <a:off x="8862731" y="3915091"/>
                    <a:ext cx="312050" cy="1700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2050" h="170072">
                        <a:moveTo>
                          <a:pt x="127852" y="33210"/>
                        </a:moveTo>
                        <a:cubicBezTo>
                          <a:pt x="85036" y="42220"/>
                          <a:pt x="42369" y="52049"/>
                          <a:pt x="0" y="63219"/>
                        </a:cubicBezTo>
                        <a:cubicBezTo>
                          <a:pt x="224" y="98811"/>
                          <a:pt x="447" y="134479"/>
                          <a:pt x="670" y="170072"/>
                        </a:cubicBezTo>
                        <a:cubicBezTo>
                          <a:pt x="101120" y="134628"/>
                          <a:pt x="205219" y="109460"/>
                          <a:pt x="310807" y="95163"/>
                        </a:cubicBezTo>
                        <a:cubicBezTo>
                          <a:pt x="310583" y="63516"/>
                          <a:pt x="315572" y="31870"/>
                          <a:pt x="307009" y="0"/>
                        </a:cubicBezTo>
                        <a:cubicBezTo>
                          <a:pt x="247513" y="12510"/>
                          <a:pt x="187869" y="24498"/>
                          <a:pt x="127852" y="33210"/>
                        </a:cubicBezTo>
                        <a:close/>
                      </a:path>
                    </a:pathLst>
                  </a:custGeom>
                  <a:solidFill>
                    <a:srgbClr val="5FBBBF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78" name="Group 78"/>
              <p:cNvGrpSpPr/>
              <p:nvPr/>
            </p:nvGrpSpPr>
            <p:grpSpPr>
              <a:xfrm>
                <a:off x="9669235" y="1673247"/>
                <a:ext cx="557799" cy="612379"/>
                <a:chOff x="9669235" y="1673247"/>
                <a:chExt cx="557799" cy="612379"/>
              </a:xfrm>
            </p:grpSpPr>
            <p:sp>
              <p:nvSpPr>
                <p:cNvPr id="79" name="AutoShape 79"/>
                <p:cNvSpPr/>
                <p:nvPr/>
              </p:nvSpPr>
              <p:spPr>
                <a:xfrm>
                  <a:off x="9669235" y="1673247"/>
                  <a:ext cx="557799" cy="6123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799" h="612379">
                      <a:moveTo>
                        <a:pt x="557799" y="93004"/>
                      </a:moveTo>
                      <a:lnTo>
                        <a:pt x="426224" y="612380"/>
                      </a:lnTo>
                      <a:cubicBezTo>
                        <a:pt x="284671" y="593988"/>
                        <a:pt x="142447" y="581031"/>
                        <a:pt x="0" y="573361"/>
                      </a:cubicBezTo>
                      <a:lnTo>
                        <a:pt x="123757" y="0"/>
                      </a:lnTo>
                      <a:cubicBezTo>
                        <a:pt x="269480" y="25690"/>
                        <a:pt x="414310" y="56666"/>
                        <a:pt x="557799" y="93004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80" name="Group 80"/>
                <p:cNvGrpSpPr/>
                <p:nvPr/>
              </p:nvGrpSpPr>
              <p:grpSpPr>
                <a:xfrm>
                  <a:off x="9760955" y="1756069"/>
                  <a:ext cx="350600" cy="418701"/>
                  <a:chOff x="9760955" y="1756069"/>
                  <a:chExt cx="350600" cy="418701"/>
                </a:xfrm>
                <a:solidFill>
                  <a:srgbClr val="E0DBD5">
                    <a:alpha val="100000"/>
                  </a:srgbClr>
                </a:solidFill>
              </p:grpSpPr>
              <p:sp>
                <p:nvSpPr>
                  <p:cNvPr id="81" name="AutoShape 81"/>
                  <p:cNvSpPr/>
                  <p:nvPr/>
                </p:nvSpPr>
                <p:spPr>
                  <a:xfrm>
                    <a:off x="9829461" y="1756069"/>
                    <a:ext cx="161898" cy="1234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898" h="123457">
                        <a:moveTo>
                          <a:pt x="15878" y="116068"/>
                        </a:moveTo>
                        <a:cubicBezTo>
                          <a:pt x="24813" y="122993"/>
                          <a:pt x="37025" y="124333"/>
                          <a:pt x="48269" y="122993"/>
                        </a:cubicBezTo>
                        <a:cubicBezTo>
                          <a:pt x="71054" y="120238"/>
                          <a:pt x="92649" y="106537"/>
                          <a:pt x="103371" y="86283"/>
                        </a:cubicBezTo>
                        <a:cubicBezTo>
                          <a:pt x="105530" y="82262"/>
                          <a:pt x="107020" y="77943"/>
                          <a:pt x="108211" y="73550"/>
                        </a:cubicBezTo>
                        <a:lnTo>
                          <a:pt x="158920" y="83975"/>
                        </a:lnTo>
                        <a:lnTo>
                          <a:pt x="161899" y="69380"/>
                        </a:lnTo>
                        <a:lnTo>
                          <a:pt x="110371" y="58732"/>
                        </a:lnTo>
                        <a:cubicBezTo>
                          <a:pt x="110743" y="45328"/>
                          <a:pt x="107094" y="31776"/>
                          <a:pt x="98903" y="21128"/>
                        </a:cubicBezTo>
                        <a:cubicBezTo>
                          <a:pt x="84979" y="2885"/>
                          <a:pt x="58545" y="-5232"/>
                          <a:pt x="37323" y="3555"/>
                        </a:cubicBezTo>
                        <a:cubicBezTo>
                          <a:pt x="9921" y="14948"/>
                          <a:pt x="-1547" y="48605"/>
                          <a:pt x="166" y="78166"/>
                        </a:cubicBezTo>
                        <a:cubicBezTo>
                          <a:pt x="911" y="92314"/>
                          <a:pt x="4708" y="107505"/>
                          <a:pt x="15878" y="116068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82" name="AutoShape 82"/>
                  <p:cNvSpPr/>
                  <p:nvPr/>
                </p:nvSpPr>
                <p:spPr>
                  <a:xfrm>
                    <a:off x="9760955" y="2051387"/>
                    <a:ext cx="164206" cy="1233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206" h="123382">
                        <a:moveTo>
                          <a:pt x="98904" y="21128"/>
                        </a:moveTo>
                        <a:cubicBezTo>
                          <a:pt x="84979" y="2885"/>
                          <a:pt x="58545" y="-5232"/>
                          <a:pt x="37323" y="3555"/>
                        </a:cubicBezTo>
                        <a:cubicBezTo>
                          <a:pt x="9921" y="14948"/>
                          <a:pt x="-1547" y="48605"/>
                          <a:pt x="166" y="78166"/>
                        </a:cubicBezTo>
                        <a:cubicBezTo>
                          <a:pt x="985" y="92240"/>
                          <a:pt x="4708" y="107356"/>
                          <a:pt x="15878" y="115993"/>
                        </a:cubicBezTo>
                        <a:cubicBezTo>
                          <a:pt x="24813" y="122918"/>
                          <a:pt x="37025" y="124259"/>
                          <a:pt x="48269" y="122918"/>
                        </a:cubicBezTo>
                        <a:cubicBezTo>
                          <a:pt x="71054" y="120163"/>
                          <a:pt x="92649" y="106462"/>
                          <a:pt x="103371" y="86208"/>
                        </a:cubicBezTo>
                        <a:cubicBezTo>
                          <a:pt x="103818" y="85389"/>
                          <a:pt x="104042" y="84570"/>
                          <a:pt x="104414" y="83751"/>
                        </a:cubicBezTo>
                        <a:cubicBezTo>
                          <a:pt x="123923" y="87176"/>
                          <a:pt x="143581" y="89559"/>
                          <a:pt x="163239" y="90825"/>
                        </a:cubicBezTo>
                        <a:lnTo>
                          <a:pt x="164207" y="75933"/>
                        </a:lnTo>
                        <a:cubicBezTo>
                          <a:pt x="145815" y="74741"/>
                          <a:pt x="127422" y="72507"/>
                          <a:pt x="109254" y="69380"/>
                        </a:cubicBezTo>
                        <a:cubicBezTo>
                          <a:pt x="112604" y="52700"/>
                          <a:pt x="109254" y="34680"/>
                          <a:pt x="98904" y="21128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83" name="AutoShape 83"/>
                  <p:cNvSpPr/>
                  <p:nvPr/>
                </p:nvSpPr>
                <p:spPr>
                  <a:xfrm>
                    <a:off x="10052366" y="1822917"/>
                    <a:ext cx="59189" cy="556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89" h="55697">
                        <a:moveTo>
                          <a:pt x="37806" y="1340"/>
                        </a:moveTo>
                        <a:cubicBezTo>
                          <a:pt x="34827" y="447"/>
                          <a:pt x="31700" y="0"/>
                          <a:pt x="28498" y="0"/>
                        </a:cubicBezTo>
                        <a:cubicBezTo>
                          <a:pt x="16733" y="0"/>
                          <a:pt x="6457" y="6106"/>
                          <a:pt x="2213" y="15488"/>
                        </a:cubicBezTo>
                        <a:cubicBezTo>
                          <a:pt x="53" y="20328"/>
                          <a:pt x="-543" y="26062"/>
                          <a:pt x="500" y="31647"/>
                        </a:cubicBezTo>
                        <a:cubicBezTo>
                          <a:pt x="2808" y="43635"/>
                          <a:pt x="12935" y="53390"/>
                          <a:pt x="24998" y="55326"/>
                        </a:cubicBezTo>
                        <a:cubicBezTo>
                          <a:pt x="26487" y="55549"/>
                          <a:pt x="27977" y="55698"/>
                          <a:pt x="29466" y="55698"/>
                        </a:cubicBezTo>
                        <a:cubicBezTo>
                          <a:pt x="40189" y="55698"/>
                          <a:pt x="50539" y="49741"/>
                          <a:pt x="55677" y="40508"/>
                        </a:cubicBezTo>
                        <a:cubicBezTo>
                          <a:pt x="57836" y="36710"/>
                          <a:pt x="59027" y="32615"/>
                          <a:pt x="59177" y="28594"/>
                        </a:cubicBezTo>
                        <a:cubicBezTo>
                          <a:pt x="59623" y="15116"/>
                          <a:pt x="48752" y="4691"/>
                          <a:pt x="37806" y="1340"/>
                        </a:cubicBezTo>
                        <a:close/>
                        <a:moveTo>
                          <a:pt x="42646" y="33136"/>
                        </a:moveTo>
                        <a:cubicBezTo>
                          <a:pt x="39742" y="38274"/>
                          <a:pt x="33412" y="41550"/>
                          <a:pt x="27306" y="40582"/>
                        </a:cubicBezTo>
                        <a:cubicBezTo>
                          <a:pt x="21499" y="39614"/>
                          <a:pt x="16212" y="34551"/>
                          <a:pt x="15095" y="28743"/>
                        </a:cubicBezTo>
                        <a:cubicBezTo>
                          <a:pt x="14574" y="26211"/>
                          <a:pt x="14797" y="23605"/>
                          <a:pt x="15765" y="21594"/>
                        </a:cubicBezTo>
                        <a:cubicBezTo>
                          <a:pt x="17850" y="16977"/>
                          <a:pt x="23658" y="14893"/>
                          <a:pt x="28498" y="14893"/>
                        </a:cubicBezTo>
                        <a:cubicBezTo>
                          <a:pt x="30211" y="14893"/>
                          <a:pt x="31923" y="15116"/>
                          <a:pt x="33487" y="15637"/>
                        </a:cubicBezTo>
                        <a:cubicBezTo>
                          <a:pt x="38997" y="17275"/>
                          <a:pt x="44507" y="22413"/>
                          <a:pt x="44284" y="28072"/>
                        </a:cubicBezTo>
                        <a:cubicBezTo>
                          <a:pt x="44209" y="29636"/>
                          <a:pt x="43614" y="31423"/>
                          <a:pt x="42646" y="33136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84" name="AutoShape 84"/>
                  <p:cNvSpPr/>
                  <p:nvPr/>
                </p:nvSpPr>
                <p:spPr>
                  <a:xfrm>
                    <a:off x="9795208" y="1903728"/>
                    <a:ext cx="307547" cy="1548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547" h="154862">
                        <a:moveTo>
                          <a:pt x="143805" y="127907"/>
                        </a:moveTo>
                        <a:cubicBezTo>
                          <a:pt x="134273" y="106462"/>
                          <a:pt x="122732" y="85985"/>
                          <a:pt x="109626" y="66476"/>
                        </a:cubicBezTo>
                        <a:cubicBezTo>
                          <a:pt x="112009" y="50615"/>
                          <a:pt x="108658" y="33861"/>
                          <a:pt x="98904" y="21128"/>
                        </a:cubicBezTo>
                        <a:cubicBezTo>
                          <a:pt x="84979" y="2885"/>
                          <a:pt x="58545" y="-5232"/>
                          <a:pt x="37323" y="3555"/>
                        </a:cubicBezTo>
                        <a:cubicBezTo>
                          <a:pt x="9921" y="14948"/>
                          <a:pt x="-1546" y="48605"/>
                          <a:pt x="166" y="78166"/>
                        </a:cubicBezTo>
                        <a:cubicBezTo>
                          <a:pt x="985" y="92240"/>
                          <a:pt x="4708" y="107356"/>
                          <a:pt x="15878" y="115993"/>
                        </a:cubicBezTo>
                        <a:cubicBezTo>
                          <a:pt x="24813" y="122918"/>
                          <a:pt x="37025" y="124259"/>
                          <a:pt x="48269" y="122918"/>
                        </a:cubicBezTo>
                        <a:cubicBezTo>
                          <a:pt x="71055" y="120163"/>
                          <a:pt x="92648" y="106462"/>
                          <a:pt x="103371" y="86208"/>
                        </a:cubicBezTo>
                        <a:cubicBezTo>
                          <a:pt x="103595" y="85762"/>
                          <a:pt x="103744" y="85315"/>
                          <a:pt x="103967" y="84868"/>
                        </a:cubicBezTo>
                        <a:cubicBezTo>
                          <a:pt x="114764" y="101994"/>
                          <a:pt x="124221" y="119865"/>
                          <a:pt x="132188" y="138407"/>
                        </a:cubicBezTo>
                        <a:lnTo>
                          <a:pt x="134199" y="143023"/>
                        </a:lnTo>
                        <a:lnTo>
                          <a:pt x="139262" y="142874"/>
                        </a:lnTo>
                        <a:cubicBezTo>
                          <a:pt x="194588" y="141087"/>
                          <a:pt x="250361" y="145108"/>
                          <a:pt x="304941" y="154863"/>
                        </a:cubicBezTo>
                        <a:lnTo>
                          <a:pt x="307548" y="140194"/>
                        </a:lnTo>
                        <a:cubicBezTo>
                          <a:pt x="253637" y="130662"/>
                          <a:pt x="198534" y="126493"/>
                          <a:pt x="143805" y="127907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85" name="Group 85"/>
              <p:cNvGrpSpPr/>
              <p:nvPr/>
            </p:nvGrpSpPr>
            <p:grpSpPr>
              <a:xfrm>
                <a:off x="9668788" y="2343187"/>
                <a:ext cx="971363" cy="828917"/>
                <a:chOff x="9668788" y="2343187"/>
                <a:chExt cx="971363" cy="828917"/>
              </a:xfrm>
            </p:grpSpPr>
            <p:sp>
              <p:nvSpPr>
                <p:cNvPr id="86" name="AutoShape 86"/>
                <p:cNvSpPr/>
                <p:nvPr/>
              </p:nvSpPr>
              <p:spPr>
                <a:xfrm>
                  <a:off x="9668788" y="2343187"/>
                  <a:ext cx="971363" cy="828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1363" h="828916">
                      <a:moveTo>
                        <a:pt x="971363" y="142968"/>
                      </a:moveTo>
                      <a:lnTo>
                        <a:pt x="755869" y="828917"/>
                      </a:lnTo>
                      <a:cubicBezTo>
                        <a:pt x="504707" y="801217"/>
                        <a:pt x="252503" y="782601"/>
                        <a:pt x="0" y="772549"/>
                      </a:cubicBezTo>
                      <a:lnTo>
                        <a:pt x="195017" y="0"/>
                      </a:lnTo>
                      <a:cubicBezTo>
                        <a:pt x="455785" y="35816"/>
                        <a:pt x="714915" y="83547"/>
                        <a:pt x="971363" y="142968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87" name="Group 87"/>
                <p:cNvGrpSpPr/>
                <p:nvPr/>
              </p:nvGrpSpPr>
              <p:grpSpPr>
                <a:xfrm>
                  <a:off x="9792545" y="2428223"/>
                  <a:ext cx="774410" cy="739189"/>
                  <a:chOff x="9792545" y="2428223"/>
                  <a:chExt cx="774410" cy="739189"/>
                </a:xfrm>
              </p:grpSpPr>
              <p:grpSp>
                <p:nvGrpSpPr>
                  <p:cNvPr id="88" name="Group 88"/>
                  <p:cNvGrpSpPr/>
                  <p:nvPr/>
                </p:nvGrpSpPr>
                <p:grpSpPr>
                  <a:xfrm>
                    <a:off x="9956489" y="2600604"/>
                    <a:ext cx="477414" cy="422839"/>
                    <a:chOff x="9956489" y="2600604"/>
                    <a:chExt cx="477414" cy="422839"/>
                  </a:xfrm>
                </p:grpSpPr>
                <p:sp>
                  <p:nvSpPr>
                    <p:cNvPr id="89" name="AutoShape 89"/>
                    <p:cNvSpPr/>
                    <p:nvPr/>
                  </p:nvSpPr>
                  <p:spPr>
                    <a:xfrm>
                      <a:off x="10360172" y="2670748"/>
                      <a:ext cx="73731" cy="10901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731" h="109013">
                          <a:moveTo>
                            <a:pt x="1936" y="35519"/>
                          </a:moveTo>
                          <a:cubicBezTo>
                            <a:pt x="4691" y="50411"/>
                            <a:pt x="5287" y="65750"/>
                            <a:pt x="3574" y="80792"/>
                          </a:cubicBezTo>
                          <a:cubicBezTo>
                            <a:pt x="2830" y="87493"/>
                            <a:pt x="1490" y="94046"/>
                            <a:pt x="0" y="100599"/>
                          </a:cubicBezTo>
                          <a:cubicBezTo>
                            <a:pt x="21967" y="103056"/>
                            <a:pt x="43933" y="105886"/>
                            <a:pt x="65826" y="109013"/>
                          </a:cubicBezTo>
                          <a:cubicBezTo>
                            <a:pt x="68729" y="97695"/>
                            <a:pt x="71038" y="86228"/>
                            <a:pt x="72378" y="74611"/>
                          </a:cubicBezTo>
                          <a:cubicBezTo>
                            <a:pt x="75207" y="49741"/>
                            <a:pt x="73569" y="24424"/>
                            <a:pt x="67761" y="0"/>
                          </a:cubicBezTo>
                          <a:cubicBezTo>
                            <a:pt x="45720" y="11765"/>
                            <a:pt x="23754" y="23530"/>
                            <a:pt x="1936" y="35519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0" name="AutoShape 90"/>
                    <p:cNvSpPr/>
                    <p:nvPr/>
                  </p:nvSpPr>
                  <p:spPr>
                    <a:xfrm>
                      <a:off x="9967681" y="2600604"/>
                      <a:ext cx="123459" cy="14348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459" h="143489">
                          <a:moveTo>
                            <a:pt x="78335" y="0"/>
                          </a:moveTo>
                          <a:cubicBezTo>
                            <a:pt x="41476" y="39763"/>
                            <a:pt x="14222" y="88610"/>
                            <a:pt x="0" y="140958"/>
                          </a:cubicBezTo>
                          <a:cubicBezTo>
                            <a:pt x="22413" y="141479"/>
                            <a:pt x="44901" y="142298"/>
                            <a:pt x="67389" y="143489"/>
                          </a:cubicBezTo>
                          <a:cubicBezTo>
                            <a:pt x="78111" y="107226"/>
                            <a:pt x="97471" y="73494"/>
                            <a:pt x="123459" y="46092"/>
                          </a:cubicBezTo>
                          <a:cubicBezTo>
                            <a:pt x="108492" y="30604"/>
                            <a:pt x="93450" y="15265"/>
                            <a:pt x="78335" y="0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1" name="AutoShape 91"/>
                    <p:cNvSpPr/>
                    <p:nvPr/>
                  </p:nvSpPr>
                  <p:spPr>
                    <a:xfrm>
                      <a:off x="10120999" y="2879168"/>
                      <a:ext cx="228302" cy="1442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8301" h="144275">
                          <a:moveTo>
                            <a:pt x="184742" y="0"/>
                          </a:moveTo>
                          <a:cubicBezTo>
                            <a:pt x="174168" y="12435"/>
                            <a:pt x="162403" y="23754"/>
                            <a:pt x="149298" y="33508"/>
                          </a:cubicBezTo>
                          <a:cubicBezTo>
                            <a:pt x="114672" y="59198"/>
                            <a:pt x="70739" y="73420"/>
                            <a:pt x="27998" y="69101"/>
                          </a:cubicBezTo>
                          <a:cubicBezTo>
                            <a:pt x="18542" y="93376"/>
                            <a:pt x="9234" y="117725"/>
                            <a:pt x="0" y="142074"/>
                          </a:cubicBezTo>
                          <a:cubicBezTo>
                            <a:pt x="63070" y="151233"/>
                            <a:pt x="128746" y="131203"/>
                            <a:pt x="179976" y="93153"/>
                          </a:cubicBezTo>
                          <a:cubicBezTo>
                            <a:pt x="197847" y="79898"/>
                            <a:pt x="213856" y="64485"/>
                            <a:pt x="228302" y="47656"/>
                          </a:cubicBezTo>
                          <a:cubicBezTo>
                            <a:pt x="213783" y="31870"/>
                            <a:pt x="199262" y="15935"/>
                            <a:pt x="184742" y="0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2" name="AutoShape 92"/>
                    <p:cNvSpPr/>
                    <p:nvPr/>
                  </p:nvSpPr>
                  <p:spPr>
                    <a:xfrm>
                      <a:off x="9956489" y="2756305"/>
                      <a:ext cx="93323" cy="1822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323" h="182209">
                          <a:moveTo>
                            <a:pt x="30551" y="182210"/>
                          </a:moveTo>
                          <a:cubicBezTo>
                            <a:pt x="51401" y="166722"/>
                            <a:pt x="72325" y="151233"/>
                            <a:pt x="93323" y="135820"/>
                          </a:cubicBezTo>
                          <a:cubicBezTo>
                            <a:pt x="87366" y="127629"/>
                            <a:pt x="82377" y="118693"/>
                            <a:pt x="78729" y="109162"/>
                          </a:cubicBezTo>
                          <a:cubicBezTo>
                            <a:pt x="71952" y="91663"/>
                            <a:pt x="69346" y="72824"/>
                            <a:pt x="69123" y="54060"/>
                          </a:cubicBezTo>
                          <a:cubicBezTo>
                            <a:pt x="68900" y="36710"/>
                            <a:pt x="70910" y="19435"/>
                            <a:pt x="74708" y="2532"/>
                          </a:cubicBezTo>
                          <a:cubicBezTo>
                            <a:pt x="52369" y="1340"/>
                            <a:pt x="30030" y="521"/>
                            <a:pt x="7691" y="0"/>
                          </a:cubicBezTo>
                          <a:cubicBezTo>
                            <a:pt x="2479" y="23604"/>
                            <a:pt x="-276" y="47731"/>
                            <a:pt x="22" y="71931"/>
                          </a:cubicBezTo>
                          <a:cubicBezTo>
                            <a:pt x="394" y="98290"/>
                            <a:pt x="4043" y="124874"/>
                            <a:pt x="13574" y="149521"/>
                          </a:cubicBezTo>
                          <a:cubicBezTo>
                            <a:pt x="17967" y="161137"/>
                            <a:pt x="23775" y="172009"/>
                            <a:pt x="30551" y="182210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93" name="AutoShape 93"/>
                  <p:cNvSpPr/>
                  <p:nvPr/>
                </p:nvSpPr>
                <p:spPr>
                  <a:xfrm>
                    <a:off x="10084350" y="2647298"/>
                    <a:ext cx="221572" cy="2384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572" h="238481">
                        <a:moveTo>
                          <a:pt x="220943" y="109454"/>
                        </a:moveTo>
                        <a:cubicBezTo>
                          <a:pt x="219678" y="120772"/>
                          <a:pt x="216476" y="131792"/>
                          <a:pt x="212454" y="142440"/>
                        </a:cubicBezTo>
                        <a:cubicBezTo>
                          <a:pt x="201732" y="170662"/>
                          <a:pt x="184159" y="196798"/>
                          <a:pt x="159884" y="214744"/>
                        </a:cubicBezTo>
                        <a:cubicBezTo>
                          <a:pt x="135610" y="232689"/>
                          <a:pt x="104410" y="242146"/>
                          <a:pt x="74550" y="237157"/>
                        </a:cubicBezTo>
                        <a:cubicBezTo>
                          <a:pt x="44691" y="232168"/>
                          <a:pt x="17214" y="212063"/>
                          <a:pt x="6268" y="183842"/>
                        </a:cubicBezTo>
                        <a:cubicBezTo>
                          <a:pt x="1875" y="172449"/>
                          <a:pt x="162" y="160088"/>
                          <a:pt x="13" y="147876"/>
                        </a:cubicBezTo>
                        <a:cubicBezTo>
                          <a:pt x="-731" y="93593"/>
                          <a:pt x="30319" y="39980"/>
                          <a:pt x="77827" y="13620"/>
                        </a:cubicBezTo>
                        <a:cubicBezTo>
                          <a:pt x="86315" y="8929"/>
                          <a:pt x="95325" y="4983"/>
                          <a:pt x="104782" y="2600"/>
                        </a:cubicBezTo>
                        <a:cubicBezTo>
                          <a:pt x="134716" y="-4921"/>
                          <a:pt x="168150" y="4238"/>
                          <a:pt x="190637" y="25385"/>
                        </a:cubicBezTo>
                        <a:cubicBezTo>
                          <a:pt x="213200" y="46533"/>
                          <a:pt x="224443" y="78775"/>
                          <a:pt x="220943" y="109454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94" name="AutoShape 94"/>
                  <p:cNvSpPr/>
                  <p:nvPr/>
                </p:nvSpPr>
                <p:spPr>
                  <a:xfrm>
                    <a:off x="9792545" y="2863829"/>
                    <a:ext cx="139617" cy="521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9617" h="52123">
                        <a:moveTo>
                          <a:pt x="13031" y="0"/>
                        </a:moveTo>
                        <a:lnTo>
                          <a:pt x="0" y="40954"/>
                        </a:lnTo>
                        <a:lnTo>
                          <a:pt x="119140" y="52124"/>
                        </a:lnTo>
                        <a:lnTo>
                          <a:pt x="139617" y="14893"/>
                        </a:ln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95" name="AutoShape 95"/>
                  <p:cNvSpPr/>
                  <p:nvPr/>
                </p:nvSpPr>
                <p:spPr>
                  <a:xfrm>
                    <a:off x="9896792" y="2428223"/>
                    <a:ext cx="393534" cy="2079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3534" h="207973">
                        <a:moveTo>
                          <a:pt x="285415" y="86972"/>
                        </a:moveTo>
                        <a:cubicBezTo>
                          <a:pt x="265087" y="92110"/>
                          <a:pt x="245726" y="100524"/>
                          <a:pt x="227409" y="110651"/>
                        </a:cubicBezTo>
                        <a:cubicBezTo>
                          <a:pt x="216612" y="116608"/>
                          <a:pt x="206336" y="123384"/>
                          <a:pt x="196358" y="130607"/>
                        </a:cubicBezTo>
                        <a:lnTo>
                          <a:pt x="124799" y="41848"/>
                        </a:lnTo>
                        <a:lnTo>
                          <a:pt x="139617" y="14893"/>
                        </a:lnTo>
                        <a:lnTo>
                          <a:pt x="13031" y="0"/>
                        </a:lnTo>
                        <a:lnTo>
                          <a:pt x="0" y="40954"/>
                        </a:lnTo>
                        <a:lnTo>
                          <a:pt x="113481" y="51602"/>
                        </a:lnTo>
                        <a:lnTo>
                          <a:pt x="184518" y="139692"/>
                        </a:lnTo>
                        <a:cubicBezTo>
                          <a:pt x="175880" y="146617"/>
                          <a:pt x="167466" y="153914"/>
                          <a:pt x="159573" y="161658"/>
                        </a:cubicBezTo>
                        <a:cubicBezTo>
                          <a:pt x="174838" y="176997"/>
                          <a:pt x="189954" y="192411"/>
                          <a:pt x="204921" y="207974"/>
                        </a:cubicBezTo>
                        <a:cubicBezTo>
                          <a:pt x="217952" y="195911"/>
                          <a:pt x="232323" y="185263"/>
                          <a:pt x="247960" y="176625"/>
                        </a:cubicBezTo>
                        <a:cubicBezTo>
                          <a:pt x="260991" y="169402"/>
                          <a:pt x="274767" y="163445"/>
                          <a:pt x="289138" y="159797"/>
                        </a:cubicBezTo>
                        <a:cubicBezTo>
                          <a:pt x="315200" y="153244"/>
                          <a:pt x="343049" y="154957"/>
                          <a:pt x="368515" y="163594"/>
                        </a:cubicBezTo>
                        <a:cubicBezTo>
                          <a:pt x="376185" y="139171"/>
                          <a:pt x="384004" y="114747"/>
                          <a:pt x="393534" y="91142"/>
                        </a:cubicBezTo>
                        <a:cubicBezTo>
                          <a:pt x="358686" y="80047"/>
                          <a:pt x="320934" y="78037"/>
                          <a:pt x="285415" y="86972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96" name="AutoShape 96"/>
                  <p:cNvSpPr/>
                  <p:nvPr/>
                </p:nvSpPr>
                <p:spPr>
                  <a:xfrm>
                    <a:off x="10278264" y="2524280"/>
                    <a:ext cx="288691" cy="1673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691" h="167317">
                        <a:moveTo>
                          <a:pt x="268214" y="75207"/>
                        </a:moveTo>
                        <a:lnTo>
                          <a:pt x="288691" y="37976"/>
                        </a:lnTo>
                        <a:lnTo>
                          <a:pt x="162105" y="23083"/>
                        </a:lnTo>
                        <a:lnTo>
                          <a:pt x="152426" y="53613"/>
                        </a:lnTo>
                        <a:cubicBezTo>
                          <a:pt x="141926" y="61878"/>
                          <a:pt x="131203" y="69846"/>
                          <a:pt x="120257" y="77590"/>
                        </a:cubicBezTo>
                        <a:cubicBezTo>
                          <a:pt x="111397" y="63889"/>
                          <a:pt x="100972" y="51156"/>
                          <a:pt x="89058" y="39912"/>
                        </a:cubicBezTo>
                        <a:cubicBezTo>
                          <a:pt x="70814" y="22786"/>
                          <a:pt x="49220" y="9308"/>
                          <a:pt x="25913" y="0"/>
                        </a:cubicBezTo>
                        <a:cubicBezTo>
                          <a:pt x="16084" y="23456"/>
                          <a:pt x="7819" y="47954"/>
                          <a:pt x="0" y="72676"/>
                        </a:cubicBezTo>
                        <a:cubicBezTo>
                          <a:pt x="14372" y="79154"/>
                          <a:pt x="27701" y="87791"/>
                          <a:pt x="39167" y="98588"/>
                        </a:cubicBezTo>
                        <a:cubicBezTo>
                          <a:pt x="58900" y="117130"/>
                          <a:pt x="72974" y="141255"/>
                          <a:pt x="80420" y="167317"/>
                        </a:cubicBezTo>
                        <a:cubicBezTo>
                          <a:pt x="102163" y="155478"/>
                          <a:pt x="123980" y="143862"/>
                          <a:pt x="145798" y="132320"/>
                        </a:cubicBezTo>
                        <a:cubicBezTo>
                          <a:pt x="141330" y="117800"/>
                          <a:pt x="135299" y="103801"/>
                          <a:pt x="127927" y="90472"/>
                        </a:cubicBezTo>
                        <a:cubicBezTo>
                          <a:pt x="139468" y="82356"/>
                          <a:pt x="150712" y="73941"/>
                          <a:pt x="161733" y="65304"/>
                        </a:cubicBezTo>
                        <a:lnTo>
                          <a:pt x="268214" y="75207"/>
                        </a:ln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97" name="AutoShape 97"/>
                  <p:cNvSpPr/>
                  <p:nvPr/>
                </p:nvSpPr>
                <p:spPr>
                  <a:xfrm>
                    <a:off x="9952639" y="2903741"/>
                    <a:ext cx="181539" cy="1648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539" h="164860">
                        <a:moveTo>
                          <a:pt x="153691" y="114672"/>
                        </a:moveTo>
                        <a:cubicBezTo>
                          <a:pt x="162850" y="90472"/>
                          <a:pt x="172157" y="66272"/>
                          <a:pt x="181540" y="42146"/>
                        </a:cubicBezTo>
                        <a:cubicBezTo>
                          <a:pt x="153095" y="36189"/>
                          <a:pt x="126289" y="21296"/>
                          <a:pt x="106705" y="0"/>
                        </a:cubicBezTo>
                        <a:cubicBezTo>
                          <a:pt x="85483" y="15488"/>
                          <a:pt x="64336" y="31051"/>
                          <a:pt x="43263" y="46688"/>
                        </a:cubicBezTo>
                        <a:cubicBezTo>
                          <a:pt x="56443" y="63144"/>
                          <a:pt x="72676" y="77218"/>
                          <a:pt x="90695" y="88610"/>
                        </a:cubicBezTo>
                        <a:cubicBezTo>
                          <a:pt x="86600" y="99110"/>
                          <a:pt x="83026" y="109832"/>
                          <a:pt x="79973" y="120629"/>
                        </a:cubicBezTo>
                        <a:lnTo>
                          <a:pt x="13031" y="112736"/>
                        </a:lnTo>
                        <a:lnTo>
                          <a:pt x="0" y="153691"/>
                        </a:lnTo>
                        <a:lnTo>
                          <a:pt x="119140" y="164860"/>
                        </a:lnTo>
                        <a:lnTo>
                          <a:pt x="139617" y="127629"/>
                        </a:lnTo>
                        <a:lnTo>
                          <a:pt x="94940" y="122342"/>
                        </a:lnTo>
                        <a:cubicBezTo>
                          <a:pt x="97546" y="113481"/>
                          <a:pt x="100376" y="104694"/>
                          <a:pt x="103726" y="96057"/>
                        </a:cubicBezTo>
                        <a:cubicBezTo>
                          <a:pt x="119512" y="104397"/>
                          <a:pt x="136341" y="110800"/>
                          <a:pt x="153691" y="114672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98" name="AutoShape 98"/>
                  <p:cNvSpPr/>
                  <p:nvPr/>
                </p:nvSpPr>
                <p:spPr>
                  <a:xfrm>
                    <a:off x="10216981" y="2785718"/>
                    <a:ext cx="204921" cy="3257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4921" h="325773">
                        <a:moveTo>
                          <a:pt x="204921" y="8265"/>
                        </a:moveTo>
                        <a:cubicBezTo>
                          <a:pt x="183103" y="5212"/>
                          <a:pt x="161212" y="2457"/>
                          <a:pt x="139319" y="0"/>
                        </a:cubicBezTo>
                        <a:cubicBezTo>
                          <a:pt x="137607" y="5510"/>
                          <a:pt x="135820" y="10946"/>
                          <a:pt x="133809" y="16233"/>
                        </a:cubicBezTo>
                        <a:cubicBezTo>
                          <a:pt x="124948" y="39465"/>
                          <a:pt x="113035" y="61655"/>
                          <a:pt x="98142" y="81611"/>
                        </a:cubicBezTo>
                        <a:cubicBezTo>
                          <a:pt x="112662" y="97621"/>
                          <a:pt x="127256" y="113555"/>
                          <a:pt x="141926" y="129490"/>
                        </a:cubicBezTo>
                        <a:cubicBezTo>
                          <a:pt x="148032" y="121672"/>
                          <a:pt x="153840" y="113630"/>
                          <a:pt x="159275" y="105290"/>
                        </a:cubicBezTo>
                        <a:lnTo>
                          <a:pt x="169031" y="117576"/>
                        </a:lnTo>
                        <a:cubicBezTo>
                          <a:pt x="170668" y="119661"/>
                          <a:pt x="172754" y="122342"/>
                          <a:pt x="172976" y="124278"/>
                        </a:cubicBezTo>
                        <a:cubicBezTo>
                          <a:pt x="173200" y="126214"/>
                          <a:pt x="171786" y="129044"/>
                          <a:pt x="170519" y="131575"/>
                        </a:cubicBezTo>
                        <a:cubicBezTo>
                          <a:pt x="146245" y="180944"/>
                          <a:pt x="125320" y="232472"/>
                          <a:pt x="108045" y="284819"/>
                        </a:cubicBezTo>
                        <a:lnTo>
                          <a:pt x="13031" y="273650"/>
                        </a:lnTo>
                        <a:lnTo>
                          <a:pt x="0" y="314604"/>
                        </a:lnTo>
                        <a:lnTo>
                          <a:pt x="119140" y="325774"/>
                        </a:lnTo>
                        <a:lnTo>
                          <a:pt x="139617" y="288542"/>
                        </a:lnTo>
                        <a:lnTo>
                          <a:pt x="123161" y="286606"/>
                        </a:lnTo>
                        <a:cubicBezTo>
                          <a:pt x="139990" y="235898"/>
                          <a:pt x="160393" y="186082"/>
                          <a:pt x="183923" y="138203"/>
                        </a:cubicBezTo>
                        <a:cubicBezTo>
                          <a:pt x="185785" y="134330"/>
                          <a:pt x="188391" y="129044"/>
                          <a:pt x="187794" y="122863"/>
                        </a:cubicBezTo>
                        <a:cubicBezTo>
                          <a:pt x="187124" y="116534"/>
                          <a:pt x="183401" y="111843"/>
                          <a:pt x="180646" y="108418"/>
                        </a:cubicBezTo>
                        <a:lnTo>
                          <a:pt x="167615" y="92036"/>
                        </a:lnTo>
                        <a:cubicBezTo>
                          <a:pt x="179232" y="72527"/>
                          <a:pt x="189210" y="51975"/>
                          <a:pt x="197251" y="30828"/>
                        </a:cubicBezTo>
                        <a:cubicBezTo>
                          <a:pt x="200081" y="23381"/>
                          <a:pt x="202539" y="15861"/>
                          <a:pt x="204921" y="8265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99" name="AutoShape 99"/>
                  <p:cNvSpPr/>
                  <p:nvPr/>
                </p:nvSpPr>
                <p:spPr>
                  <a:xfrm>
                    <a:off x="10262505" y="3046154"/>
                    <a:ext cx="155549" cy="121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549" h="121257">
                        <a:moveTo>
                          <a:pt x="12185" y="108228"/>
                        </a:moveTo>
                        <a:cubicBezTo>
                          <a:pt x="12185" y="108228"/>
                          <a:pt x="-8292" y="63550"/>
                          <a:pt x="3845" y="63550"/>
                        </a:cubicBezTo>
                        <a:cubicBezTo>
                          <a:pt x="15908" y="63550"/>
                          <a:pt x="35492" y="74719"/>
                          <a:pt x="46661" y="81272"/>
                        </a:cubicBezTo>
                        <a:cubicBezTo>
                          <a:pt x="57830" y="87825"/>
                          <a:pt x="78308" y="78443"/>
                          <a:pt x="75552" y="62657"/>
                        </a:cubicBezTo>
                        <a:cubicBezTo>
                          <a:pt x="72797" y="46871"/>
                          <a:pt x="38321" y="3086"/>
                          <a:pt x="45767" y="257"/>
                        </a:cubicBezTo>
                        <a:cubicBezTo>
                          <a:pt x="53214" y="-2573"/>
                          <a:pt x="89551" y="17979"/>
                          <a:pt x="127676" y="61688"/>
                        </a:cubicBezTo>
                        <a:cubicBezTo>
                          <a:pt x="165801" y="105398"/>
                          <a:pt x="153738" y="121259"/>
                          <a:pt x="153738" y="121259"/>
                        </a:cubicBezTo>
                        <a:lnTo>
                          <a:pt x="12185" y="108228"/>
                        </a:lnTo>
                        <a:close/>
                      </a:path>
                    </a:pathLst>
                  </a:custGeom>
                  <a:solidFill>
                    <a:srgbClr val="007888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100" name="Group 100"/>
              <p:cNvGrpSpPr/>
              <p:nvPr/>
            </p:nvGrpSpPr>
            <p:grpSpPr>
              <a:xfrm>
                <a:off x="9057748" y="1596253"/>
                <a:ext cx="652887" cy="651100"/>
                <a:chOff x="9057748" y="1596253"/>
                <a:chExt cx="652887" cy="651100"/>
              </a:xfrm>
            </p:grpSpPr>
            <p:sp>
              <p:nvSpPr>
                <p:cNvPr id="101" name="AutoShape 101"/>
                <p:cNvSpPr/>
                <p:nvPr/>
              </p:nvSpPr>
              <p:spPr>
                <a:xfrm>
                  <a:off x="9057748" y="1596253"/>
                  <a:ext cx="652887" cy="65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87" h="651100">
                      <a:moveTo>
                        <a:pt x="0" y="651101"/>
                      </a:moveTo>
                      <a:cubicBezTo>
                        <a:pt x="32317" y="434042"/>
                        <a:pt x="64708" y="217058"/>
                        <a:pt x="97025" y="0"/>
                      </a:cubicBezTo>
                      <a:cubicBezTo>
                        <a:pt x="283181" y="12137"/>
                        <a:pt x="468742" y="33359"/>
                        <a:pt x="652888" y="63144"/>
                      </a:cubicBezTo>
                      <a:lnTo>
                        <a:pt x="543353" y="647154"/>
                      </a:lnTo>
                      <a:cubicBezTo>
                        <a:pt x="362335" y="639633"/>
                        <a:pt x="180944" y="640825"/>
                        <a:pt x="0" y="651101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02" name="Group 102"/>
                <p:cNvGrpSpPr/>
                <p:nvPr/>
              </p:nvGrpSpPr>
              <p:grpSpPr>
                <a:xfrm>
                  <a:off x="9108755" y="1648005"/>
                  <a:ext cx="550873" cy="547746"/>
                  <a:chOff x="9108755" y="1648005"/>
                  <a:chExt cx="550873" cy="547746"/>
                </a:xfrm>
                <a:solidFill>
                  <a:srgbClr val="E0DBD5">
                    <a:alpha val="100000"/>
                  </a:srgbClr>
                </a:solidFill>
              </p:grpSpPr>
              <p:sp>
                <p:nvSpPr>
                  <p:cNvPr id="103" name="AutoShape 103"/>
                  <p:cNvSpPr/>
                  <p:nvPr/>
                </p:nvSpPr>
                <p:spPr>
                  <a:xfrm>
                    <a:off x="9108755" y="1648005"/>
                    <a:ext cx="249598" cy="547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598" h="547746">
                        <a:moveTo>
                          <a:pt x="249598" y="13776"/>
                        </a:moveTo>
                        <a:lnTo>
                          <a:pt x="241109" y="12956"/>
                        </a:lnTo>
                        <a:cubicBezTo>
                          <a:pt x="188837" y="7818"/>
                          <a:pt x="137458" y="3649"/>
                          <a:pt x="88461" y="447"/>
                        </a:cubicBezTo>
                        <a:lnTo>
                          <a:pt x="81611" y="0"/>
                        </a:lnTo>
                        <a:lnTo>
                          <a:pt x="0" y="547746"/>
                        </a:lnTo>
                        <a:lnTo>
                          <a:pt x="9159" y="547225"/>
                        </a:lnTo>
                        <a:cubicBezTo>
                          <a:pt x="51453" y="544842"/>
                          <a:pt x="94493" y="543055"/>
                          <a:pt x="140883" y="541789"/>
                        </a:cubicBezTo>
                        <a:lnTo>
                          <a:pt x="147138" y="541640"/>
                        </a:lnTo>
                        <a:lnTo>
                          <a:pt x="148031" y="535460"/>
                        </a:lnTo>
                        <a:cubicBezTo>
                          <a:pt x="173199" y="368738"/>
                          <a:pt x="206708" y="196060"/>
                          <a:pt x="247662" y="22041"/>
                        </a:cubicBezTo>
                        <a:lnTo>
                          <a:pt x="249598" y="13776"/>
                        </a:lnTo>
                        <a:close/>
                        <a:moveTo>
                          <a:pt x="134256" y="527046"/>
                        </a:moveTo>
                        <a:cubicBezTo>
                          <a:pt x="93376" y="528163"/>
                          <a:pt x="55027" y="529726"/>
                          <a:pt x="17424" y="531811"/>
                        </a:cubicBezTo>
                        <a:lnTo>
                          <a:pt x="94344" y="15711"/>
                        </a:lnTo>
                        <a:cubicBezTo>
                          <a:pt x="138500" y="18690"/>
                          <a:pt x="184443" y="22413"/>
                          <a:pt x="231206" y="26955"/>
                        </a:cubicBezTo>
                        <a:cubicBezTo>
                          <a:pt x="191592" y="196358"/>
                          <a:pt x="158977" y="364494"/>
                          <a:pt x="134256" y="527046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04" name="AutoShape 104"/>
                  <p:cNvSpPr/>
                  <p:nvPr/>
                </p:nvSpPr>
                <p:spPr>
                  <a:xfrm>
                    <a:off x="9357237" y="1664014"/>
                    <a:ext cx="302392" cy="132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392" h="132990">
                        <a:moveTo>
                          <a:pt x="294871" y="36040"/>
                        </a:moveTo>
                        <a:cubicBezTo>
                          <a:pt x="207899" y="21966"/>
                          <a:pt x="118842" y="10052"/>
                          <a:pt x="30083" y="670"/>
                        </a:cubicBezTo>
                        <a:lnTo>
                          <a:pt x="23530" y="0"/>
                        </a:lnTo>
                        <a:lnTo>
                          <a:pt x="22041" y="6404"/>
                        </a:lnTo>
                        <a:cubicBezTo>
                          <a:pt x="15861" y="32466"/>
                          <a:pt x="9531" y="60389"/>
                          <a:pt x="1936" y="94195"/>
                        </a:cubicBezTo>
                        <a:lnTo>
                          <a:pt x="0" y="102907"/>
                        </a:lnTo>
                        <a:lnTo>
                          <a:pt x="8935" y="103280"/>
                        </a:lnTo>
                        <a:cubicBezTo>
                          <a:pt x="94120" y="106556"/>
                          <a:pt x="179976" y="118470"/>
                          <a:pt x="263076" y="130012"/>
                        </a:cubicBezTo>
                        <a:lnTo>
                          <a:pt x="284447" y="132990"/>
                        </a:lnTo>
                        <a:lnTo>
                          <a:pt x="302392" y="37306"/>
                        </a:lnTo>
                        <a:lnTo>
                          <a:pt x="294871" y="36040"/>
                        </a:lnTo>
                        <a:close/>
                        <a:moveTo>
                          <a:pt x="272458" y="116310"/>
                        </a:moveTo>
                        <a:lnTo>
                          <a:pt x="265161" y="115268"/>
                        </a:lnTo>
                        <a:cubicBezTo>
                          <a:pt x="184592" y="104099"/>
                          <a:pt x="101418" y="92557"/>
                          <a:pt x="18467" y="88759"/>
                        </a:cubicBezTo>
                        <a:cubicBezTo>
                          <a:pt x="24573" y="61506"/>
                          <a:pt x="29934" y="38125"/>
                          <a:pt x="35072" y="16158"/>
                        </a:cubicBezTo>
                        <a:cubicBezTo>
                          <a:pt x="118842" y="25094"/>
                          <a:pt x="202836" y="36338"/>
                          <a:pt x="285042" y="49518"/>
                        </a:cubicBezTo>
                        <a:lnTo>
                          <a:pt x="272458" y="116310"/>
                        </a:ln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05" name="AutoShape 105"/>
                  <p:cNvSpPr/>
                  <p:nvPr/>
                </p:nvSpPr>
                <p:spPr>
                  <a:xfrm>
                    <a:off x="9309953" y="1789111"/>
                    <a:ext cx="327635" cy="2271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635" h="227110">
                        <a:moveTo>
                          <a:pt x="48550" y="223"/>
                        </a:moveTo>
                        <a:lnTo>
                          <a:pt x="42369" y="0"/>
                        </a:lnTo>
                        <a:lnTo>
                          <a:pt x="41029" y="6031"/>
                        </a:lnTo>
                        <a:cubicBezTo>
                          <a:pt x="26955" y="70963"/>
                          <a:pt x="13701" y="136937"/>
                          <a:pt x="1638" y="202017"/>
                        </a:cubicBezTo>
                        <a:lnTo>
                          <a:pt x="0" y="210803"/>
                        </a:lnTo>
                        <a:lnTo>
                          <a:pt x="10350" y="210803"/>
                        </a:lnTo>
                        <a:cubicBezTo>
                          <a:pt x="76026" y="210803"/>
                          <a:pt x="142745" y="215941"/>
                          <a:pt x="207229" y="221005"/>
                        </a:cubicBezTo>
                        <a:cubicBezTo>
                          <a:pt x="232845" y="223015"/>
                          <a:pt x="258385" y="224951"/>
                          <a:pt x="284000" y="226664"/>
                        </a:cubicBezTo>
                        <a:lnTo>
                          <a:pt x="290553" y="227111"/>
                        </a:lnTo>
                        <a:lnTo>
                          <a:pt x="327635" y="29413"/>
                        </a:lnTo>
                        <a:lnTo>
                          <a:pt x="312445" y="27328"/>
                        </a:lnTo>
                        <a:cubicBezTo>
                          <a:pt x="226366" y="15488"/>
                          <a:pt x="137309" y="3127"/>
                          <a:pt x="48550" y="223"/>
                        </a:cubicBezTo>
                        <a:close/>
                        <a:moveTo>
                          <a:pt x="278416" y="211474"/>
                        </a:moveTo>
                        <a:cubicBezTo>
                          <a:pt x="255109" y="209910"/>
                          <a:pt x="231727" y="208048"/>
                          <a:pt x="208421" y="206261"/>
                        </a:cubicBezTo>
                        <a:cubicBezTo>
                          <a:pt x="146095" y="201421"/>
                          <a:pt x="81760" y="196432"/>
                          <a:pt x="17946" y="196060"/>
                        </a:cubicBezTo>
                        <a:cubicBezTo>
                          <a:pt x="29115" y="135969"/>
                          <a:pt x="41327" y="75282"/>
                          <a:pt x="54283" y="15339"/>
                        </a:cubicBezTo>
                        <a:cubicBezTo>
                          <a:pt x="140064" y="18541"/>
                          <a:pt x="226515" y="30530"/>
                          <a:pt x="310211" y="42146"/>
                        </a:cubicBezTo>
                        <a:lnTo>
                          <a:pt x="278416" y="211474"/>
                        </a:ln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06" name="AutoShape 106"/>
                  <p:cNvSpPr/>
                  <p:nvPr/>
                </p:nvSpPr>
                <p:spPr>
                  <a:xfrm>
                    <a:off x="9278381" y="2022402"/>
                    <a:ext cx="318178" cy="1699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178" h="169997">
                        <a:moveTo>
                          <a:pt x="239993" y="10201"/>
                        </a:moveTo>
                        <a:cubicBezTo>
                          <a:pt x="175285" y="5138"/>
                          <a:pt x="108268" y="0"/>
                          <a:pt x="42072" y="0"/>
                        </a:cubicBezTo>
                        <a:lnTo>
                          <a:pt x="27774" y="74"/>
                        </a:lnTo>
                        <a:lnTo>
                          <a:pt x="26658" y="6180"/>
                        </a:lnTo>
                        <a:cubicBezTo>
                          <a:pt x="16605" y="62251"/>
                          <a:pt x="8340" y="111917"/>
                          <a:pt x="1340" y="157935"/>
                        </a:cubicBezTo>
                        <a:lnTo>
                          <a:pt x="0" y="166647"/>
                        </a:lnTo>
                        <a:lnTo>
                          <a:pt x="8861" y="166498"/>
                        </a:lnTo>
                        <a:cubicBezTo>
                          <a:pt x="99556" y="164786"/>
                          <a:pt x="191741" y="165903"/>
                          <a:pt x="282809" y="169700"/>
                        </a:cubicBezTo>
                        <a:lnTo>
                          <a:pt x="289287" y="169998"/>
                        </a:lnTo>
                        <a:lnTo>
                          <a:pt x="318178" y="16084"/>
                        </a:lnTo>
                        <a:lnTo>
                          <a:pt x="309839" y="15488"/>
                        </a:lnTo>
                        <a:cubicBezTo>
                          <a:pt x="286458" y="13776"/>
                          <a:pt x="263225" y="11988"/>
                          <a:pt x="239993" y="10201"/>
                        </a:cubicBezTo>
                        <a:close/>
                        <a:moveTo>
                          <a:pt x="276926" y="154510"/>
                        </a:moveTo>
                        <a:cubicBezTo>
                          <a:pt x="215792" y="152052"/>
                          <a:pt x="153914" y="150787"/>
                          <a:pt x="92929" y="150787"/>
                        </a:cubicBezTo>
                        <a:cubicBezTo>
                          <a:pt x="67835" y="150787"/>
                          <a:pt x="42444" y="151010"/>
                          <a:pt x="17350" y="151382"/>
                        </a:cubicBezTo>
                        <a:cubicBezTo>
                          <a:pt x="23828" y="109609"/>
                          <a:pt x="31274" y="64782"/>
                          <a:pt x="40210" y="14818"/>
                        </a:cubicBezTo>
                        <a:lnTo>
                          <a:pt x="42072" y="14818"/>
                        </a:lnTo>
                        <a:cubicBezTo>
                          <a:pt x="107748" y="14818"/>
                          <a:pt x="174391" y="19956"/>
                          <a:pt x="238801" y="25019"/>
                        </a:cubicBezTo>
                        <a:cubicBezTo>
                          <a:pt x="259279" y="26583"/>
                          <a:pt x="279830" y="28221"/>
                          <a:pt x="300308" y="29636"/>
                        </a:cubicBezTo>
                        <a:lnTo>
                          <a:pt x="276926" y="154510"/>
                        </a:ln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07" name="AutoShape 107"/>
                  <p:cNvSpPr/>
                  <p:nvPr/>
                </p:nvSpPr>
                <p:spPr>
                  <a:xfrm>
                    <a:off x="9457463" y="1859701"/>
                    <a:ext cx="131128" cy="1019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128" h="101968">
                        <a:moveTo>
                          <a:pt x="106035" y="101120"/>
                        </a:moveTo>
                        <a:cubicBezTo>
                          <a:pt x="108417" y="99631"/>
                          <a:pt x="108939" y="96503"/>
                          <a:pt x="109311" y="93674"/>
                        </a:cubicBezTo>
                        <a:cubicBezTo>
                          <a:pt x="112885" y="63591"/>
                          <a:pt x="120183" y="33955"/>
                          <a:pt x="131128" y="5659"/>
                        </a:cubicBezTo>
                        <a:cubicBezTo>
                          <a:pt x="94717" y="5063"/>
                          <a:pt x="58304" y="3202"/>
                          <a:pt x="21967" y="0"/>
                        </a:cubicBezTo>
                        <a:cubicBezTo>
                          <a:pt x="11021" y="32987"/>
                          <a:pt x="3649" y="67165"/>
                          <a:pt x="0" y="101716"/>
                        </a:cubicBezTo>
                        <a:cubicBezTo>
                          <a:pt x="33732" y="101790"/>
                          <a:pt x="67463" y="101865"/>
                          <a:pt x="101195" y="101939"/>
                        </a:cubicBezTo>
                        <a:cubicBezTo>
                          <a:pt x="102833" y="102014"/>
                          <a:pt x="104620" y="102014"/>
                          <a:pt x="106035" y="101120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08" name="AutoShape 108"/>
                  <p:cNvSpPr/>
                  <p:nvPr/>
                </p:nvSpPr>
                <p:spPr>
                  <a:xfrm>
                    <a:off x="9470420" y="2081972"/>
                    <a:ext cx="71632" cy="565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632" h="56591">
                        <a:moveTo>
                          <a:pt x="0" y="54209"/>
                        </a:moveTo>
                        <a:cubicBezTo>
                          <a:pt x="21371" y="53241"/>
                          <a:pt x="42816" y="54060"/>
                          <a:pt x="64038" y="56592"/>
                        </a:cubicBezTo>
                        <a:cubicBezTo>
                          <a:pt x="66570" y="38050"/>
                          <a:pt x="69101" y="19584"/>
                          <a:pt x="71633" y="1042"/>
                        </a:cubicBezTo>
                        <a:cubicBezTo>
                          <a:pt x="52794" y="670"/>
                          <a:pt x="33881" y="372"/>
                          <a:pt x="15042" y="0"/>
                        </a:cubicBezTo>
                        <a:cubicBezTo>
                          <a:pt x="10053" y="18094"/>
                          <a:pt x="5064" y="36114"/>
                          <a:pt x="0" y="54209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109" name="Group 109"/>
              <p:cNvGrpSpPr/>
              <p:nvPr/>
            </p:nvGrpSpPr>
            <p:grpSpPr>
              <a:xfrm>
                <a:off x="11188196" y="3567798"/>
                <a:ext cx="673513" cy="472241"/>
                <a:chOff x="11188196" y="3567798"/>
                <a:chExt cx="673513" cy="472241"/>
              </a:xfrm>
            </p:grpSpPr>
            <p:sp>
              <p:nvSpPr>
                <p:cNvPr id="110" name="AutoShape 110"/>
                <p:cNvSpPr/>
                <p:nvPr/>
              </p:nvSpPr>
              <p:spPr>
                <a:xfrm>
                  <a:off x="11188196" y="3567798"/>
                  <a:ext cx="673513" cy="472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513" h="472241">
                      <a:moveTo>
                        <a:pt x="673513" y="132841"/>
                      </a:moveTo>
                      <a:cubicBezTo>
                        <a:pt x="652292" y="245950"/>
                        <a:pt x="631145" y="359133"/>
                        <a:pt x="609922" y="472241"/>
                      </a:cubicBezTo>
                      <a:cubicBezTo>
                        <a:pt x="409171" y="422500"/>
                        <a:pt x="205367" y="385939"/>
                        <a:pt x="0" y="362111"/>
                      </a:cubicBezTo>
                      <a:lnTo>
                        <a:pt x="90546" y="0"/>
                      </a:lnTo>
                      <a:cubicBezTo>
                        <a:pt x="286457" y="37008"/>
                        <a:pt x="480953" y="81238"/>
                        <a:pt x="673513" y="132841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11" name="AutoShape 111"/>
                <p:cNvSpPr/>
                <p:nvPr/>
              </p:nvSpPr>
              <p:spPr>
                <a:xfrm>
                  <a:off x="11421934" y="3654398"/>
                  <a:ext cx="396412" cy="2904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412" h="290404">
                      <a:moveTo>
                        <a:pt x="394130" y="81909"/>
                      </a:moveTo>
                      <a:cubicBezTo>
                        <a:pt x="389960" y="73048"/>
                        <a:pt x="380354" y="67389"/>
                        <a:pt x="369780" y="67389"/>
                      </a:cubicBezTo>
                      <a:cubicBezTo>
                        <a:pt x="363451" y="67389"/>
                        <a:pt x="357568" y="69548"/>
                        <a:pt x="353101" y="73420"/>
                      </a:cubicBezTo>
                      <a:cubicBezTo>
                        <a:pt x="345804" y="79750"/>
                        <a:pt x="342825" y="89951"/>
                        <a:pt x="344910" y="99259"/>
                      </a:cubicBezTo>
                      <a:cubicBezTo>
                        <a:pt x="334783" y="105960"/>
                        <a:pt x="325996" y="111545"/>
                        <a:pt x="318029" y="116608"/>
                      </a:cubicBezTo>
                      <a:cubicBezTo>
                        <a:pt x="296659" y="130309"/>
                        <a:pt x="279160" y="141479"/>
                        <a:pt x="251757" y="162850"/>
                      </a:cubicBezTo>
                      <a:lnTo>
                        <a:pt x="230312" y="44752"/>
                      </a:lnTo>
                      <a:lnTo>
                        <a:pt x="100077" y="143192"/>
                      </a:lnTo>
                      <a:cubicBezTo>
                        <a:pt x="96429" y="131799"/>
                        <a:pt x="92929" y="120331"/>
                        <a:pt x="89652" y="108864"/>
                      </a:cubicBezTo>
                      <a:lnTo>
                        <a:pt x="134330" y="0"/>
                      </a:lnTo>
                      <a:lnTo>
                        <a:pt x="0" y="46837"/>
                      </a:lnTo>
                      <a:lnTo>
                        <a:pt x="75653" y="114077"/>
                      </a:lnTo>
                      <a:cubicBezTo>
                        <a:pt x="79376" y="126959"/>
                        <a:pt x="83323" y="139841"/>
                        <a:pt x="87567" y="152648"/>
                      </a:cubicBezTo>
                      <a:lnTo>
                        <a:pt x="16902" y="206038"/>
                      </a:lnTo>
                      <a:lnTo>
                        <a:pt x="275064" y="290404"/>
                      </a:lnTo>
                      <a:lnTo>
                        <a:pt x="263746" y="228377"/>
                      </a:lnTo>
                      <a:lnTo>
                        <a:pt x="291893" y="228377"/>
                      </a:lnTo>
                      <a:cubicBezTo>
                        <a:pt x="291372" y="237312"/>
                        <a:pt x="293829" y="246397"/>
                        <a:pt x="299339" y="253545"/>
                      </a:cubicBezTo>
                      <a:cubicBezTo>
                        <a:pt x="306041" y="262183"/>
                        <a:pt x="317136" y="267395"/>
                        <a:pt x="329050" y="267395"/>
                      </a:cubicBezTo>
                      <a:cubicBezTo>
                        <a:pt x="339995" y="267395"/>
                        <a:pt x="350197" y="263076"/>
                        <a:pt x="356824" y="255556"/>
                      </a:cubicBezTo>
                      <a:cubicBezTo>
                        <a:pt x="364792" y="246546"/>
                        <a:pt x="367323" y="233515"/>
                        <a:pt x="363600" y="220707"/>
                      </a:cubicBezTo>
                      <a:cubicBezTo>
                        <a:pt x="359877" y="207825"/>
                        <a:pt x="350718" y="198219"/>
                        <a:pt x="339176" y="194869"/>
                      </a:cubicBezTo>
                      <a:cubicBezTo>
                        <a:pt x="335975" y="193975"/>
                        <a:pt x="332698" y="193454"/>
                        <a:pt x="329273" y="193454"/>
                      </a:cubicBezTo>
                      <a:cubicBezTo>
                        <a:pt x="316763" y="193454"/>
                        <a:pt x="304700" y="199709"/>
                        <a:pt x="297924" y="209761"/>
                      </a:cubicBezTo>
                      <a:cubicBezTo>
                        <a:pt x="297105" y="210952"/>
                        <a:pt x="296435" y="212218"/>
                        <a:pt x="295765" y="213559"/>
                      </a:cubicBezTo>
                      <a:lnTo>
                        <a:pt x="260991" y="213559"/>
                      </a:lnTo>
                      <a:lnTo>
                        <a:pt x="254811" y="179455"/>
                      </a:lnTo>
                      <a:cubicBezTo>
                        <a:pt x="285191" y="155404"/>
                        <a:pt x="302615" y="144160"/>
                        <a:pt x="326071" y="129193"/>
                      </a:cubicBezTo>
                      <a:cubicBezTo>
                        <a:pt x="333890" y="124204"/>
                        <a:pt x="342528" y="118693"/>
                        <a:pt x="352431" y="112215"/>
                      </a:cubicBezTo>
                      <a:cubicBezTo>
                        <a:pt x="357271" y="116757"/>
                        <a:pt x="363824" y="119513"/>
                        <a:pt x="370674" y="119513"/>
                      </a:cubicBezTo>
                      <a:cubicBezTo>
                        <a:pt x="372015" y="119513"/>
                        <a:pt x="373429" y="119363"/>
                        <a:pt x="374770" y="119140"/>
                      </a:cubicBezTo>
                      <a:cubicBezTo>
                        <a:pt x="382440" y="117874"/>
                        <a:pt x="389289" y="112588"/>
                        <a:pt x="393236" y="105141"/>
                      </a:cubicBezTo>
                      <a:cubicBezTo>
                        <a:pt x="397108" y="97621"/>
                        <a:pt x="397481" y="88908"/>
                        <a:pt x="394130" y="81909"/>
                      </a:cubicBezTo>
                      <a:close/>
                      <a:moveTo>
                        <a:pt x="107971" y="24870"/>
                      </a:moveTo>
                      <a:lnTo>
                        <a:pt x="78557" y="96652"/>
                      </a:lnTo>
                      <a:lnTo>
                        <a:pt x="28892" y="52496"/>
                      </a:lnTo>
                      <a:lnTo>
                        <a:pt x="107971" y="24870"/>
                      </a:lnTo>
                      <a:close/>
                      <a:moveTo>
                        <a:pt x="310210" y="218026"/>
                      </a:moveTo>
                      <a:cubicBezTo>
                        <a:pt x="314232" y="212069"/>
                        <a:pt x="321678" y="208272"/>
                        <a:pt x="329273" y="208272"/>
                      </a:cubicBezTo>
                      <a:cubicBezTo>
                        <a:pt x="331284" y="208272"/>
                        <a:pt x="333220" y="208570"/>
                        <a:pt x="335007" y="209091"/>
                      </a:cubicBezTo>
                      <a:cubicBezTo>
                        <a:pt x="341485" y="210952"/>
                        <a:pt x="346921" y="216984"/>
                        <a:pt x="349229" y="224728"/>
                      </a:cubicBezTo>
                      <a:cubicBezTo>
                        <a:pt x="351463" y="232547"/>
                        <a:pt x="350122" y="240514"/>
                        <a:pt x="345580" y="245578"/>
                      </a:cubicBezTo>
                      <a:cubicBezTo>
                        <a:pt x="341708" y="249897"/>
                        <a:pt x="335602" y="252428"/>
                        <a:pt x="328900" y="252428"/>
                      </a:cubicBezTo>
                      <a:cubicBezTo>
                        <a:pt x="321529" y="252428"/>
                        <a:pt x="314827" y="249450"/>
                        <a:pt x="310955" y="244386"/>
                      </a:cubicBezTo>
                      <a:cubicBezTo>
                        <a:pt x="305370" y="237089"/>
                        <a:pt x="304998" y="225696"/>
                        <a:pt x="310210" y="218026"/>
                      </a:cubicBezTo>
                      <a:close/>
                      <a:moveTo>
                        <a:pt x="183029" y="219590"/>
                      </a:moveTo>
                      <a:cubicBezTo>
                        <a:pt x="168211" y="221899"/>
                        <a:pt x="151233" y="220111"/>
                        <a:pt x="141552" y="208644"/>
                      </a:cubicBezTo>
                      <a:cubicBezTo>
                        <a:pt x="134628" y="200528"/>
                        <a:pt x="132990" y="188986"/>
                        <a:pt x="134330" y="178412"/>
                      </a:cubicBezTo>
                      <a:cubicBezTo>
                        <a:pt x="136862" y="159052"/>
                        <a:pt x="149297" y="141255"/>
                        <a:pt x="166573" y="132171"/>
                      </a:cubicBezTo>
                      <a:cubicBezTo>
                        <a:pt x="193155" y="118247"/>
                        <a:pt x="233142" y="131873"/>
                        <a:pt x="237758" y="161435"/>
                      </a:cubicBezTo>
                      <a:cubicBezTo>
                        <a:pt x="242375" y="190773"/>
                        <a:pt x="212218" y="215048"/>
                        <a:pt x="183029" y="219590"/>
                      </a:cubicBezTo>
                      <a:close/>
                      <a:moveTo>
                        <a:pt x="379982" y="98216"/>
                      </a:moveTo>
                      <a:cubicBezTo>
                        <a:pt x="378195" y="101567"/>
                        <a:pt x="375365" y="103875"/>
                        <a:pt x="372238" y="104397"/>
                      </a:cubicBezTo>
                      <a:cubicBezTo>
                        <a:pt x="371716" y="104471"/>
                        <a:pt x="371121" y="104545"/>
                        <a:pt x="370599" y="104545"/>
                      </a:cubicBezTo>
                      <a:cubicBezTo>
                        <a:pt x="367472" y="104545"/>
                        <a:pt x="364345" y="103056"/>
                        <a:pt x="362111" y="100897"/>
                      </a:cubicBezTo>
                      <a:lnTo>
                        <a:pt x="359952" y="97621"/>
                      </a:lnTo>
                      <a:cubicBezTo>
                        <a:pt x="358165" y="93302"/>
                        <a:pt x="359355" y="87717"/>
                        <a:pt x="362856" y="84590"/>
                      </a:cubicBezTo>
                      <a:cubicBezTo>
                        <a:pt x="364568" y="83100"/>
                        <a:pt x="367025" y="82281"/>
                        <a:pt x="369706" y="82281"/>
                      </a:cubicBezTo>
                      <a:cubicBezTo>
                        <a:pt x="374397" y="82281"/>
                        <a:pt x="378939" y="84738"/>
                        <a:pt x="380578" y="88313"/>
                      </a:cubicBezTo>
                      <a:cubicBezTo>
                        <a:pt x="381992" y="91142"/>
                        <a:pt x="381769" y="94791"/>
                        <a:pt x="379982" y="98216"/>
                      </a:cubicBezTo>
                      <a:close/>
                    </a:path>
                  </a:pathLst>
                </a:custGeom>
                <a:solidFill>
                  <a:srgbClr val="E0DBD5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grpSp>
            <p:nvGrpSpPr>
              <p:cNvPr id="112" name="Group 112"/>
              <p:cNvGrpSpPr/>
              <p:nvPr/>
            </p:nvGrpSpPr>
            <p:grpSpPr>
              <a:xfrm>
                <a:off x="9479877" y="3426350"/>
                <a:ext cx="817896" cy="598200"/>
                <a:chOff x="9479877" y="3426350"/>
                <a:chExt cx="817896" cy="598200"/>
              </a:xfrm>
            </p:grpSpPr>
            <p:sp>
              <p:nvSpPr>
                <p:cNvPr id="113" name="AutoShape 113"/>
                <p:cNvSpPr/>
                <p:nvPr/>
              </p:nvSpPr>
              <p:spPr>
                <a:xfrm>
                  <a:off x="9479877" y="3426350"/>
                  <a:ext cx="817896" cy="59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895" h="598200">
                      <a:moveTo>
                        <a:pt x="817896" y="17169"/>
                      </a:moveTo>
                      <a:lnTo>
                        <a:pt x="740828" y="485241"/>
                      </a:lnTo>
                      <a:cubicBezTo>
                        <a:pt x="491527" y="504452"/>
                        <a:pt x="243716" y="542428"/>
                        <a:pt x="0" y="598200"/>
                      </a:cubicBezTo>
                      <a:lnTo>
                        <a:pt x="57262" y="3319"/>
                      </a:lnTo>
                      <a:cubicBezTo>
                        <a:pt x="310807" y="-3904"/>
                        <a:pt x="564724" y="639"/>
                        <a:pt x="817896" y="17169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14" name="Group 114"/>
                <p:cNvGrpSpPr/>
                <p:nvPr/>
              </p:nvGrpSpPr>
              <p:grpSpPr>
                <a:xfrm>
                  <a:off x="9607686" y="3453423"/>
                  <a:ext cx="651664" cy="454196"/>
                  <a:chOff x="9607686" y="3453423"/>
                  <a:chExt cx="651664" cy="454196"/>
                </a:xfrm>
              </p:grpSpPr>
              <p:grpSp>
                <p:nvGrpSpPr>
                  <p:cNvPr id="115" name="Group 115"/>
                  <p:cNvGrpSpPr/>
                  <p:nvPr/>
                </p:nvGrpSpPr>
                <p:grpSpPr>
                  <a:xfrm>
                    <a:off x="9817713" y="3453423"/>
                    <a:ext cx="441637" cy="454196"/>
                    <a:chOff x="9817713" y="3453423"/>
                    <a:chExt cx="441637" cy="454196"/>
                  </a:xfrm>
                </p:grpSpPr>
                <p:sp>
                  <p:nvSpPr>
                    <p:cNvPr id="116" name="AutoShape 116"/>
                    <p:cNvSpPr/>
                    <p:nvPr/>
                  </p:nvSpPr>
                  <p:spPr>
                    <a:xfrm>
                      <a:off x="9850253" y="3483945"/>
                      <a:ext cx="309435" cy="1488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9435" h="148858">
                          <a:moveTo>
                            <a:pt x="301871" y="25623"/>
                          </a:moveTo>
                          <a:cubicBezTo>
                            <a:pt x="298222" y="20039"/>
                            <a:pt x="293308" y="15347"/>
                            <a:pt x="287872" y="11475"/>
                          </a:cubicBezTo>
                          <a:cubicBezTo>
                            <a:pt x="278416" y="4699"/>
                            <a:pt x="267172" y="231"/>
                            <a:pt x="255555" y="8"/>
                          </a:cubicBezTo>
                          <a:cubicBezTo>
                            <a:pt x="239397" y="-290"/>
                            <a:pt x="223909" y="7678"/>
                            <a:pt x="212367" y="18922"/>
                          </a:cubicBezTo>
                          <a:cubicBezTo>
                            <a:pt x="207751" y="23389"/>
                            <a:pt x="203804" y="28453"/>
                            <a:pt x="200379" y="33814"/>
                          </a:cubicBezTo>
                          <a:cubicBezTo>
                            <a:pt x="153020" y="39026"/>
                            <a:pt x="105216" y="40739"/>
                            <a:pt x="57708" y="38803"/>
                          </a:cubicBezTo>
                          <a:lnTo>
                            <a:pt x="52273" y="38580"/>
                          </a:lnTo>
                          <a:lnTo>
                            <a:pt x="50411" y="43643"/>
                          </a:lnTo>
                          <a:cubicBezTo>
                            <a:pt x="37753" y="77896"/>
                            <a:pt x="20849" y="110436"/>
                            <a:pt x="0" y="140370"/>
                          </a:cubicBezTo>
                          <a:lnTo>
                            <a:pt x="12212" y="148859"/>
                          </a:lnTo>
                          <a:cubicBezTo>
                            <a:pt x="32689" y="119372"/>
                            <a:pt x="49592" y="87427"/>
                            <a:pt x="62474" y="53844"/>
                          </a:cubicBezTo>
                          <a:cubicBezTo>
                            <a:pt x="105811" y="55408"/>
                            <a:pt x="149297" y="53993"/>
                            <a:pt x="192486" y="49674"/>
                          </a:cubicBezTo>
                          <a:cubicBezTo>
                            <a:pt x="188688" y="59727"/>
                            <a:pt x="186678" y="70375"/>
                            <a:pt x="186901" y="81098"/>
                          </a:cubicBezTo>
                          <a:cubicBezTo>
                            <a:pt x="187050" y="88097"/>
                            <a:pt x="188092" y="95246"/>
                            <a:pt x="190922" y="101649"/>
                          </a:cubicBezTo>
                          <a:cubicBezTo>
                            <a:pt x="198890" y="120042"/>
                            <a:pt x="220633" y="130020"/>
                            <a:pt x="240514" y="127935"/>
                          </a:cubicBezTo>
                          <a:cubicBezTo>
                            <a:pt x="260396" y="125850"/>
                            <a:pt x="278192" y="113638"/>
                            <a:pt x="290925" y="98150"/>
                          </a:cubicBezTo>
                          <a:cubicBezTo>
                            <a:pt x="299265" y="88023"/>
                            <a:pt x="305818" y="76183"/>
                            <a:pt x="308350" y="63301"/>
                          </a:cubicBezTo>
                          <a:cubicBezTo>
                            <a:pt x="310881" y="50568"/>
                            <a:pt x="309094" y="36569"/>
                            <a:pt x="301871" y="25623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7" name="AutoShape 117"/>
                    <p:cNvSpPr/>
                    <p:nvPr/>
                  </p:nvSpPr>
                  <p:spPr>
                    <a:xfrm>
                      <a:off x="10096278" y="3453423"/>
                      <a:ext cx="163072" cy="39055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3072" h="390555">
                          <a:moveTo>
                            <a:pt x="42443" y="99184"/>
                          </a:moveTo>
                          <a:cubicBezTo>
                            <a:pt x="38944" y="95610"/>
                            <a:pt x="32615" y="96503"/>
                            <a:pt x="28742" y="99631"/>
                          </a:cubicBezTo>
                          <a:cubicBezTo>
                            <a:pt x="24870" y="102833"/>
                            <a:pt x="22786" y="107598"/>
                            <a:pt x="20849" y="112215"/>
                          </a:cubicBezTo>
                          <a:cubicBezTo>
                            <a:pt x="19658" y="115119"/>
                            <a:pt x="18392" y="118098"/>
                            <a:pt x="17201" y="121002"/>
                          </a:cubicBezTo>
                          <a:cubicBezTo>
                            <a:pt x="11318" y="135224"/>
                            <a:pt x="5287" y="149670"/>
                            <a:pt x="3500" y="164934"/>
                          </a:cubicBezTo>
                          <a:cubicBezTo>
                            <a:pt x="1712" y="180199"/>
                            <a:pt x="4617" y="196730"/>
                            <a:pt x="14743" y="208346"/>
                          </a:cubicBezTo>
                          <a:cubicBezTo>
                            <a:pt x="20924" y="215495"/>
                            <a:pt x="29338" y="220260"/>
                            <a:pt x="36412" y="226515"/>
                          </a:cubicBezTo>
                          <a:cubicBezTo>
                            <a:pt x="46092" y="235153"/>
                            <a:pt x="52943" y="246397"/>
                            <a:pt x="59570" y="257491"/>
                          </a:cubicBezTo>
                          <a:cubicBezTo>
                            <a:pt x="85855" y="301350"/>
                            <a:pt x="111247" y="345730"/>
                            <a:pt x="135820" y="390556"/>
                          </a:cubicBezTo>
                          <a:cubicBezTo>
                            <a:pt x="144904" y="305594"/>
                            <a:pt x="153988" y="220633"/>
                            <a:pt x="163073" y="135745"/>
                          </a:cubicBezTo>
                          <a:cubicBezTo>
                            <a:pt x="114300" y="83919"/>
                            <a:pt x="64038" y="31051"/>
                            <a:pt x="0" y="0"/>
                          </a:cubicBezTo>
                          <a:cubicBezTo>
                            <a:pt x="9010" y="35072"/>
                            <a:pt x="23307" y="68654"/>
                            <a:pt x="42443" y="99184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8" name="AutoShape 118"/>
                    <p:cNvSpPr/>
                    <p:nvPr/>
                  </p:nvSpPr>
                  <p:spPr>
                    <a:xfrm>
                      <a:off x="9857253" y="3632870"/>
                      <a:ext cx="272576" cy="1282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2576" h="128280">
                          <a:moveTo>
                            <a:pt x="251088" y="11475"/>
                          </a:moveTo>
                          <a:cubicBezTo>
                            <a:pt x="241631" y="4699"/>
                            <a:pt x="230387" y="231"/>
                            <a:pt x="218771" y="8"/>
                          </a:cubicBezTo>
                          <a:cubicBezTo>
                            <a:pt x="202613" y="-290"/>
                            <a:pt x="187124" y="7678"/>
                            <a:pt x="175583" y="18922"/>
                          </a:cubicBezTo>
                          <a:cubicBezTo>
                            <a:pt x="163222" y="30910"/>
                            <a:pt x="154882" y="46771"/>
                            <a:pt x="151606" y="63673"/>
                          </a:cubicBezTo>
                          <a:lnTo>
                            <a:pt x="0" y="75290"/>
                          </a:lnTo>
                          <a:lnTo>
                            <a:pt x="1117" y="90108"/>
                          </a:lnTo>
                          <a:lnTo>
                            <a:pt x="150117" y="78715"/>
                          </a:lnTo>
                          <a:cubicBezTo>
                            <a:pt x="150117" y="79534"/>
                            <a:pt x="150042" y="80353"/>
                            <a:pt x="150042" y="81172"/>
                          </a:cubicBezTo>
                          <a:cubicBezTo>
                            <a:pt x="150191" y="88172"/>
                            <a:pt x="151233" y="95320"/>
                            <a:pt x="154063" y="101724"/>
                          </a:cubicBezTo>
                          <a:cubicBezTo>
                            <a:pt x="162031" y="120116"/>
                            <a:pt x="183773" y="130094"/>
                            <a:pt x="203655" y="128009"/>
                          </a:cubicBezTo>
                          <a:cubicBezTo>
                            <a:pt x="223537" y="125924"/>
                            <a:pt x="241333" y="113712"/>
                            <a:pt x="254066" y="98224"/>
                          </a:cubicBezTo>
                          <a:cubicBezTo>
                            <a:pt x="262406" y="88097"/>
                            <a:pt x="268959" y="76258"/>
                            <a:pt x="271491" y="63376"/>
                          </a:cubicBezTo>
                          <a:cubicBezTo>
                            <a:pt x="274022" y="50494"/>
                            <a:pt x="272235" y="36495"/>
                            <a:pt x="265012" y="25549"/>
                          </a:cubicBezTo>
                          <a:cubicBezTo>
                            <a:pt x="261438" y="20039"/>
                            <a:pt x="256524" y="15347"/>
                            <a:pt x="251088" y="11475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9" name="AutoShape 119"/>
                    <p:cNvSpPr/>
                    <p:nvPr/>
                  </p:nvSpPr>
                  <p:spPr>
                    <a:xfrm>
                      <a:off x="9817713" y="3779263"/>
                      <a:ext cx="287320" cy="1283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7320" h="128356">
                          <a:moveTo>
                            <a:pt x="265831" y="11475"/>
                          </a:moveTo>
                          <a:cubicBezTo>
                            <a:pt x="256374" y="4699"/>
                            <a:pt x="245131" y="231"/>
                            <a:pt x="233514" y="8"/>
                          </a:cubicBezTo>
                          <a:cubicBezTo>
                            <a:pt x="217356" y="-290"/>
                            <a:pt x="201868" y="7678"/>
                            <a:pt x="190326" y="18921"/>
                          </a:cubicBezTo>
                          <a:cubicBezTo>
                            <a:pt x="173796" y="35005"/>
                            <a:pt x="164339" y="58089"/>
                            <a:pt x="164786" y="81172"/>
                          </a:cubicBezTo>
                          <a:cubicBezTo>
                            <a:pt x="164786" y="81470"/>
                            <a:pt x="164860" y="81843"/>
                            <a:pt x="164860" y="82140"/>
                          </a:cubicBezTo>
                          <a:lnTo>
                            <a:pt x="86079" y="85491"/>
                          </a:lnTo>
                          <a:cubicBezTo>
                            <a:pt x="78707" y="85789"/>
                            <a:pt x="71112" y="86161"/>
                            <a:pt x="64485" y="84076"/>
                          </a:cubicBezTo>
                          <a:cubicBezTo>
                            <a:pt x="53688" y="80725"/>
                            <a:pt x="45646" y="71343"/>
                            <a:pt x="37157" y="61365"/>
                          </a:cubicBezTo>
                          <a:cubicBezTo>
                            <a:pt x="28222" y="50866"/>
                            <a:pt x="18914" y="40069"/>
                            <a:pt x="5362" y="34782"/>
                          </a:cubicBezTo>
                          <a:lnTo>
                            <a:pt x="0" y="48707"/>
                          </a:lnTo>
                          <a:cubicBezTo>
                            <a:pt x="10053" y="52578"/>
                            <a:pt x="17722" y="61589"/>
                            <a:pt x="25839" y="71045"/>
                          </a:cubicBezTo>
                          <a:cubicBezTo>
                            <a:pt x="35370" y="82140"/>
                            <a:pt x="45199" y="93682"/>
                            <a:pt x="60091" y="98299"/>
                          </a:cubicBezTo>
                          <a:cubicBezTo>
                            <a:pt x="66048" y="100160"/>
                            <a:pt x="72154" y="100607"/>
                            <a:pt x="77963" y="100607"/>
                          </a:cubicBezTo>
                          <a:cubicBezTo>
                            <a:pt x="81015" y="100607"/>
                            <a:pt x="83919" y="100458"/>
                            <a:pt x="86749" y="100384"/>
                          </a:cubicBezTo>
                          <a:lnTo>
                            <a:pt x="167094" y="97033"/>
                          </a:lnTo>
                          <a:cubicBezTo>
                            <a:pt x="167615" y="98671"/>
                            <a:pt x="168137" y="100235"/>
                            <a:pt x="168806" y="101798"/>
                          </a:cubicBezTo>
                          <a:cubicBezTo>
                            <a:pt x="176774" y="120191"/>
                            <a:pt x="198517" y="130169"/>
                            <a:pt x="218399" y="128084"/>
                          </a:cubicBezTo>
                          <a:cubicBezTo>
                            <a:pt x="238280" y="126073"/>
                            <a:pt x="256077" y="113787"/>
                            <a:pt x="268810" y="98299"/>
                          </a:cubicBezTo>
                          <a:cubicBezTo>
                            <a:pt x="277150" y="88172"/>
                            <a:pt x="283703" y="76332"/>
                            <a:pt x="286234" y="63450"/>
                          </a:cubicBezTo>
                          <a:cubicBezTo>
                            <a:pt x="288766" y="50568"/>
                            <a:pt x="286979" y="36569"/>
                            <a:pt x="279756" y="25623"/>
                          </a:cubicBezTo>
                          <a:cubicBezTo>
                            <a:pt x="276182" y="20039"/>
                            <a:pt x="271192" y="15422"/>
                            <a:pt x="265831" y="11475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120" name="AutoShape 120"/>
                  <p:cNvSpPr/>
                  <p:nvPr/>
                </p:nvSpPr>
                <p:spPr>
                  <a:xfrm>
                    <a:off x="9607686" y="3561444"/>
                    <a:ext cx="311210" cy="325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1210" h="325724">
                        <a:moveTo>
                          <a:pt x="256491" y="29139"/>
                        </a:moveTo>
                        <a:cubicBezTo>
                          <a:pt x="232515" y="12012"/>
                          <a:pt x="203921" y="620"/>
                          <a:pt x="174434" y="24"/>
                        </a:cubicBezTo>
                        <a:cubicBezTo>
                          <a:pt x="133480" y="-795"/>
                          <a:pt x="94163" y="19459"/>
                          <a:pt x="64825" y="47978"/>
                        </a:cubicBezTo>
                        <a:cubicBezTo>
                          <a:pt x="22828" y="88783"/>
                          <a:pt x="-1149" y="147460"/>
                          <a:pt x="42" y="205987"/>
                        </a:cubicBezTo>
                        <a:cubicBezTo>
                          <a:pt x="415" y="223858"/>
                          <a:pt x="3096" y="241878"/>
                          <a:pt x="10244" y="258260"/>
                        </a:cubicBezTo>
                        <a:cubicBezTo>
                          <a:pt x="30498" y="304873"/>
                          <a:pt x="85600" y="330265"/>
                          <a:pt x="136160" y="325053"/>
                        </a:cubicBezTo>
                        <a:cubicBezTo>
                          <a:pt x="186720" y="319840"/>
                          <a:pt x="231919" y="288790"/>
                          <a:pt x="264161" y="249548"/>
                        </a:cubicBezTo>
                        <a:cubicBezTo>
                          <a:pt x="285308" y="223784"/>
                          <a:pt x="302062" y="193775"/>
                          <a:pt x="308467" y="161086"/>
                        </a:cubicBezTo>
                        <a:cubicBezTo>
                          <a:pt x="314870" y="128397"/>
                          <a:pt x="310328" y="92879"/>
                          <a:pt x="292085" y="65030"/>
                        </a:cubicBezTo>
                        <a:cubicBezTo>
                          <a:pt x="282777" y="50882"/>
                          <a:pt x="270267" y="38968"/>
                          <a:pt x="256491" y="29139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21" name="AutoShape 121"/>
                  <p:cNvSpPr/>
                  <p:nvPr/>
                </p:nvSpPr>
                <p:spPr>
                  <a:xfrm>
                    <a:off x="9672185" y="3628994"/>
                    <a:ext cx="182144" cy="1906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2144" h="190657">
                        <a:moveTo>
                          <a:pt x="150144" y="17064"/>
                        </a:moveTo>
                        <a:cubicBezTo>
                          <a:pt x="136145" y="7012"/>
                          <a:pt x="119391" y="385"/>
                          <a:pt x="102116" y="12"/>
                        </a:cubicBezTo>
                        <a:cubicBezTo>
                          <a:pt x="78139" y="-435"/>
                          <a:pt x="55130" y="11405"/>
                          <a:pt x="37929" y="28085"/>
                        </a:cubicBezTo>
                        <a:cubicBezTo>
                          <a:pt x="13357" y="51987"/>
                          <a:pt x="-717" y="86315"/>
                          <a:pt x="28" y="120567"/>
                        </a:cubicBezTo>
                        <a:cubicBezTo>
                          <a:pt x="251" y="130992"/>
                          <a:pt x="1815" y="141566"/>
                          <a:pt x="5985" y="151171"/>
                        </a:cubicBezTo>
                        <a:cubicBezTo>
                          <a:pt x="17825" y="178425"/>
                          <a:pt x="50067" y="193317"/>
                          <a:pt x="79703" y="190264"/>
                        </a:cubicBezTo>
                        <a:cubicBezTo>
                          <a:pt x="109265" y="187211"/>
                          <a:pt x="135699" y="169042"/>
                          <a:pt x="154612" y="146033"/>
                        </a:cubicBezTo>
                        <a:cubicBezTo>
                          <a:pt x="166973" y="130992"/>
                          <a:pt x="176802" y="113419"/>
                          <a:pt x="180525" y="94282"/>
                        </a:cubicBezTo>
                        <a:cubicBezTo>
                          <a:pt x="184323" y="75145"/>
                          <a:pt x="181568" y="54370"/>
                          <a:pt x="170920" y="38063"/>
                        </a:cubicBezTo>
                        <a:cubicBezTo>
                          <a:pt x="165558" y="29797"/>
                          <a:pt x="158261" y="22798"/>
                          <a:pt x="150144" y="17064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22" name="AutoShape 122"/>
                  <p:cNvSpPr/>
                  <p:nvPr/>
                </p:nvSpPr>
                <p:spPr>
                  <a:xfrm>
                    <a:off x="9630625" y="3585520"/>
                    <a:ext cx="265481" cy="2775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5481" h="277521">
                        <a:moveTo>
                          <a:pt x="105700" y="277522"/>
                        </a:moveTo>
                        <a:cubicBezTo>
                          <a:pt x="105700" y="277522"/>
                          <a:pt x="105700" y="277522"/>
                          <a:pt x="105700" y="277522"/>
                        </a:cubicBezTo>
                        <a:cubicBezTo>
                          <a:pt x="62810" y="277522"/>
                          <a:pt x="23866" y="254141"/>
                          <a:pt x="8750" y="219292"/>
                        </a:cubicBezTo>
                        <a:cubicBezTo>
                          <a:pt x="3240" y="206634"/>
                          <a:pt x="410" y="191964"/>
                          <a:pt x="38" y="174615"/>
                        </a:cubicBezTo>
                        <a:cubicBezTo>
                          <a:pt x="-1005" y="125246"/>
                          <a:pt x="19473" y="75282"/>
                          <a:pt x="54842" y="40880"/>
                        </a:cubicBezTo>
                        <a:cubicBezTo>
                          <a:pt x="81500" y="14893"/>
                          <a:pt x="114934" y="0"/>
                          <a:pt x="146357" y="0"/>
                        </a:cubicBezTo>
                        <a:lnTo>
                          <a:pt x="148367" y="0"/>
                        </a:lnTo>
                        <a:cubicBezTo>
                          <a:pt x="172195" y="447"/>
                          <a:pt x="196396" y="9010"/>
                          <a:pt x="218511" y="24796"/>
                        </a:cubicBezTo>
                        <a:cubicBezTo>
                          <a:pt x="231393" y="34029"/>
                          <a:pt x="241594" y="44380"/>
                          <a:pt x="248966" y="55549"/>
                        </a:cubicBezTo>
                        <a:cubicBezTo>
                          <a:pt x="263784" y="78186"/>
                          <a:pt x="268997" y="108269"/>
                          <a:pt x="263114" y="137979"/>
                        </a:cubicBezTo>
                        <a:cubicBezTo>
                          <a:pt x="258051" y="163594"/>
                          <a:pt x="245467" y="188763"/>
                          <a:pt x="225585" y="212963"/>
                        </a:cubicBezTo>
                        <a:cubicBezTo>
                          <a:pt x="194981" y="250194"/>
                          <a:pt x="156409" y="272905"/>
                          <a:pt x="116944" y="276926"/>
                        </a:cubicBezTo>
                        <a:cubicBezTo>
                          <a:pt x="113221" y="277373"/>
                          <a:pt x="109423" y="277522"/>
                          <a:pt x="105700" y="277522"/>
                        </a:cubicBezTo>
                        <a:close/>
                        <a:moveTo>
                          <a:pt x="146357" y="7446"/>
                        </a:moveTo>
                        <a:cubicBezTo>
                          <a:pt x="116795" y="7446"/>
                          <a:pt x="85298" y="21594"/>
                          <a:pt x="59980" y="46167"/>
                        </a:cubicBezTo>
                        <a:cubicBezTo>
                          <a:pt x="26025" y="79154"/>
                          <a:pt x="6367" y="127108"/>
                          <a:pt x="7410" y="174391"/>
                        </a:cubicBezTo>
                        <a:cubicBezTo>
                          <a:pt x="7782" y="190773"/>
                          <a:pt x="10388" y="204549"/>
                          <a:pt x="15526" y="216314"/>
                        </a:cubicBezTo>
                        <a:cubicBezTo>
                          <a:pt x="29525" y="248407"/>
                          <a:pt x="65714" y="270001"/>
                          <a:pt x="105626" y="270001"/>
                        </a:cubicBezTo>
                        <a:cubicBezTo>
                          <a:pt x="105626" y="270001"/>
                          <a:pt x="105626" y="270001"/>
                          <a:pt x="105626" y="270001"/>
                        </a:cubicBezTo>
                        <a:cubicBezTo>
                          <a:pt x="109126" y="270001"/>
                          <a:pt x="112625" y="269852"/>
                          <a:pt x="116125" y="269480"/>
                        </a:cubicBezTo>
                        <a:cubicBezTo>
                          <a:pt x="153654" y="265608"/>
                          <a:pt x="190439" y="243865"/>
                          <a:pt x="219777" y="208197"/>
                        </a:cubicBezTo>
                        <a:cubicBezTo>
                          <a:pt x="238839" y="184965"/>
                          <a:pt x="250977" y="160914"/>
                          <a:pt x="255743" y="136490"/>
                        </a:cubicBezTo>
                        <a:cubicBezTo>
                          <a:pt x="261178" y="108641"/>
                          <a:pt x="256412" y="80643"/>
                          <a:pt x="242637" y="59570"/>
                        </a:cubicBezTo>
                        <a:cubicBezTo>
                          <a:pt x="235787" y="49145"/>
                          <a:pt x="226181" y="39465"/>
                          <a:pt x="214043" y="30753"/>
                        </a:cubicBezTo>
                        <a:cubicBezTo>
                          <a:pt x="193194" y="15861"/>
                          <a:pt x="170408" y="7744"/>
                          <a:pt x="148144" y="7297"/>
                        </a:cubicBezTo>
                        <a:lnTo>
                          <a:pt x="146357" y="7446"/>
                        </a:ln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123" name="Group 123"/>
              <p:cNvGrpSpPr/>
              <p:nvPr/>
            </p:nvGrpSpPr>
            <p:grpSpPr>
              <a:xfrm>
                <a:off x="7837233" y="2420827"/>
                <a:ext cx="1140468" cy="962005"/>
                <a:chOff x="7837233" y="2420827"/>
                <a:chExt cx="1140468" cy="962005"/>
              </a:xfrm>
            </p:grpSpPr>
            <p:sp>
              <p:nvSpPr>
                <p:cNvPr id="124" name="AutoShape 124"/>
                <p:cNvSpPr/>
                <p:nvPr/>
              </p:nvSpPr>
              <p:spPr>
                <a:xfrm>
                  <a:off x="7837233" y="2420827"/>
                  <a:ext cx="1140468" cy="962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0468" h="962005">
                      <a:moveTo>
                        <a:pt x="0" y="73072"/>
                      </a:moveTo>
                      <a:cubicBezTo>
                        <a:pt x="377972" y="23331"/>
                        <a:pt x="759294" y="-870"/>
                        <a:pt x="1140468" y="24"/>
                      </a:cubicBezTo>
                      <a:lnTo>
                        <a:pt x="1092440" y="861332"/>
                      </a:lnTo>
                      <a:cubicBezTo>
                        <a:pt x="757954" y="879427"/>
                        <a:pt x="424287" y="912711"/>
                        <a:pt x="92929" y="962005"/>
                      </a:cubicBezTo>
                      <a:lnTo>
                        <a:pt x="0" y="73072"/>
                      </a:ln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25" name="Group 125"/>
                <p:cNvGrpSpPr/>
                <p:nvPr/>
              </p:nvGrpSpPr>
              <p:grpSpPr>
                <a:xfrm>
                  <a:off x="7972159" y="2554065"/>
                  <a:ext cx="877987" cy="682895"/>
                  <a:chOff x="7972159" y="2554065"/>
                  <a:chExt cx="877987" cy="682895"/>
                </a:xfrm>
                <a:solidFill>
                  <a:srgbClr val="E0DBD5">
                    <a:alpha val="100000"/>
                  </a:srgbClr>
                </a:solidFill>
              </p:grpSpPr>
              <p:sp>
                <p:nvSpPr>
                  <p:cNvPr id="126" name="AutoShape 126"/>
                  <p:cNvSpPr/>
                  <p:nvPr/>
                </p:nvSpPr>
                <p:spPr>
                  <a:xfrm>
                    <a:off x="7972159" y="2554065"/>
                    <a:ext cx="877987" cy="5440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7987" h="544023">
                        <a:moveTo>
                          <a:pt x="784090" y="430096"/>
                        </a:moveTo>
                        <a:cubicBezTo>
                          <a:pt x="789303" y="388918"/>
                          <a:pt x="791611" y="347293"/>
                          <a:pt x="790941" y="305892"/>
                        </a:cubicBezTo>
                        <a:lnTo>
                          <a:pt x="790792" y="297850"/>
                        </a:lnTo>
                        <a:lnTo>
                          <a:pt x="714617" y="305296"/>
                        </a:lnTo>
                        <a:cubicBezTo>
                          <a:pt x="715585" y="293234"/>
                          <a:pt x="716255" y="281171"/>
                          <a:pt x="716627" y="269108"/>
                        </a:cubicBezTo>
                        <a:lnTo>
                          <a:pt x="716851" y="261140"/>
                        </a:lnTo>
                        <a:lnTo>
                          <a:pt x="708958" y="261438"/>
                        </a:lnTo>
                        <a:cubicBezTo>
                          <a:pt x="645813" y="263746"/>
                          <a:pt x="582223" y="267991"/>
                          <a:pt x="519004" y="274022"/>
                        </a:cubicBezTo>
                        <a:lnTo>
                          <a:pt x="523546" y="81611"/>
                        </a:lnTo>
                        <a:lnTo>
                          <a:pt x="515355" y="82207"/>
                        </a:lnTo>
                        <a:cubicBezTo>
                          <a:pt x="431361" y="88164"/>
                          <a:pt x="346102" y="93450"/>
                          <a:pt x="261810" y="97993"/>
                        </a:cubicBezTo>
                        <a:cubicBezTo>
                          <a:pt x="261512" y="68059"/>
                          <a:pt x="261438" y="38050"/>
                          <a:pt x="261736" y="8265"/>
                        </a:cubicBezTo>
                        <a:lnTo>
                          <a:pt x="261810" y="0"/>
                        </a:lnTo>
                        <a:lnTo>
                          <a:pt x="0" y="23977"/>
                        </a:lnTo>
                        <a:lnTo>
                          <a:pt x="27700" y="289883"/>
                        </a:lnTo>
                        <a:lnTo>
                          <a:pt x="35593" y="288468"/>
                        </a:lnTo>
                        <a:cubicBezTo>
                          <a:pt x="109236" y="274990"/>
                          <a:pt x="184369" y="265533"/>
                          <a:pt x="259055" y="260321"/>
                        </a:cubicBezTo>
                        <a:lnTo>
                          <a:pt x="266278" y="259800"/>
                        </a:lnTo>
                        <a:lnTo>
                          <a:pt x="265980" y="252577"/>
                        </a:lnTo>
                        <a:cubicBezTo>
                          <a:pt x="263895" y="206261"/>
                          <a:pt x="262629" y="159573"/>
                          <a:pt x="261959" y="112885"/>
                        </a:cubicBezTo>
                        <a:cubicBezTo>
                          <a:pt x="343868" y="108492"/>
                          <a:pt x="426596" y="103354"/>
                          <a:pt x="508207" y="97620"/>
                        </a:cubicBezTo>
                        <a:lnTo>
                          <a:pt x="504037" y="275437"/>
                        </a:lnTo>
                        <a:cubicBezTo>
                          <a:pt x="466061" y="279235"/>
                          <a:pt x="428234" y="283628"/>
                          <a:pt x="390630" y="288691"/>
                        </a:cubicBezTo>
                        <a:cubicBezTo>
                          <a:pt x="387428" y="289138"/>
                          <a:pt x="381546" y="289957"/>
                          <a:pt x="377599" y="294723"/>
                        </a:cubicBezTo>
                        <a:cubicBezTo>
                          <a:pt x="373876" y="299265"/>
                          <a:pt x="374100" y="304999"/>
                          <a:pt x="374249" y="308126"/>
                        </a:cubicBezTo>
                        <a:lnTo>
                          <a:pt x="374696" y="318774"/>
                        </a:lnTo>
                        <a:cubicBezTo>
                          <a:pt x="301127" y="323689"/>
                          <a:pt x="227558" y="331060"/>
                          <a:pt x="154882" y="340890"/>
                        </a:cubicBezTo>
                        <a:cubicBezTo>
                          <a:pt x="151680" y="341336"/>
                          <a:pt x="145723" y="342155"/>
                          <a:pt x="141851" y="346921"/>
                        </a:cubicBezTo>
                        <a:cubicBezTo>
                          <a:pt x="138128" y="351463"/>
                          <a:pt x="138351" y="357197"/>
                          <a:pt x="138500" y="360324"/>
                        </a:cubicBezTo>
                        <a:lnTo>
                          <a:pt x="141926" y="447892"/>
                        </a:lnTo>
                        <a:lnTo>
                          <a:pt x="460700" y="416990"/>
                        </a:lnTo>
                        <a:cubicBezTo>
                          <a:pt x="462636" y="416767"/>
                          <a:pt x="466210" y="416469"/>
                          <a:pt x="469189" y="413863"/>
                        </a:cubicBezTo>
                        <a:cubicBezTo>
                          <a:pt x="472763" y="410810"/>
                          <a:pt x="473358" y="406640"/>
                          <a:pt x="473731" y="404406"/>
                        </a:cubicBezTo>
                        <a:cubicBezTo>
                          <a:pt x="474624" y="398375"/>
                          <a:pt x="475369" y="392343"/>
                          <a:pt x="476114" y="386237"/>
                        </a:cubicBezTo>
                        <a:lnTo>
                          <a:pt x="696522" y="364866"/>
                        </a:lnTo>
                        <a:cubicBezTo>
                          <a:pt x="698459" y="364643"/>
                          <a:pt x="702033" y="364345"/>
                          <a:pt x="705086" y="361739"/>
                        </a:cubicBezTo>
                        <a:cubicBezTo>
                          <a:pt x="708660" y="358686"/>
                          <a:pt x="709256" y="354367"/>
                          <a:pt x="709553" y="352282"/>
                        </a:cubicBezTo>
                        <a:cubicBezTo>
                          <a:pt x="711117" y="341783"/>
                          <a:pt x="712308" y="331135"/>
                          <a:pt x="713426" y="320487"/>
                        </a:cubicBezTo>
                        <a:lnTo>
                          <a:pt x="776347" y="314306"/>
                        </a:lnTo>
                        <a:cubicBezTo>
                          <a:pt x="776644" y="353325"/>
                          <a:pt x="774187" y="392492"/>
                          <a:pt x="769123" y="431213"/>
                        </a:cubicBezTo>
                        <a:cubicBezTo>
                          <a:pt x="699352" y="436127"/>
                          <a:pt x="629730" y="443201"/>
                          <a:pt x="560479" y="452583"/>
                        </a:cubicBezTo>
                        <a:cubicBezTo>
                          <a:pt x="557501" y="452956"/>
                          <a:pt x="554150" y="453551"/>
                          <a:pt x="552214" y="455934"/>
                        </a:cubicBezTo>
                        <a:cubicBezTo>
                          <a:pt x="550352" y="458168"/>
                          <a:pt x="550427" y="461370"/>
                          <a:pt x="550502" y="464348"/>
                        </a:cubicBezTo>
                        <a:cubicBezTo>
                          <a:pt x="551544" y="490931"/>
                          <a:pt x="552586" y="517440"/>
                          <a:pt x="553629" y="544023"/>
                        </a:cubicBezTo>
                        <a:cubicBezTo>
                          <a:pt x="657281" y="533971"/>
                          <a:pt x="760933" y="523918"/>
                          <a:pt x="864510" y="513866"/>
                        </a:cubicBezTo>
                        <a:cubicBezTo>
                          <a:pt x="866074" y="513717"/>
                          <a:pt x="867712" y="513494"/>
                          <a:pt x="868903" y="512526"/>
                        </a:cubicBezTo>
                        <a:cubicBezTo>
                          <a:pt x="870244" y="511334"/>
                          <a:pt x="870616" y="509398"/>
                          <a:pt x="870914" y="507611"/>
                        </a:cubicBezTo>
                        <a:cubicBezTo>
                          <a:pt x="874935" y="480432"/>
                          <a:pt x="877243" y="452956"/>
                          <a:pt x="877988" y="425479"/>
                        </a:cubicBezTo>
                        <a:cubicBezTo>
                          <a:pt x="846639" y="426447"/>
                          <a:pt x="815365" y="428085"/>
                          <a:pt x="784090" y="430096"/>
                        </a:cubicBezTo>
                        <a:close/>
                        <a:moveTo>
                          <a:pt x="40656" y="272458"/>
                        </a:moveTo>
                        <a:lnTo>
                          <a:pt x="16158" y="37529"/>
                        </a:lnTo>
                        <a:lnTo>
                          <a:pt x="246545" y="16382"/>
                        </a:lnTo>
                        <a:cubicBezTo>
                          <a:pt x="245875" y="92706"/>
                          <a:pt x="247216" y="169849"/>
                          <a:pt x="250566" y="246024"/>
                        </a:cubicBezTo>
                        <a:cubicBezTo>
                          <a:pt x="180497" y="251237"/>
                          <a:pt x="109981" y="260098"/>
                          <a:pt x="40656" y="272458"/>
                        </a:cubicBezTo>
                        <a:close/>
                        <a:moveTo>
                          <a:pt x="458838" y="402098"/>
                        </a:moveTo>
                        <a:lnTo>
                          <a:pt x="155999" y="431511"/>
                        </a:lnTo>
                        <a:lnTo>
                          <a:pt x="153170" y="359729"/>
                        </a:lnTo>
                        <a:cubicBezTo>
                          <a:pt x="153170" y="358984"/>
                          <a:pt x="153020" y="356825"/>
                          <a:pt x="153020" y="356527"/>
                        </a:cubicBezTo>
                        <a:cubicBezTo>
                          <a:pt x="153393" y="356229"/>
                          <a:pt x="154658" y="356005"/>
                          <a:pt x="156669" y="355707"/>
                        </a:cubicBezTo>
                        <a:cubicBezTo>
                          <a:pt x="228898" y="345953"/>
                          <a:pt x="302020" y="338581"/>
                          <a:pt x="375068" y="333741"/>
                        </a:cubicBezTo>
                        <a:lnTo>
                          <a:pt x="377525" y="395843"/>
                        </a:lnTo>
                        <a:lnTo>
                          <a:pt x="460700" y="387801"/>
                        </a:lnTo>
                        <a:cubicBezTo>
                          <a:pt x="460178" y="392492"/>
                          <a:pt x="459583" y="397332"/>
                          <a:pt x="458838" y="402098"/>
                        </a:cubicBezTo>
                        <a:close/>
                        <a:moveTo>
                          <a:pt x="462487" y="372536"/>
                        </a:moveTo>
                        <a:lnTo>
                          <a:pt x="391822" y="379387"/>
                        </a:lnTo>
                        <a:lnTo>
                          <a:pt x="389960" y="332699"/>
                        </a:lnTo>
                        <a:cubicBezTo>
                          <a:pt x="415203" y="331135"/>
                          <a:pt x="440446" y="329795"/>
                          <a:pt x="465614" y="328827"/>
                        </a:cubicBezTo>
                        <a:cubicBezTo>
                          <a:pt x="465019" y="343347"/>
                          <a:pt x="463976" y="357942"/>
                          <a:pt x="462487" y="372536"/>
                        </a:cubicBezTo>
                        <a:close/>
                        <a:moveTo>
                          <a:pt x="694661" y="349974"/>
                        </a:moveTo>
                        <a:lnTo>
                          <a:pt x="477603" y="371047"/>
                        </a:lnTo>
                        <a:cubicBezTo>
                          <a:pt x="479241" y="354442"/>
                          <a:pt x="480358" y="337837"/>
                          <a:pt x="480805" y="321232"/>
                        </a:cubicBezTo>
                        <a:lnTo>
                          <a:pt x="481028" y="313264"/>
                        </a:lnTo>
                        <a:lnTo>
                          <a:pt x="473135" y="313562"/>
                        </a:lnTo>
                        <a:cubicBezTo>
                          <a:pt x="445286" y="314604"/>
                          <a:pt x="417437" y="316019"/>
                          <a:pt x="389514" y="317732"/>
                        </a:cubicBezTo>
                        <a:lnTo>
                          <a:pt x="389141" y="307530"/>
                        </a:lnTo>
                        <a:cubicBezTo>
                          <a:pt x="389141" y="306786"/>
                          <a:pt x="388992" y="304626"/>
                          <a:pt x="388992" y="304328"/>
                        </a:cubicBezTo>
                        <a:cubicBezTo>
                          <a:pt x="389364" y="304030"/>
                          <a:pt x="390630" y="303807"/>
                          <a:pt x="392641" y="303509"/>
                        </a:cubicBezTo>
                        <a:cubicBezTo>
                          <a:pt x="494655" y="289734"/>
                          <a:pt x="598604" y="280649"/>
                          <a:pt x="701586" y="276628"/>
                        </a:cubicBezTo>
                        <a:cubicBezTo>
                          <a:pt x="700469" y="301127"/>
                          <a:pt x="698235" y="325774"/>
                          <a:pt x="694661" y="349974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27" name="AutoShape 127"/>
                  <p:cNvSpPr/>
                  <p:nvPr/>
                </p:nvSpPr>
                <p:spPr>
                  <a:xfrm>
                    <a:off x="8378472" y="3118416"/>
                    <a:ext cx="327515" cy="118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515" h="118544">
                        <a:moveTo>
                          <a:pt x="1742" y="30455"/>
                        </a:moveTo>
                        <a:cubicBezTo>
                          <a:pt x="-120" y="32689"/>
                          <a:pt x="-45" y="35891"/>
                          <a:pt x="29" y="38869"/>
                        </a:cubicBezTo>
                        <a:cubicBezTo>
                          <a:pt x="1071" y="65452"/>
                          <a:pt x="2114" y="91961"/>
                          <a:pt x="3157" y="118544"/>
                        </a:cubicBezTo>
                        <a:cubicBezTo>
                          <a:pt x="106808" y="108492"/>
                          <a:pt x="210460" y="98439"/>
                          <a:pt x="314038" y="88387"/>
                        </a:cubicBezTo>
                        <a:cubicBezTo>
                          <a:pt x="315602" y="88238"/>
                          <a:pt x="317239" y="88015"/>
                          <a:pt x="318431" y="87047"/>
                        </a:cubicBezTo>
                        <a:cubicBezTo>
                          <a:pt x="319771" y="85855"/>
                          <a:pt x="320144" y="83919"/>
                          <a:pt x="320441" y="82132"/>
                        </a:cubicBezTo>
                        <a:cubicBezTo>
                          <a:pt x="324463" y="54953"/>
                          <a:pt x="326771" y="27477"/>
                          <a:pt x="327515" y="0"/>
                        </a:cubicBezTo>
                        <a:cubicBezTo>
                          <a:pt x="221257" y="3872"/>
                          <a:pt x="115223" y="12956"/>
                          <a:pt x="9932" y="27179"/>
                        </a:cubicBezTo>
                        <a:cubicBezTo>
                          <a:pt x="7029" y="27551"/>
                          <a:pt x="3678" y="28147"/>
                          <a:pt x="1742" y="30455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</p:grpSp>
        <p:grpSp>
          <p:nvGrpSpPr>
            <p:cNvPr id="128" name="Group 128"/>
            <p:cNvGrpSpPr/>
            <p:nvPr/>
          </p:nvGrpSpPr>
          <p:grpSpPr>
            <a:xfrm>
              <a:off x="10978659" y="2938142"/>
              <a:ext cx="350420" cy="203431"/>
              <a:chOff x="10978659" y="2938142"/>
              <a:chExt cx="350420" cy="203431"/>
            </a:xfrm>
          </p:grpSpPr>
          <p:sp>
            <p:nvSpPr>
              <p:cNvPr id="129" name="AutoShape 129"/>
              <p:cNvSpPr/>
              <p:nvPr/>
            </p:nvSpPr>
            <p:spPr>
              <a:xfrm>
                <a:off x="11041282" y="2938142"/>
                <a:ext cx="108491" cy="48177"/>
              </a:xfrm>
              <a:custGeom>
                <a:avLst/>
                <a:gdLst/>
                <a:ahLst/>
                <a:cxnLst/>
                <a:rect l="l" t="t" r="r" b="b"/>
                <a:pathLst>
                  <a:path w="108491" h="48177">
                    <a:moveTo>
                      <a:pt x="102758" y="48177"/>
                    </a:moveTo>
                    <a:cubicBezTo>
                      <a:pt x="104694" y="42965"/>
                      <a:pt x="106555" y="37753"/>
                      <a:pt x="108492" y="32540"/>
                    </a:cubicBezTo>
                    <a:cubicBezTo>
                      <a:pt x="74239" y="22413"/>
                      <a:pt x="40135" y="11616"/>
                      <a:pt x="6329" y="0"/>
                    </a:cubicBezTo>
                    <a:cubicBezTo>
                      <a:pt x="4244" y="5734"/>
                      <a:pt x="2159" y="11467"/>
                      <a:pt x="0" y="17201"/>
                    </a:cubicBezTo>
                    <a:cubicBezTo>
                      <a:pt x="35891" y="22041"/>
                      <a:pt x="69697" y="33657"/>
                      <a:pt x="102758" y="48177"/>
                    </a:cubicBezTo>
                    <a:close/>
                  </a:path>
                </a:pathLst>
              </a:custGeom>
              <a:solidFill>
                <a:srgbClr val="E0DBD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0" name="AutoShape 130"/>
              <p:cNvSpPr/>
              <p:nvPr/>
            </p:nvSpPr>
            <p:spPr>
              <a:xfrm>
                <a:off x="10978659" y="3080068"/>
                <a:ext cx="125245" cy="61505"/>
              </a:xfrm>
              <a:custGeom>
                <a:avLst/>
                <a:gdLst/>
                <a:ahLst/>
                <a:cxnLst/>
                <a:rect l="l" t="t" r="r" b="b"/>
                <a:pathLst>
                  <a:path w="125245" h="61505">
                    <a:moveTo>
                      <a:pt x="18317" y="223"/>
                    </a:moveTo>
                    <a:cubicBezTo>
                      <a:pt x="17871" y="223"/>
                      <a:pt x="17499" y="74"/>
                      <a:pt x="17051" y="0"/>
                    </a:cubicBezTo>
                    <a:cubicBezTo>
                      <a:pt x="11393" y="15488"/>
                      <a:pt x="5659" y="31051"/>
                      <a:pt x="0" y="46539"/>
                    </a:cubicBezTo>
                    <a:cubicBezTo>
                      <a:pt x="38050" y="50411"/>
                      <a:pt x="75951" y="55474"/>
                      <a:pt x="113704" y="61506"/>
                    </a:cubicBezTo>
                    <a:cubicBezTo>
                      <a:pt x="117428" y="49071"/>
                      <a:pt x="121299" y="36635"/>
                      <a:pt x="125246" y="24200"/>
                    </a:cubicBezTo>
                    <a:cubicBezTo>
                      <a:pt x="89355" y="16903"/>
                      <a:pt x="55028" y="3202"/>
                      <a:pt x="18317" y="223"/>
                    </a:cubicBezTo>
                    <a:close/>
                  </a:path>
                </a:pathLst>
              </a:custGeom>
              <a:solidFill>
                <a:srgbClr val="E0DBD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1" name="AutoShape 131"/>
              <p:cNvSpPr/>
              <p:nvPr/>
            </p:nvSpPr>
            <p:spPr>
              <a:xfrm>
                <a:off x="11006209" y="3035614"/>
                <a:ext cx="111842" cy="40209"/>
              </a:xfrm>
              <a:custGeom>
                <a:avLst/>
                <a:gdLst/>
                <a:ahLst/>
                <a:cxnLst/>
                <a:rect l="l" t="t" r="r" b="b"/>
                <a:pathLst>
                  <a:path w="111842" h="40209">
                    <a:moveTo>
                      <a:pt x="106854" y="40210"/>
                    </a:moveTo>
                    <a:cubicBezTo>
                      <a:pt x="108492" y="35146"/>
                      <a:pt x="110130" y="30008"/>
                      <a:pt x="111843" y="24945"/>
                    </a:cubicBezTo>
                    <a:cubicBezTo>
                      <a:pt x="76920" y="15116"/>
                      <a:pt x="42370" y="968"/>
                      <a:pt x="5883" y="0"/>
                    </a:cubicBezTo>
                    <a:cubicBezTo>
                      <a:pt x="3947" y="5361"/>
                      <a:pt x="2011" y="10648"/>
                      <a:pt x="0" y="16009"/>
                    </a:cubicBezTo>
                    <a:cubicBezTo>
                      <a:pt x="36412" y="20477"/>
                      <a:pt x="70888" y="33210"/>
                      <a:pt x="106854" y="40210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2" name="AutoShape 132"/>
              <p:cNvSpPr/>
              <p:nvPr/>
            </p:nvSpPr>
            <p:spPr>
              <a:xfrm>
                <a:off x="11022740" y="2983937"/>
                <a:ext cx="111098" cy="48326"/>
              </a:xfrm>
              <a:custGeom>
                <a:avLst/>
                <a:gdLst/>
                <a:ahLst/>
                <a:cxnLst/>
                <a:rect l="l" t="t" r="r" b="b"/>
                <a:pathLst>
                  <a:path w="111098" h="48326">
                    <a:moveTo>
                      <a:pt x="104844" y="48326"/>
                    </a:moveTo>
                    <a:cubicBezTo>
                      <a:pt x="106929" y="42295"/>
                      <a:pt x="109013" y="36189"/>
                      <a:pt x="111098" y="30232"/>
                    </a:cubicBezTo>
                    <a:cubicBezTo>
                      <a:pt x="78335" y="15488"/>
                      <a:pt x="44082" y="3649"/>
                      <a:pt x="8192" y="0"/>
                    </a:cubicBezTo>
                    <a:cubicBezTo>
                      <a:pt x="5437" y="7446"/>
                      <a:pt x="2681" y="14967"/>
                      <a:pt x="0" y="22413"/>
                    </a:cubicBezTo>
                    <a:cubicBezTo>
                      <a:pt x="35891" y="25392"/>
                      <a:pt x="70070" y="38795"/>
                      <a:pt x="104844" y="48326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3" name="AutoShape 133"/>
              <p:cNvSpPr/>
              <p:nvPr/>
            </p:nvSpPr>
            <p:spPr>
              <a:xfrm>
                <a:off x="11170921" y="2978948"/>
                <a:ext cx="158158" cy="134553"/>
              </a:xfrm>
              <a:custGeom>
                <a:avLst/>
                <a:gdLst/>
                <a:ahLst/>
                <a:cxnLst/>
                <a:rect l="l" t="t" r="r" b="b"/>
                <a:pathLst>
                  <a:path w="158158" h="134553">
                    <a:moveTo>
                      <a:pt x="34849" y="0"/>
                    </a:moveTo>
                    <a:cubicBezTo>
                      <a:pt x="21818" y="33955"/>
                      <a:pt x="10499" y="68431"/>
                      <a:pt x="0" y="103205"/>
                    </a:cubicBezTo>
                    <a:cubicBezTo>
                      <a:pt x="45274" y="111173"/>
                      <a:pt x="90099" y="121597"/>
                      <a:pt x="134256" y="134554"/>
                    </a:cubicBezTo>
                    <a:cubicBezTo>
                      <a:pt x="142223" y="99556"/>
                      <a:pt x="150191" y="64633"/>
                      <a:pt x="158158" y="29636"/>
                    </a:cubicBezTo>
                    <a:cubicBezTo>
                      <a:pt x="116609" y="21445"/>
                      <a:pt x="75505" y="11542"/>
                      <a:pt x="34849" y="0"/>
                    </a:cubicBezTo>
                    <a:close/>
                    <a:moveTo>
                      <a:pt x="120332" y="117725"/>
                    </a:moveTo>
                    <a:cubicBezTo>
                      <a:pt x="87270" y="107971"/>
                      <a:pt x="53614" y="100152"/>
                      <a:pt x="19658" y="94195"/>
                    </a:cubicBezTo>
                    <a:cubicBezTo>
                      <a:pt x="27552" y="68059"/>
                      <a:pt x="36041" y="42220"/>
                      <a:pt x="45795" y="16754"/>
                    </a:cubicBezTo>
                    <a:cubicBezTo>
                      <a:pt x="76324" y="25392"/>
                      <a:pt x="107152" y="32838"/>
                      <a:pt x="138203" y="39018"/>
                    </a:cubicBezTo>
                    <a:cubicBezTo>
                      <a:pt x="132320" y="65304"/>
                      <a:pt x="126363" y="91515"/>
                      <a:pt x="120332" y="117725"/>
                    </a:cubicBezTo>
                    <a:close/>
                  </a:path>
                </a:pathLst>
              </a:custGeom>
              <a:solidFill>
                <a:srgbClr val="E0DBD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134" name="AutoShape 134"/>
            <p:cNvSpPr/>
            <p:nvPr/>
          </p:nvSpPr>
          <p:spPr>
            <a:xfrm>
              <a:off x="11150946" y="3276615"/>
              <a:ext cx="2327" cy="1449"/>
            </a:xfrm>
            <a:custGeom>
              <a:avLst/>
              <a:gdLst/>
              <a:ahLst/>
              <a:cxnLst/>
              <a:rect l="l" t="t" r="r" b="b"/>
              <a:pathLst>
                <a:path w="2327" h="1449">
                  <a:moveTo>
                    <a:pt x="19" y="1449"/>
                  </a:moveTo>
                  <a:cubicBezTo>
                    <a:pt x="-204" y="332"/>
                    <a:pt x="1583" y="-487"/>
                    <a:pt x="2327" y="332"/>
                  </a:cubicBezTo>
                  <a:lnTo>
                    <a:pt x="19" y="1449"/>
                  </a:lnTo>
                  <a:close/>
                </a:path>
              </a:pathLst>
            </a:custGeom>
            <a:solidFill>
              <a:srgbClr val="FFBE69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135" name="Group 135"/>
            <p:cNvGrpSpPr/>
            <p:nvPr/>
          </p:nvGrpSpPr>
          <p:grpSpPr>
            <a:xfrm>
              <a:off x="9144348" y="4069768"/>
              <a:ext cx="2904485" cy="2613020"/>
              <a:chOff x="9144348" y="4069768"/>
              <a:chExt cx="2904485" cy="2613020"/>
            </a:xfrm>
          </p:grpSpPr>
          <p:grpSp>
            <p:nvGrpSpPr>
              <p:cNvPr id="136" name="Group 136"/>
              <p:cNvGrpSpPr/>
              <p:nvPr/>
            </p:nvGrpSpPr>
            <p:grpSpPr>
              <a:xfrm>
                <a:off x="9144348" y="5972193"/>
                <a:ext cx="2904485" cy="710596"/>
                <a:chOff x="9144348" y="5972193"/>
                <a:chExt cx="2904485" cy="710596"/>
              </a:xfrm>
            </p:grpSpPr>
            <p:sp>
              <p:nvSpPr>
                <p:cNvPr id="137" name="AutoShape 137"/>
                <p:cNvSpPr/>
                <p:nvPr/>
              </p:nvSpPr>
              <p:spPr>
                <a:xfrm>
                  <a:off x="9144348" y="6131320"/>
                  <a:ext cx="2904485" cy="551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4485" h="551469">
                      <a:moveTo>
                        <a:pt x="2904486" y="275735"/>
                      </a:moveTo>
                      <a:cubicBezTo>
                        <a:pt x="2904486" y="428019"/>
                        <a:pt x="2254295" y="551470"/>
                        <a:pt x="1452243" y="551470"/>
                      </a:cubicBezTo>
                      <a:cubicBezTo>
                        <a:pt x="650191" y="551470"/>
                        <a:pt x="0" y="428019"/>
                        <a:pt x="0" y="275735"/>
                      </a:cubicBezTo>
                      <a:cubicBezTo>
                        <a:pt x="0" y="123451"/>
                        <a:pt x="650191" y="0"/>
                        <a:pt x="1452243" y="0"/>
                      </a:cubicBezTo>
                      <a:cubicBezTo>
                        <a:pt x="2254294" y="0"/>
                        <a:pt x="2904486" y="123451"/>
                        <a:pt x="2904486" y="275735"/>
                      </a:cubicBezTo>
                      <a:close/>
                    </a:path>
                  </a:pathLst>
                </a:custGeom>
                <a:solidFill>
                  <a:srgbClr val="002033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38" name="Group 138"/>
                <p:cNvGrpSpPr/>
                <p:nvPr/>
              </p:nvGrpSpPr>
              <p:grpSpPr>
                <a:xfrm>
                  <a:off x="9223055" y="5972193"/>
                  <a:ext cx="2724733" cy="629357"/>
                  <a:chOff x="9223055" y="5972193"/>
                  <a:chExt cx="2724733" cy="629357"/>
                </a:xfrm>
              </p:grpSpPr>
              <p:sp>
                <p:nvSpPr>
                  <p:cNvPr id="139" name="AutoShape 139"/>
                  <p:cNvSpPr/>
                  <p:nvPr/>
                </p:nvSpPr>
                <p:spPr>
                  <a:xfrm>
                    <a:off x="9223055" y="5972193"/>
                    <a:ext cx="2724733" cy="629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4733" h="629357">
                        <a:moveTo>
                          <a:pt x="2724734" y="266874"/>
                        </a:moveTo>
                        <a:cubicBezTo>
                          <a:pt x="2724734" y="119438"/>
                          <a:pt x="2114811" y="0"/>
                          <a:pt x="1362366" y="0"/>
                        </a:cubicBezTo>
                        <a:cubicBezTo>
                          <a:pt x="609922" y="0"/>
                          <a:pt x="0" y="119513"/>
                          <a:pt x="0" y="266874"/>
                        </a:cubicBezTo>
                        <a:cubicBezTo>
                          <a:pt x="0" y="283181"/>
                          <a:pt x="0" y="346177"/>
                          <a:pt x="0" y="362484"/>
                        </a:cubicBezTo>
                        <a:cubicBezTo>
                          <a:pt x="0" y="509920"/>
                          <a:pt x="609922" y="629358"/>
                          <a:pt x="1362366" y="629358"/>
                        </a:cubicBezTo>
                        <a:cubicBezTo>
                          <a:pt x="2114811" y="629358"/>
                          <a:pt x="2724734" y="509845"/>
                          <a:pt x="2724734" y="362484"/>
                        </a:cubicBezTo>
                        <a:cubicBezTo>
                          <a:pt x="2724734" y="346177"/>
                          <a:pt x="2724734" y="283181"/>
                          <a:pt x="2724734" y="266874"/>
                        </a:cubicBezTo>
                        <a:close/>
                      </a:path>
                    </a:pathLst>
                  </a:custGeom>
                  <a:solidFill>
                    <a:srgbClr val="5FBBBF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40" name="AutoShape 140"/>
                  <p:cNvSpPr/>
                  <p:nvPr/>
                </p:nvSpPr>
                <p:spPr>
                  <a:xfrm>
                    <a:off x="9260435" y="5980831"/>
                    <a:ext cx="2649972" cy="5191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9972" h="519152">
                        <a:moveTo>
                          <a:pt x="2649973" y="259576"/>
                        </a:moveTo>
                        <a:cubicBezTo>
                          <a:pt x="2649973" y="402936"/>
                          <a:pt x="2056756" y="519153"/>
                          <a:pt x="1324987" y="519153"/>
                        </a:cubicBezTo>
                        <a:cubicBezTo>
                          <a:pt x="593217" y="519153"/>
                          <a:pt x="1" y="402936"/>
                          <a:pt x="1" y="259576"/>
                        </a:cubicBezTo>
                        <a:cubicBezTo>
                          <a:pt x="1" y="116216"/>
                          <a:pt x="593217" y="0"/>
                          <a:pt x="1324987" y="0"/>
                        </a:cubicBezTo>
                        <a:cubicBezTo>
                          <a:pt x="2056757" y="0"/>
                          <a:pt x="2649973" y="116216"/>
                          <a:pt x="2649973" y="259576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141" name="Group 141"/>
                  <p:cNvGrpSpPr/>
                  <p:nvPr/>
                </p:nvGrpSpPr>
                <p:grpSpPr>
                  <a:xfrm>
                    <a:off x="9565211" y="6022828"/>
                    <a:ext cx="2041018" cy="400012"/>
                    <a:chOff x="9565211" y="6022828"/>
                    <a:chExt cx="2041018" cy="400012"/>
                  </a:xfrm>
                </p:grpSpPr>
                <p:sp>
                  <p:nvSpPr>
                    <p:cNvPr id="142" name="AutoShape 142"/>
                    <p:cNvSpPr/>
                    <p:nvPr/>
                  </p:nvSpPr>
                  <p:spPr>
                    <a:xfrm>
                      <a:off x="10144529" y="6022828"/>
                      <a:ext cx="870616" cy="641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70616" h="64186">
                          <a:moveTo>
                            <a:pt x="440892" y="52421"/>
                          </a:moveTo>
                          <a:cubicBezTo>
                            <a:pt x="546779" y="52421"/>
                            <a:pt x="647824" y="55698"/>
                            <a:pt x="740158" y="61580"/>
                          </a:cubicBezTo>
                          <a:cubicBezTo>
                            <a:pt x="783644" y="47134"/>
                            <a:pt x="827130" y="32838"/>
                            <a:pt x="870616" y="18541"/>
                          </a:cubicBezTo>
                          <a:cubicBezTo>
                            <a:pt x="740009" y="6627"/>
                            <a:pt x="594360" y="0"/>
                            <a:pt x="440892" y="0"/>
                          </a:cubicBezTo>
                          <a:cubicBezTo>
                            <a:pt x="283032" y="0"/>
                            <a:pt x="133512" y="6999"/>
                            <a:pt x="0" y="19583"/>
                          </a:cubicBezTo>
                          <a:cubicBezTo>
                            <a:pt x="34402" y="35072"/>
                            <a:pt x="69027" y="49964"/>
                            <a:pt x="103875" y="64187"/>
                          </a:cubicBezTo>
                          <a:cubicBezTo>
                            <a:pt x="206186" y="56666"/>
                            <a:pt x="320413" y="52421"/>
                            <a:pt x="440892" y="52421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3" name="AutoShape 143"/>
                    <p:cNvSpPr/>
                    <p:nvPr/>
                  </p:nvSpPr>
                  <p:spPr>
                    <a:xfrm>
                      <a:off x="10992210" y="6052092"/>
                      <a:ext cx="580584" cy="1200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80584" h="120064">
                          <a:moveTo>
                            <a:pt x="0" y="40880"/>
                          </a:moveTo>
                          <a:cubicBezTo>
                            <a:pt x="182359" y="58081"/>
                            <a:pt x="317210" y="86451"/>
                            <a:pt x="365909" y="119959"/>
                          </a:cubicBezTo>
                          <a:cubicBezTo>
                            <a:pt x="423022" y="120034"/>
                            <a:pt x="480134" y="120108"/>
                            <a:pt x="537173" y="120034"/>
                          </a:cubicBezTo>
                          <a:cubicBezTo>
                            <a:pt x="551619" y="120034"/>
                            <a:pt x="566139" y="119959"/>
                            <a:pt x="580584" y="119885"/>
                          </a:cubicBezTo>
                          <a:cubicBezTo>
                            <a:pt x="512898" y="69325"/>
                            <a:pt x="346698" y="26583"/>
                            <a:pt x="124650" y="0"/>
                          </a:cubicBezTo>
                          <a:cubicBezTo>
                            <a:pt x="83175" y="13552"/>
                            <a:pt x="41625" y="27179"/>
                            <a:pt x="0" y="40880"/>
                          </a:cubicBezTo>
                          <a:close/>
                        </a:path>
                      </a:pathLst>
                    </a:custGeom>
                    <a:solidFill>
                      <a:srgbClr val="809CAA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4" name="AutoShape 144"/>
                    <p:cNvSpPr/>
                    <p:nvPr/>
                  </p:nvSpPr>
                  <p:spPr>
                    <a:xfrm>
                      <a:off x="9580326" y="6050974"/>
                      <a:ext cx="578946" cy="13671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78946" h="136713">
                          <a:moveTo>
                            <a:pt x="483038" y="0"/>
                          </a:moveTo>
                          <a:cubicBezTo>
                            <a:pt x="233440" y="29189"/>
                            <a:pt x="52645" y="78558"/>
                            <a:pt x="0" y="136713"/>
                          </a:cubicBezTo>
                          <a:cubicBezTo>
                            <a:pt x="72825" y="136639"/>
                            <a:pt x="145574" y="135447"/>
                            <a:pt x="218324" y="133735"/>
                          </a:cubicBezTo>
                          <a:cubicBezTo>
                            <a:pt x="247737" y="95982"/>
                            <a:pt x="384376" y="63442"/>
                            <a:pt x="578946" y="43933"/>
                          </a:cubicBezTo>
                          <a:cubicBezTo>
                            <a:pt x="546853" y="29785"/>
                            <a:pt x="514834" y="15190"/>
                            <a:pt x="483038" y="0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5" name="AutoShape 145"/>
                    <p:cNvSpPr/>
                    <p:nvPr/>
                  </p:nvSpPr>
                  <p:spPr>
                    <a:xfrm>
                      <a:off x="10939640" y="6213899"/>
                      <a:ext cx="666588" cy="1693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66588" h="169327">
                          <a:moveTo>
                            <a:pt x="255704" y="169328"/>
                          </a:moveTo>
                          <a:cubicBezTo>
                            <a:pt x="505154" y="132841"/>
                            <a:pt x="666589" y="74612"/>
                            <a:pt x="666589" y="8936"/>
                          </a:cubicBezTo>
                          <a:cubicBezTo>
                            <a:pt x="666589" y="5957"/>
                            <a:pt x="666216" y="2979"/>
                            <a:pt x="665546" y="0"/>
                          </a:cubicBezTo>
                          <a:cubicBezTo>
                            <a:pt x="588105" y="149"/>
                            <a:pt x="510664" y="298"/>
                            <a:pt x="433223" y="298"/>
                          </a:cubicBezTo>
                          <a:cubicBezTo>
                            <a:pt x="402172" y="42965"/>
                            <a:pt x="234184" y="79079"/>
                            <a:pt x="0" y="97546"/>
                          </a:cubicBezTo>
                          <a:cubicBezTo>
                            <a:pt x="85259" y="121374"/>
                            <a:pt x="170668" y="144978"/>
                            <a:pt x="255704" y="169328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6" name="AutoShape 146"/>
                    <p:cNvSpPr/>
                    <p:nvPr/>
                  </p:nvSpPr>
                  <p:spPr>
                    <a:xfrm>
                      <a:off x="9565211" y="6226483"/>
                      <a:ext cx="675226" cy="162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75226" h="162551">
                          <a:moveTo>
                            <a:pt x="573957" y="120034"/>
                          </a:moveTo>
                          <a:cubicBezTo>
                            <a:pt x="607912" y="109013"/>
                            <a:pt x="641644" y="97472"/>
                            <a:pt x="675226" y="85706"/>
                          </a:cubicBezTo>
                          <a:cubicBezTo>
                            <a:pt x="459136" y="69250"/>
                            <a:pt x="297701" y="37827"/>
                            <a:pt x="245577" y="0"/>
                          </a:cubicBezTo>
                          <a:cubicBezTo>
                            <a:pt x="163743" y="2011"/>
                            <a:pt x="81909" y="3425"/>
                            <a:pt x="0" y="3351"/>
                          </a:cubicBezTo>
                          <a:cubicBezTo>
                            <a:pt x="10499" y="70069"/>
                            <a:pt x="182582" y="129639"/>
                            <a:pt x="451615" y="162552"/>
                          </a:cubicBezTo>
                          <a:cubicBezTo>
                            <a:pt x="492719" y="146245"/>
                            <a:pt x="534716" y="132767"/>
                            <a:pt x="573957" y="120034"/>
                          </a:cubicBezTo>
                          <a:close/>
                        </a:path>
                      </a:pathLst>
                    </a:custGeom>
                    <a:solidFill>
                      <a:srgbClr val="809CAA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7" name="AutoShape 147"/>
                    <p:cNvSpPr/>
                    <p:nvPr/>
                  </p:nvSpPr>
                  <p:spPr>
                    <a:xfrm>
                      <a:off x="10110202" y="6318891"/>
                      <a:ext cx="979926" cy="1039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79926" h="103949">
                          <a:moveTo>
                            <a:pt x="475220" y="5734"/>
                          </a:moveTo>
                          <a:cubicBezTo>
                            <a:pt x="392343" y="5734"/>
                            <a:pt x="312370" y="3723"/>
                            <a:pt x="237238" y="0"/>
                          </a:cubicBezTo>
                          <a:cubicBezTo>
                            <a:pt x="177891" y="21743"/>
                            <a:pt x="118321" y="42890"/>
                            <a:pt x="58006" y="62400"/>
                          </a:cubicBezTo>
                          <a:cubicBezTo>
                            <a:pt x="39241" y="68431"/>
                            <a:pt x="19732" y="74612"/>
                            <a:pt x="0" y="81015"/>
                          </a:cubicBezTo>
                          <a:cubicBezTo>
                            <a:pt x="141926" y="95685"/>
                            <a:pt x="303584" y="103950"/>
                            <a:pt x="475220" y="103950"/>
                          </a:cubicBezTo>
                          <a:cubicBezTo>
                            <a:pt x="658844" y="103950"/>
                            <a:pt x="831076" y="94419"/>
                            <a:pt x="979927" y="77813"/>
                          </a:cubicBezTo>
                          <a:cubicBezTo>
                            <a:pt x="888040" y="51975"/>
                            <a:pt x="796005" y="26583"/>
                            <a:pt x="704192" y="373"/>
                          </a:cubicBezTo>
                          <a:cubicBezTo>
                            <a:pt x="631740" y="3872"/>
                            <a:pt x="554820" y="5734"/>
                            <a:pt x="475220" y="5734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148" name="AutoShape 148"/>
                  <p:cNvSpPr/>
                  <p:nvPr/>
                </p:nvSpPr>
                <p:spPr>
                  <a:xfrm>
                    <a:off x="10223832" y="6240780"/>
                    <a:ext cx="1411843" cy="2082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1843" h="208263">
                        <a:moveTo>
                          <a:pt x="860042" y="37455"/>
                        </a:moveTo>
                        <a:cubicBezTo>
                          <a:pt x="801440" y="29710"/>
                          <a:pt x="745072" y="8935"/>
                          <a:pt x="686395" y="2010"/>
                        </a:cubicBezTo>
                        <a:cubicBezTo>
                          <a:pt x="627719" y="-4914"/>
                          <a:pt x="562192" y="4989"/>
                          <a:pt x="522057" y="48401"/>
                        </a:cubicBezTo>
                        <a:cubicBezTo>
                          <a:pt x="507909" y="63740"/>
                          <a:pt x="497409" y="82654"/>
                          <a:pt x="480804" y="95312"/>
                        </a:cubicBezTo>
                        <a:cubicBezTo>
                          <a:pt x="454296" y="115491"/>
                          <a:pt x="418181" y="115715"/>
                          <a:pt x="384896" y="115119"/>
                        </a:cubicBezTo>
                        <a:cubicBezTo>
                          <a:pt x="329943" y="114077"/>
                          <a:pt x="274990" y="112960"/>
                          <a:pt x="220036" y="111917"/>
                        </a:cubicBezTo>
                        <a:cubicBezTo>
                          <a:pt x="145499" y="110502"/>
                          <a:pt x="68207" y="109534"/>
                          <a:pt x="0" y="139543"/>
                        </a:cubicBezTo>
                        <a:cubicBezTo>
                          <a:pt x="65899" y="176402"/>
                          <a:pt x="143191" y="185561"/>
                          <a:pt x="218175" y="193975"/>
                        </a:cubicBezTo>
                        <a:cubicBezTo>
                          <a:pt x="333294" y="206932"/>
                          <a:pt x="451466" y="219664"/>
                          <a:pt x="563681" y="190773"/>
                        </a:cubicBezTo>
                        <a:cubicBezTo>
                          <a:pt x="578425" y="186975"/>
                          <a:pt x="592945" y="182433"/>
                          <a:pt x="607391" y="177667"/>
                        </a:cubicBezTo>
                        <a:cubicBezTo>
                          <a:pt x="733902" y="176402"/>
                          <a:pt x="860489" y="175061"/>
                          <a:pt x="987000" y="173796"/>
                        </a:cubicBezTo>
                        <a:cubicBezTo>
                          <a:pt x="1034955" y="173274"/>
                          <a:pt x="1089386" y="169477"/>
                          <a:pt x="1122969" y="137830"/>
                        </a:cubicBezTo>
                        <a:cubicBezTo>
                          <a:pt x="1193411" y="133511"/>
                          <a:pt x="1263480" y="123012"/>
                          <a:pt x="1332061" y="106407"/>
                        </a:cubicBezTo>
                        <a:cubicBezTo>
                          <a:pt x="1369292" y="97397"/>
                          <a:pt x="1414341" y="75729"/>
                          <a:pt x="1411735" y="37529"/>
                        </a:cubicBezTo>
                        <a:cubicBezTo>
                          <a:pt x="1243896" y="-43039"/>
                          <a:pt x="1044709" y="61804"/>
                          <a:pt x="860042" y="37455"/>
                        </a:cubicBez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149" name="Group 149"/>
              <p:cNvGrpSpPr/>
              <p:nvPr/>
            </p:nvGrpSpPr>
            <p:grpSpPr>
              <a:xfrm>
                <a:off x="9309557" y="4069768"/>
                <a:ext cx="2378684" cy="2231772"/>
                <a:chOff x="9309557" y="4069768"/>
                <a:chExt cx="2378684" cy="2231772"/>
              </a:xfrm>
            </p:grpSpPr>
            <p:sp>
              <p:nvSpPr>
                <p:cNvPr id="150" name="AutoShape 150"/>
                <p:cNvSpPr/>
                <p:nvPr/>
              </p:nvSpPr>
              <p:spPr>
                <a:xfrm>
                  <a:off x="9309557" y="4173707"/>
                  <a:ext cx="2378684" cy="577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8684" h="577896">
                      <a:moveTo>
                        <a:pt x="502050" y="577896"/>
                      </a:moveTo>
                      <a:cubicBezTo>
                        <a:pt x="500412" y="577896"/>
                        <a:pt x="498699" y="577673"/>
                        <a:pt x="497061" y="577300"/>
                      </a:cubicBezTo>
                      <a:cubicBezTo>
                        <a:pt x="356253" y="543644"/>
                        <a:pt x="223188" y="486903"/>
                        <a:pt x="101367" y="408718"/>
                      </a:cubicBezTo>
                      <a:cubicBezTo>
                        <a:pt x="59222" y="381688"/>
                        <a:pt x="14619" y="346913"/>
                        <a:pt x="2779" y="294269"/>
                      </a:cubicBezTo>
                      <a:cubicBezTo>
                        <a:pt x="-7422" y="248623"/>
                        <a:pt x="10896" y="196872"/>
                        <a:pt x="50584" y="159119"/>
                      </a:cubicBezTo>
                      <a:cubicBezTo>
                        <a:pt x="84539" y="126877"/>
                        <a:pt x="127727" y="108559"/>
                        <a:pt x="169277" y="93518"/>
                      </a:cubicBezTo>
                      <a:cubicBezTo>
                        <a:pt x="406589" y="7811"/>
                        <a:pt x="657528" y="-1720"/>
                        <a:pt x="871533" y="216"/>
                      </a:cubicBezTo>
                      <a:cubicBezTo>
                        <a:pt x="1377507" y="4758"/>
                        <a:pt x="1879459" y="81901"/>
                        <a:pt x="2363465" y="229412"/>
                      </a:cubicBezTo>
                      <a:cubicBezTo>
                        <a:pt x="2374784" y="232837"/>
                        <a:pt x="2381187" y="244900"/>
                        <a:pt x="2377762" y="256218"/>
                      </a:cubicBezTo>
                      <a:cubicBezTo>
                        <a:pt x="2374337" y="267536"/>
                        <a:pt x="2362348" y="273940"/>
                        <a:pt x="2350955" y="270515"/>
                      </a:cubicBezTo>
                      <a:cubicBezTo>
                        <a:pt x="1870895" y="124196"/>
                        <a:pt x="1372964" y="47723"/>
                        <a:pt x="871087" y="43181"/>
                      </a:cubicBezTo>
                      <a:cubicBezTo>
                        <a:pt x="660805" y="41245"/>
                        <a:pt x="414706" y="50552"/>
                        <a:pt x="183798" y="133951"/>
                      </a:cubicBezTo>
                      <a:cubicBezTo>
                        <a:pt x="146566" y="147428"/>
                        <a:pt x="108292" y="163512"/>
                        <a:pt x="80071" y="190319"/>
                      </a:cubicBezTo>
                      <a:cubicBezTo>
                        <a:pt x="51701" y="217274"/>
                        <a:pt x="37777" y="254431"/>
                        <a:pt x="44552" y="284961"/>
                      </a:cubicBezTo>
                      <a:cubicBezTo>
                        <a:pt x="52967" y="322490"/>
                        <a:pt x="89603" y="350339"/>
                        <a:pt x="124377" y="372678"/>
                      </a:cubicBezTo>
                      <a:cubicBezTo>
                        <a:pt x="242102" y="448257"/>
                        <a:pt x="370773" y="503062"/>
                        <a:pt x="506891" y="535602"/>
                      </a:cubicBezTo>
                      <a:cubicBezTo>
                        <a:pt x="518432" y="538357"/>
                        <a:pt x="525506" y="549973"/>
                        <a:pt x="522751" y="561440"/>
                      </a:cubicBezTo>
                      <a:cubicBezTo>
                        <a:pt x="520517" y="571269"/>
                        <a:pt x="511730" y="577896"/>
                        <a:pt x="502050" y="577896"/>
                      </a:cubicBezTo>
                      <a:close/>
                    </a:path>
                  </a:pathLst>
                </a:custGeom>
                <a:solidFill>
                  <a:srgbClr val="062033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51" name="Group 151"/>
                <p:cNvGrpSpPr/>
                <p:nvPr/>
              </p:nvGrpSpPr>
              <p:grpSpPr>
                <a:xfrm>
                  <a:off x="9342270" y="4102588"/>
                  <a:ext cx="2141915" cy="2198953"/>
                  <a:chOff x="9342270" y="4102588"/>
                  <a:chExt cx="2141915" cy="2198953"/>
                </a:xfrm>
                <a:solidFill>
                  <a:srgbClr val="002033">
                    <a:alpha val="100000"/>
                  </a:srgbClr>
                </a:solidFill>
              </p:grpSpPr>
              <p:sp>
                <p:nvSpPr>
                  <p:cNvPr id="152" name="AutoShape 152"/>
                  <p:cNvSpPr/>
                  <p:nvPr/>
                </p:nvSpPr>
                <p:spPr>
                  <a:xfrm>
                    <a:off x="9342270" y="4285170"/>
                    <a:ext cx="99779" cy="1915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779" h="1915920">
                        <a:moveTo>
                          <a:pt x="58825" y="1879211"/>
                        </a:moveTo>
                        <a:lnTo>
                          <a:pt x="58825" y="147213"/>
                        </a:lnTo>
                        <a:lnTo>
                          <a:pt x="72154" y="147213"/>
                        </a:lnTo>
                        <a:lnTo>
                          <a:pt x="72154" y="0"/>
                        </a:lnTo>
                        <a:lnTo>
                          <a:pt x="25392" y="0"/>
                        </a:lnTo>
                        <a:lnTo>
                          <a:pt x="25392" y="147213"/>
                        </a:lnTo>
                        <a:lnTo>
                          <a:pt x="44752" y="147213"/>
                        </a:lnTo>
                        <a:lnTo>
                          <a:pt x="44752" y="1878764"/>
                        </a:lnTo>
                        <a:cubicBezTo>
                          <a:pt x="21296" y="1880775"/>
                          <a:pt x="2606" y="1896338"/>
                          <a:pt x="0" y="1915922"/>
                        </a:cubicBezTo>
                        <a:lnTo>
                          <a:pt x="99780" y="1915922"/>
                        </a:lnTo>
                        <a:cubicBezTo>
                          <a:pt x="97397" y="1897380"/>
                          <a:pt x="80569" y="1882413"/>
                          <a:pt x="58825" y="1879211"/>
                        </a:cubicBez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53" name="AutoShape 153"/>
                  <p:cNvSpPr/>
                  <p:nvPr/>
                </p:nvSpPr>
                <p:spPr>
                  <a:xfrm>
                    <a:off x="9524554" y="4520993"/>
                    <a:ext cx="99779" cy="17805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779" h="1780547">
                        <a:moveTo>
                          <a:pt x="62474" y="1744583"/>
                        </a:moveTo>
                        <a:lnTo>
                          <a:pt x="62474" y="180125"/>
                        </a:lnTo>
                        <a:lnTo>
                          <a:pt x="72080" y="180125"/>
                        </a:lnTo>
                        <a:lnTo>
                          <a:pt x="72080" y="32912"/>
                        </a:lnTo>
                        <a:lnTo>
                          <a:pt x="62474" y="32912"/>
                        </a:lnTo>
                        <a:lnTo>
                          <a:pt x="62474" y="6999"/>
                        </a:lnTo>
                        <a:cubicBezTo>
                          <a:pt x="62474" y="3127"/>
                          <a:pt x="59347" y="0"/>
                          <a:pt x="55475" y="0"/>
                        </a:cubicBezTo>
                        <a:cubicBezTo>
                          <a:pt x="51602" y="0"/>
                          <a:pt x="48475" y="3127"/>
                          <a:pt x="48475" y="6999"/>
                        </a:cubicBezTo>
                        <a:lnTo>
                          <a:pt x="48475" y="32912"/>
                        </a:lnTo>
                        <a:lnTo>
                          <a:pt x="25392" y="32912"/>
                        </a:lnTo>
                        <a:lnTo>
                          <a:pt x="25392" y="180125"/>
                        </a:lnTo>
                        <a:lnTo>
                          <a:pt x="48475" y="180125"/>
                        </a:lnTo>
                        <a:lnTo>
                          <a:pt x="48475" y="1743242"/>
                        </a:lnTo>
                        <a:cubicBezTo>
                          <a:pt x="23307" y="1743838"/>
                          <a:pt x="2755" y="1759922"/>
                          <a:pt x="0" y="1780548"/>
                        </a:cubicBezTo>
                        <a:lnTo>
                          <a:pt x="99780" y="1780548"/>
                        </a:lnTo>
                        <a:cubicBezTo>
                          <a:pt x="97546" y="1763049"/>
                          <a:pt x="82356" y="1748827"/>
                          <a:pt x="62474" y="1744583"/>
                        </a:cubicBez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54" name="AutoShape 154"/>
                  <p:cNvSpPr/>
                  <p:nvPr/>
                </p:nvSpPr>
                <p:spPr>
                  <a:xfrm>
                    <a:off x="9746527" y="4121203"/>
                    <a:ext cx="99779" cy="19280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779" h="1928057">
                        <a:moveTo>
                          <a:pt x="55549" y="1890902"/>
                        </a:moveTo>
                        <a:lnTo>
                          <a:pt x="55549" y="649983"/>
                        </a:lnTo>
                        <a:lnTo>
                          <a:pt x="72080" y="649983"/>
                        </a:lnTo>
                        <a:lnTo>
                          <a:pt x="72080" y="502771"/>
                        </a:lnTo>
                        <a:lnTo>
                          <a:pt x="55549" y="502771"/>
                        </a:lnTo>
                        <a:lnTo>
                          <a:pt x="55549" y="161658"/>
                        </a:lnTo>
                        <a:lnTo>
                          <a:pt x="69771" y="161658"/>
                        </a:lnTo>
                        <a:lnTo>
                          <a:pt x="69771" y="14446"/>
                        </a:lnTo>
                        <a:lnTo>
                          <a:pt x="55549" y="14446"/>
                        </a:lnTo>
                        <a:lnTo>
                          <a:pt x="55549" y="6999"/>
                        </a:lnTo>
                        <a:cubicBezTo>
                          <a:pt x="55549" y="3127"/>
                          <a:pt x="52421" y="0"/>
                          <a:pt x="48550" y="0"/>
                        </a:cubicBezTo>
                        <a:cubicBezTo>
                          <a:pt x="44678" y="0"/>
                          <a:pt x="41550" y="3127"/>
                          <a:pt x="41550" y="6999"/>
                        </a:cubicBezTo>
                        <a:lnTo>
                          <a:pt x="41550" y="14446"/>
                        </a:lnTo>
                        <a:lnTo>
                          <a:pt x="23084" y="14446"/>
                        </a:lnTo>
                        <a:lnTo>
                          <a:pt x="23084" y="161658"/>
                        </a:lnTo>
                        <a:lnTo>
                          <a:pt x="41550" y="161658"/>
                        </a:lnTo>
                        <a:lnTo>
                          <a:pt x="41550" y="502771"/>
                        </a:lnTo>
                        <a:lnTo>
                          <a:pt x="25392" y="502771"/>
                        </a:lnTo>
                        <a:lnTo>
                          <a:pt x="25392" y="649983"/>
                        </a:lnTo>
                        <a:lnTo>
                          <a:pt x="41550" y="649983"/>
                        </a:lnTo>
                        <a:lnTo>
                          <a:pt x="41550" y="1891274"/>
                        </a:lnTo>
                        <a:cubicBezTo>
                          <a:pt x="19584" y="1894327"/>
                          <a:pt x="2457" y="1909368"/>
                          <a:pt x="0" y="1928059"/>
                        </a:cubicBezTo>
                        <a:lnTo>
                          <a:pt x="99780" y="1928059"/>
                        </a:lnTo>
                        <a:cubicBezTo>
                          <a:pt x="97248" y="1908549"/>
                          <a:pt x="78781" y="1893136"/>
                          <a:pt x="55549" y="1890902"/>
                        </a:cubicBez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55" name="AutoShape 155"/>
                  <p:cNvSpPr/>
                  <p:nvPr/>
                </p:nvSpPr>
                <p:spPr>
                  <a:xfrm>
                    <a:off x="10302613" y="4102588"/>
                    <a:ext cx="99779" cy="19022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779" h="1902294">
                        <a:moveTo>
                          <a:pt x="68952" y="1868042"/>
                        </a:moveTo>
                        <a:lnTo>
                          <a:pt x="68952" y="159275"/>
                        </a:lnTo>
                        <a:lnTo>
                          <a:pt x="83770" y="159275"/>
                        </a:lnTo>
                        <a:lnTo>
                          <a:pt x="83770" y="12063"/>
                        </a:lnTo>
                        <a:lnTo>
                          <a:pt x="68952" y="12063"/>
                        </a:lnTo>
                        <a:lnTo>
                          <a:pt x="68952" y="6999"/>
                        </a:lnTo>
                        <a:cubicBezTo>
                          <a:pt x="68952" y="3127"/>
                          <a:pt x="65825" y="0"/>
                          <a:pt x="61953" y="0"/>
                        </a:cubicBezTo>
                        <a:cubicBezTo>
                          <a:pt x="58081" y="0"/>
                          <a:pt x="54953" y="3127"/>
                          <a:pt x="54953" y="6999"/>
                        </a:cubicBezTo>
                        <a:lnTo>
                          <a:pt x="54953" y="12063"/>
                        </a:lnTo>
                        <a:lnTo>
                          <a:pt x="37008" y="12063"/>
                        </a:lnTo>
                        <a:lnTo>
                          <a:pt x="37008" y="159275"/>
                        </a:lnTo>
                        <a:lnTo>
                          <a:pt x="54953" y="159275"/>
                        </a:lnTo>
                        <a:lnTo>
                          <a:pt x="54953" y="1865138"/>
                        </a:lnTo>
                        <a:cubicBezTo>
                          <a:pt x="53315" y="1864989"/>
                          <a:pt x="51603" y="1864914"/>
                          <a:pt x="49890" y="1864914"/>
                        </a:cubicBezTo>
                        <a:cubicBezTo>
                          <a:pt x="24051" y="1864914"/>
                          <a:pt x="2755" y="1881296"/>
                          <a:pt x="0" y="1902294"/>
                        </a:cubicBezTo>
                        <a:lnTo>
                          <a:pt x="99780" y="1902294"/>
                        </a:lnTo>
                        <a:cubicBezTo>
                          <a:pt x="97769" y="1886732"/>
                          <a:pt x="85632" y="1873775"/>
                          <a:pt x="68952" y="1868042"/>
                        </a:cubicBez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56" name="AutoShape 156"/>
                  <p:cNvSpPr/>
                  <p:nvPr/>
                </p:nvSpPr>
                <p:spPr>
                  <a:xfrm>
                    <a:off x="11384405" y="4275862"/>
                    <a:ext cx="99779" cy="1780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779" h="1780398">
                        <a:moveTo>
                          <a:pt x="62325" y="1744285"/>
                        </a:moveTo>
                        <a:lnTo>
                          <a:pt x="62325" y="147213"/>
                        </a:lnTo>
                        <a:lnTo>
                          <a:pt x="79154" y="147213"/>
                        </a:lnTo>
                        <a:lnTo>
                          <a:pt x="79154" y="0"/>
                        </a:lnTo>
                        <a:lnTo>
                          <a:pt x="32391" y="0"/>
                        </a:lnTo>
                        <a:lnTo>
                          <a:pt x="32391" y="147213"/>
                        </a:lnTo>
                        <a:lnTo>
                          <a:pt x="48326" y="147213"/>
                        </a:lnTo>
                        <a:lnTo>
                          <a:pt x="48326" y="1743094"/>
                        </a:lnTo>
                        <a:cubicBezTo>
                          <a:pt x="23232" y="1743764"/>
                          <a:pt x="2755" y="1759848"/>
                          <a:pt x="0" y="1780400"/>
                        </a:cubicBezTo>
                        <a:lnTo>
                          <a:pt x="99780" y="1780400"/>
                        </a:lnTo>
                        <a:cubicBezTo>
                          <a:pt x="97471" y="1762826"/>
                          <a:pt x="82281" y="1748604"/>
                          <a:pt x="62325" y="1744285"/>
                        </a:cubicBez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157" name="Group 157"/>
                <p:cNvGrpSpPr/>
                <p:nvPr/>
              </p:nvGrpSpPr>
              <p:grpSpPr>
                <a:xfrm>
                  <a:off x="9342309" y="4069768"/>
                  <a:ext cx="2336777" cy="591926"/>
                  <a:chOff x="9342309" y="4069768"/>
                  <a:chExt cx="2336777" cy="591926"/>
                </a:xfrm>
              </p:grpSpPr>
              <p:sp>
                <p:nvSpPr>
                  <p:cNvPr id="158" name="AutoShape 158"/>
                  <p:cNvSpPr/>
                  <p:nvPr/>
                </p:nvSpPr>
                <p:spPr>
                  <a:xfrm>
                    <a:off x="9342309" y="4088385"/>
                    <a:ext cx="2330275" cy="566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30275" h="566193">
                        <a:moveTo>
                          <a:pt x="491860" y="566194"/>
                        </a:moveTo>
                        <a:cubicBezTo>
                          <a:pt x="490222" y="566194"/>
                          <a:pt x="488584" y="565970"/>
                          <a:pt x="486945" y="565598"/>
                        </a:cubicBezTo>
                        <a:cubicBezTo>
                          <a:pt x="349041" y="532611"/>
                          <a:pt x="218582" y="477062"/>
                          <a:pt x="99293" y="400440"/>
                        </a:cubicBezTo>
                        <a:cubicBezTo>
                          <a:pt x="58041" y="373931"/>
                          <a:pt x="14257" y="339902"/>
                          <a:pt x="2715" y="288300"/>
                        </a:cubicBezTo>
                        <a:cubicBezTo>
                          <a:pt x="-7263" y="243622"/>
                          <a:pt x="10683" y="192913"/>
                          <a:pt x="49552" y="155905"/>
                        </a:cubicBezTo>
                        <a:cubicBezTo>
                          <a:pt x="82763" y="124333"/>
                          <a:pt x="125132" y="106313"/>
                          <a:pt x="165863" y="91644"/>
                        </a:cubicBezTo>
                        <a:cubicBezTo>
                          <a:pt x="398335" y="7725"/>
                          <a:pt x="644210" y="-1658"/>
                          <a:pt x="853822" y="204"/>
                        </a:cubicBezTo>
                        <a:cubicBezTo>
                          <a:pt x="1349519" y="4672"/>
                          <a:pt x="1841270" y="80177"/>
                          <a:pt x="2315373" y="224708"/>
                        </a:cubicBezTo>
                        <a:cubicBezTo>
                          <a:pt x="2326468" y="228134"/>
                          <a:pt x="2332723" y="239824"/>
                          <a:pt x="2329372" y="250919"/>
                        </a:cubicBezTo>
                        <a:cubicBezTo>
                          <a:pt x="2325947" y="262014"/>
                          <a:pt x="2314256" y="268269"/>
                          <a:pt x="2303161" y="264918"/>
                        </a:cubicBezTo>
                        <a:cubicBezTo>
                          <a:pt x="1832856" y="121578"/>
                          <a:pt x="1345126" y="46669"/>
                          <a:pt x="853450" y="42275"/>
                        </a:cubicBezTo>
                        <a:cubicBezTo>
                          <a:pt x="647486" y="40413"/>
                          <a:pt x="406377" y="49498"/>
                          <a:pt x="180160" y="131183"/>
                        </a:cubicBezTo>
                        <a:cubicBezTo>
                          <a:pt x="143673" y="144363"/>
                          <a:pt x="106144" y="160149"/>
                          <a:pt x="78518" y="186435"/>
                        </a:cubicBezTo>
                        <a:cubicBezTo>
                          <a:pt x="50744" y="212869"/>
                          <a:pt x="37043" y="249281"/>
                          <a:pt x="43744" y="279140"/>
                        </a:cubicBezTo>
                        <a:cubicBezTo>
                          <a:pt x="51935" y="315925"/>
                          <a:pt x="87901" y="343178"/>
                          <a:pt x="122005" y="365070"/>
                        </a:cubicBezTo>
                        <a:cubicBezTo>
                          <a:pt x="237347" y="439086"/>
                          <a:pt x="363412" y="492773"/>
                          <a:pt x="496700" y="524718"/>
                        </a:cubicBezTo>
                        <a:cubicBezTo>
                          <a:pt x="508018" y="527399"/>
                          <a:pt x="514943" y="538791"/>
                          <a:pt x="512263" y="550035"/>
                        </a:cubicBezTo>
                        <a:cubicBezTo>
                          <a:pt x="510029" y="559715"/>
                          <a:pt x="501391" y="566194"/>
                          <a:pt x="491860" y="566194"/>
                        </a:cubicBezTo>
                        <a:close/>
                      </a:path>
                    </a:pathLst>
                  </a:custGeom>
                  <a:solidFill>
                    <a:srgbClr val="06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159" name="Group 159"/>
                  <p:cNvGrpSpPr/>
                  <p:nvPr/>
                </p:nvGrpSpPr>
                <p:grpSpPr>
                  <a:xfrm>
                    <a:off x="9342309" y="4069768"/>
                    <a:ext cx="2336777" cy="591926"/>
                    <a:chOff x="9342309" y="4069768"/>
                    <a:chExt cx="2336777" cy="591926"/>
                  </a:xfrm>
                </p:grpSpPr>
                <p:sp>
                  <p:nvSpPr>
                    <p:cNvPr id="160" name="AutoShape 160"/>
                    <p:cNvSpPr/>
                    <p:nvPr/>
                  </p:nvSpPr>
                  <p:spPr>
                    <a:xfrm>
                      <a:off x="9342309" y="4069768"/>
                      <a:ext cx="2336777" cy="59192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6777" h="591926">
                          <a:moveTo>
                            <a:pt x="2318575" y="222922"/>
                          </a:moveTo>
                          <a:cubicBezTo>
                            <a:pt x="2315298" y="221582"/>
                            <a:pt x="2311427" y="221061"/>
                            <a:pt x="2308150" y="222475"/>
                          </a:cubicBezTo>
                          <a:cubicBezTo>
                            <a:pt x="1836207" y="79433"/>
                            <a:pt x="1346988" y="4598"/>
                            <a:pt x="853822" y="205"/>
                          </a:cubicBezTo>
                          <a:cubicBezTo>
                            <a:pt x="644210" y="-1657"/>
                            <a:pt x="398335" y="7651"/>
                            <a:pt x="165863" y="91645"/>
                          </a:cubicBezTo>
                          <a:cubicBezTo>
                            <a:pt x="125132" y="106389"/>
                            <a:pt x="82763" y="124334"/>
                            <a:pt x="49552" y="155906"/>
                          </a:cubicBezTo>
                          <a:cubicBezTo>
                            <a:pt x="10683" y="192840"/>
                            <a:pt x="-7263" y="243548"/>
                            <a:pt x="2715" y="288301"/>
                          </a:cubicBezTo>
                          <a:cubicBezTo>
                            <a:pt x="14257" y="339903"/>
                            <a:pt x="57967" y="373932"/>
                            <a:pt x="99293" y="400441"/>
                          </a:cubicBezTo>
                          <a:cubicBezTo>
                            <a:pt x="216125" y="475425"/>
                            <a:pt x="343679" y="530229"/>
                            <a:pt x="478457" y="563439"/>
                          </a:cubicBezTo>
                          <a:cubicBezTo>
                            <a:pt x="478308" y="565152"/>
                            <a:pt x="478159" y="566865"/>
                            <a:pt x="478084" y="568577"/>
                          </a:cubicBezTo>
                          <a:cubicBezTo>
                            <a:pt x="477637" y="575726"/>
                            <a:pt x="477712" y="583842"/>
                            <a:pt x="482999" y="588682"/>
                          </a:cubicBezTo>
                          <a:cubicBezTo>
                            <a:pt x="489552" y="594565"/>
                            <a:pt x="500274" y="591661"/>
                            <a:pt x="507274" y="586225"/>
                          </a:cubicBezTo>
                          <a:cubicBezTo>
                            <a:pt x="517922" y="577960"/>
                            <a:pt x="524623" y="563737"/>
                            <a:pt x="521198" y="550632"/>
                          </a:cubicBezTo>
                          <a:cubicBezTo>
                            <a:pt x="518890" y="541845"/>
                            <a:pt x="512635" y="534771"/>
                            <a:pt x="506603" y="528070"/>
                          </a:cubicBezTo>
                          <a:cubicBezTo>
                            <a:pt x="504816" y="526059"/>
                            <a:pt x="502806" y="523900"/>
                            <a:pt x="500125" y="523527"/>
                          </a:cubicBezTo>
                          <a:cubicBezTo>
                            <a:pt x="498561" y="523230"/>
                            <a:pt x="496998" y="523677"/>
                            <a:pt x="495509" y="524421"/>
                          </a:cubicBezTo>
                          <a:cubicBezTo>
                            <a:pt x="362593" y="492477"/>
                            <a:pt x="236974" y="438864"/>
                            <a:pt x="121930" y="365071"/>
                          </a:cubicBezTo>
                          <a:cubicBezTo>
                            <a:pt x="87826" y="343179"/>
                            <a:pt x="51935" y="315926"/>
                            <a:pt x="43670" y="279141"/>
                          </a:cubicBezTo>
                          <a:cubicBezTo>
                            <a:pt x="36968" y="249282"/>
                            <a:pt x="50669" y="212870"/>
                            <a:pt x="78444" y="186436"/>
                          </a:cubicBezTo>
                          <a:cubicBezTo>
                            <a:pt x="106070" y="160150"/>
                            <a:pt x="143598" y="144364"/>
                            <a:pt x="180085" y="131184"/>
                          </a:cubicBezTo>
                          <a:cubicBezTo>
                            <a:pt x="406303" y="49499"/>
                            <a:pt x="647338" y="40414"/>
                            <a:pt x="853375" y="42276"/>
                          </a:cubicBezTo>
                          <a:cubicBezTo>
                            <a:pt x="1343116" y="46670"/>
                            <a:pt x="1829058" y="121058"/>
                            <a:pt x="2297651" y="263355"/>
                          </a:cubicBezTo>
                          <a:cubicBezTo>
                            <a:pt x="2297800" y="266706"/>
                            <a:pt x="2298172" y="269983"/>
                            <a:pt x="2298693" y="273334"/>
                          </a:cubicBezTo>
                          <a:cubicBezTo>
                            <a:pt x="2299661" y="279141"/>
                            <a:pt x="2301896" y="285694"/>
                            <a:pt x="2307331" y="287779"/>
                          </a:cubicBezTo>
                          <a:cubicBezTo>
                            <a:pt x="2312990" y="289939"/>
                            <a:pt x="2319170" y="286290"/>
                            <a:pt x="2323490" y="282046"/>
                          </a:cubicBezTo>
                          <a:cubicBezTo>
                            <a:pt x="2331830" y="273855"/>
                            <a:pt x="2337265" y="262387"/>
                            <a:pt x="2336744" y="250697"/>
                          </a:cubicBezTo>
                          <a:cubicBezTo>
                            <a:pt x="2336521" y="238932"/>
                            <a:pt x="2329446" y="227390"/>
                            <a:pt x="2318575" y="222922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grpSp>
                  <p:nvGrpSpPr>
                    <p:cNvPr id="161" name="Group 161"/>
                    <p:cNvGrpSpPr/>
                    <p:nvPr/>
                  </p:nvGrpSpPr>
                  <p:grpSpPr>
                    <a:xfrm>
                      <a:off x="9463793" y="4083080"/>
                      <a:ext cx="555192" cy="107134"/>
                      <a:chOff x="9463793" y="4083080"/>
                      <a:chExt cx="555192" cy="107134"/>
                    </a:xfrm>
                    <a:solidFill>
                      <a:srgbClr val="5FBBBF">
                        <a:alpha val="100000"/>
                      </a:srgbClr>
                    </a:solidFill>
                  </p:grpSpPr>
                  <p:sp>
                    <p:nvSpPr>
                      <p:cNvPr id="162" name="AutoShape 162"/>
                      <p:cNvSpPr/>
                      <p:nvPr/>
                    </p:nvSpPr>
                    <p:spPr>
                      <a:xfrm>
                        <a:off x="9463793" y="4158963"/>
                        <a:ext cx="85744" cy="312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5744" h="31251">
                            <a:moveTo>
                              <a:pt x="78930" y="67"/>
                            </a:moveTo>
                            <a:cubicBezTo>
                              <a:pt x="49964" y="-975"/>
                              <a:pt x="20849" y="10194"/>
                              <a:pt x="0" y="30299"/>
                            </a:cubicBezTo>
                            <a:cubicBezTo>
                              <a:pt x="28445" y="34022"/>
                              <a:pt x="58155" y="26725"/>
                              <a:pt x="81536" y="10268"/>
                            </a:cubicBezTo>
                            <a:cubicBezTo>
                              <a:pt x="83919" y="8556"/>
                              <a:pt x="86600" y="5875"/>
                              <a:pt x="85483" y="3120"/>
                            </a:cubicBezTo>
                            <a:cubicBezTo>
                              <a:pt x="84589" y="663"/>
                              <a:pt x="81536" y="141"/>
                              <a:pt x="78930" y="67"/>
                            </a:cubicBezTo>
                            <a:close/>
                          </a:path>
                        </a:pathLst>
                      </a:custGeom>
                      <a:solidFill>
                        <a:srgbClr val="5FBBBF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163" name="AutoShape 163"/>
                      <p:cNvSpPr/>
                      <p:nvPr/>
                    </p:nvSpPr>
                    <p:spPr>
                      <a:xfrm>
                        <a:off x="9563870" y="4086339"/>
                        <a:ext cx="411032" cy="7187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11032" h="71872">
                            <a:moveTo>
                              <a:pt x="0" y="71872"/>
                            </a:moveTo>
                            <a:cubicBezTo>
                              <a:pt x="137011" y="50725"/>
                              <a:pt x="274022" y="29503"/>
                              <a:pt x="411033" y="8356"/>
                            </a:cubicBezTo>
                            <a:cubicBezTo>
                              <a:pt x="368441" y="-4675"/>
                              <a:pt x="322646" y="-58"/>
                              <a:pt x="278490" y="6048"/>
                            </a:cubicBezTo>
                            <a:cubicBezTo>
                              <a:pt x="210729" y="15430"/>
                              <a:pt x="143489" y="28014"/>
                              <a:pt x="76919" y="43800"/>
                            </a:cubicBezTo>
                            <a:cubicBezTo>
                              <a:pt x="50262" y="50055"/>
                              <a:pt x="23158" y="57129"/>
                              <a:pt x="0" y="71872"/>
                            </a:cubicBezTo>
                            <a:close/>
                          </a:path>
                        </a:pathLst>
                      </a:custGeom>
                      <a:solidFill>
                        <a:srgbClr val="5FBBBF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164" name="AutoShape 164"/>
                      <p:cNvSpPr/>
                      <p:nvPr/>
                    </p:nvSpPr>
                    <p:spPr>
                      <a:xfrm>
                        <a:off x="9980996" y="4083080"/>
                        <a:ext cx="37989" cy="972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89" h="9722">
                            <a:moveTo>
                              <a:pt x="6194" y="8934"/>
                            </a:moveTo>
                            <a:cubicBezTo>
                              <a:pt x="16842" y="10647"/>
                              <a:pt x="27862" y="9530"/>
                              <a:pt x="37989" y="5956"/>
                            </a:cubicBezTo>
                            <a:cubicBezTo>
                              <a:pt x="27713" y="520"/>
                              <a:pt x="15576" y="-1267"/>
                              <a:pt x="4183" y="893"/>
                            </a:cubicBezTo>
                            <a:cubicBezTo>
                              <a:pt x="2694" y="1190"/>
                              <a:pt x="1056" y="1637"/>
                              <a:pt x="311" y="2977"/>
                            </a:cubicBezTo>
                            <a:cubicBezTo>
                              <a:pt x="-1178" y="5881"/>
                              <a:pt x="2992" y="8413"/>
                              <a:pt x="6194" y="8934"/>
                            </a:cubicBezTo>
                            <a:close/>
                          </a:path>
                        </a:pathLst>
                      </a:custGeom>
                      <a:solidFill>
                        <a:srgbClr val="5FBBBF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</p:grpSp>
            </p:grpSp>
          </p:grpSp>
        </p:grpSp>
        <p:grpSp>
          <p:nvGrpSpPr>
            <p:cNvPr id="165" name="Group 165"/>
            <p:cNvGrpSpPr/>
            <p:nvPr/>
          </p:nvGrpSpPr>
          <p:grpSpPr>
            <a:xfrm>
              <a:off x="10098288" y="3453349"/>
              <a:ext cx="426819" cy="557798"/>
              <a:chOff x="10098288" y="3453349"/>
              <a:chExt cx="426819" cy="557798"/>
            </a:xfrm>
          </p:grpSpPr>
          <p:sp>
            <p:nvSpPr>
              <p:cNvPr id="166" name="AutoShape 166"/>
              <p:cNvSpPr/>
              <p:nvPr/>
            </p:nvSpPr>
            <p:spPr>
              <a:xfrm>
                <a:off x="10098288" y="3453349"/>
                <a:ext cx="426819" cy="557798"/>
              </a:xfrm>
              <a:custGeom>
                <a:avLst/>
                <a:gdLst/>
                <a:ahLst/>
                <a:cxnLst/>
                <a:rect l="l" t="t" r="r" b="b"/>
                <a:pathLst>
                  <a:path w="426819" h="557798">
                    <a:moveTo>
                      <a:pt x="426819" y="435904"/>
                    </a:moveTo>
                    <a:cubicBezTo>
                      <a:pt x="351761" y="369185"/>
                      <a:pt x="283404" y="291298"/>
                      <a:pt x="203879" y="220782"/>
                    </a:cubicBezTo>
                    <a:cubicBezTo>
                      <a:pt x="197401" y="209165"/>
                      <a:pt x="191592" y="197177"/>
                      <a:pt x="186901" y="184742"/>
                    </a:cubicBezTo>
                    <a:cubicBezTo>
                      <a:pt x="184295" y="177817"/>
                      <a:pt x="181986" y="170743"/>
                      <a:pt x="179604" y="163669"/>
                    </a:cubicBezTo>
                    <a:cubicBezTo>
                      <a:pt x="176327" y="149372"/>
                      <a:pt x="173721" y="134777"/>
                      <a:pt x="170370" y="120629"/>
                    </a:cubicBezTo>
                    <a:cubicBezTo>
                      <a:pt x="168956" y="114523"/>
                      <a:pt x="167243" y="108194"/>
                      <a:pt x="162924" y="103652"/>
                    </a:cubicBezTo>
                    <a:cubicBezTo>
                      <a:pt x="157638" y="98067"/>
                      <a:pt x="149893" y="96504"/>
                      <a:pt x="141926" y="96355"/>
                    </a:cubicBezTo>
                    <a:cubicBezTo>
                      <a:pt x="135894" y="89951"/>
                      <a:pt x="129565" y="83770"/>
                      <a:pt x="123235" y="77665"/>
                    </a:cubicBezTo>
                    <a:cubicBezTo>
                      <a:pt x="111322" y="66272"/>
                      <a:pt x="99333" y="54730"/>
                      <a:pt x="85409" y="45869"/>
                    </a:cubicBezTo>
                    <a:cubicBezTo>
                      <a:pt x="55847" y="27030"/>
                      <a:pt x="42146" y="22711"/>
                      <a:pt x="6181" y="0"/>
                    </a:cubicBezTo>
                    <a:cubicBezTo>
                      <a:pt x="-1563" y="9531"/>
                      <a:pt x="4393" y="22115"/>
                      <a:pt x="13105" y="30753"/>
                    </a:cubicBezTo>
                    <a:cubicBezTo>
                      <a:pt x="21817" y="39391"/>
                      <a:pt x="34848" y="49815"/>
                      <a:pt x="45124" y="56517"/>
                    </a:cubicBezTo>
                    <a:cubicBezTo>
                      <a:pt x="58751" y="65378"/>
                      <a:pt x="62698" y="73495"/>
                      <a:pt x="65378" y="85409"/>
                    </a:cubicBezTo>
                    <a:cubicBezTo>
                      <a:pt x="63740" y="85260"/>
                      <a:pt x="62027" y="85036"/>
                      <a:pt x="60389" y="84887"/>
                    </a:cubicBezTo>
                    <a:cubicBezTo>
                      <a:pt x="56815" y="84664"/>
                      <a:pt x="53092" y="84664"/>
                      <a:pt x="49890" y="86153"/>
                    </a:cubicBezTo>
                    <a:cubicBezTo>
                      <a:pt x="43784" y="88983"/>
                      <a:pt x="41327" y="96206"/>
                      <a:pt x="40284" y="102833"/>
                    </a:cubicBezTo>
                    <a:cubicBezTo>
                      <a:pt x="39614" y="106928"/>
                      <a:pt x="39167" y="111173"/>
                      <a:pt x="38125" y="115119"/>
                    </a:cubicBezTo>
                    <a:cubicBezTo>
                      <a:pt x="32913" y="114672"/>
                      <a:pt x="27402" y="114449"/>
                      <a:pt x="23084" y="117279"/>
                    </a:cubicBezTo>
                    <a:cubicBezTo>
                      <a:pt x="18392" y="120331"/>
                      <a:pt x="16307" y="126140"/>
                      <a:pt x="14595" y="131501"/>
                    </a:cubicBezTo>
                    <a:cubicBezTo>
                      <a:pt x="12063" y="139394"/>
                      <a:pt x="9531" y="147287"/>
                      <a:pt x="6925" y="155180"/>
                    </a:cubicBezTo>
                    <a:cubicBezTo>
                      <a:pt x="2606" y="162328"/>
                      <a:pt x="0" y="167690"/>
                      <a:pt x="0" y="167690"/>
                    </a:cubicBezTo>
                    <a:cubicBezTo>
                      <a:pt x="0" y="167690"/>
                      <a:pt x="5212" y="189879"/>
                      <a:pt x="12436" y="209538"/>
                    </a:cubicBezTo>
                    <a:cubicBezTo>
                      <a:pt x="23605" y="200453"/>
                      <a:pt x="30083" y="183848"/>
                      <a:pt x="24126" y="170743"/>
                    </a:cubicBezTo>
                    <a:cubicBezTo>
                      <a:pt x="28519" y="168434"/>
                      <a:pt x="32689" y="170817"/>
                      <a:pt x="37157" y="168509"/>
                    </a:cubicBezTo>
                    <a:cubicBezTo>
                      <a:pt x="36189" y="188316"/>
                      <a:pt x="52124" y="225994"/>
                      <a:pt x="67910" y="237982"/>
                    </a:cubicBezTo>
                    <a:cubicBezTo>
                      <a:pt x="77516" y="245205"/>
                      <a:pt x="89057" y="249524"/>
                      <a:pt x="98812" y="256524"/>
                    </a:cubicBezTo>
                    <a:cubicBezTo>
                      <a:pt x="108194" y="263225"/>
                      <a:pt x="117204" y="271714"/>
                      <a:pt x="125991" y="280947"/>
                    </a:cubicBezTo>
                    <a:cubicBezTo>
                      <a:pt x="190475" y="372015"/>
                      <a:pt x="251312" y="466806"/>
                      <a:pt x="315870" y="557799"/>
                    </a:cubicBezTo>
                    <a:cubicBezTo>
                      <a:pt x="352282" y="513643"/>
                      <a:pt x="392716" y="470455"/>
                      <a:pt x="426819" y="435904"/>
                    </a:cubicBezTo>
                    <a:close/>
                  </a:path>
                </a:pathLst>
              </a:custGeom>
              <a:solidFill>
                <a:srgbClr val="FFBE69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7" name="AutoShape 167"/>
              <p:cNvSpPr/>
              <p:nvPr/>
            </p:nvSpPr>
            <p:spPr>
              <a:xfrm>
                <a:off x="10320410" y="3798855"/>
                <a:ext cx="204697" cy="212292"/>
              </a:xfrm>
              <a:custGeom>
                <a:avLst/>
                <a:gdLst/>
                <a:ahLst/>
                <a:cxnLst/>
                <a:rect l="l" t="t" r="r" b="b"/>
                <a:pathLst>
                  <a:path w="204697" h="212292">
                    <a:moveTo>
                      <a:pt x="204697" y="90397"/>
                    </a:moveTo>
                    <a:cubicBezTo>
                      <a:pt x="172530" y="61878"/>
                      <a:pt x="141628" y="31200"/>
                      <a:pt x="110577" y="0"/>
                    </a:cubicBezTo>
                    <a:cubicBezTo>
                      <a:pt x="63740" y="8935"/>
                      <a:pt x="26435" y="37752"/>
                      <a:pt x="0" y="75505"/>
                    </a:cubicBezTo>
                    <a:cubicBezTo>
                      <a:pt x="30977" y="121448"/>
                      <a:pt x="61952" y="167317"/>
                      <a:pt x="93897" y="212293"/>
                    </a:cubicBezTo>
                    <a:cubicBezTo>
                      <a:pt x="130160" y="168136"/>
                      <a:pt x="170594" y="124948"/>
                      <a:pt x="204697" y="90397"/>
                    </a:cubicBezTo>
                    <a:close/>
                  </a:path>
                </a:pathLst>
              </a:custGeom>
              <a:solidFill>
                <a:srgbClr val="00203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168" name="AutoShape 168"/>
            <p:cNvSpPr/>
            <p:nvPr/>
          </p:nvSpPr>
          <p:spPr>
            <a:xfrm>
              <a:off x="7976925" y="541458"/>
              <a:ext cx="95684" cy="15521"/>
            </a:xfrm>
            <a:custGeom>
              <a:avLst/>
              <a:gdLst/>
              <a:ahLst/>
              <a:cxnLst/>
              <a:rect l="l" t="t" r="r" b="b"/>
              <a:pathLst>
                <a:path w="95684" h="15521">
                  <a:moveTo>
                    <a:pt x="90621" y="33"/>
                  </a:moveTo>
                  <a:cubicBezTo>
                    <a:pt x="66122" y="-339"/>
                    <a:pt x="42295" y="2416"/>
                    <a:pt x="19211" y="9564"/>
                  </a:cubicBezTo>
                  <a:cubicBezTo>
                    <a:pt x="12807" y="11500"/>
                    <a:pt x="6404" y="13511"/>
                    <a:pt x="0" y="15521"/>
                  </a:cubicBezTo>
                  <a:cubicBezTo>
                    <a:pt x="31721" y="10160"/>
                    <a:pt x="63665" y="5990"/>
                    <a:pt x="95684" y="3160"/>
                  </a:cubicBezTo>
                  <a:cubicBezTo>
                    <a:pt x="93972" y="2118"/>
                    <a:pt x="92333" y="1075"/>
                    <a:pt x="90621" y="33"/>
                  </a:cubicBezTo>
                  <a:close/>
                </a:path>
              </a:pathLst>
            </a:custGeom>
            <a:solidFill>
              <a:srgbClr val="809CA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169" name="Group 169"/>
            <p:cNvGrpSpPr/>
            <p:nvPr/>
          </p:nvGrpSpPr>
          <p:grpSpPr>
            <a:xfrm>
              <a:off x="4873103" y="2928405"/>
              <a:ext cx="4186581" cy="3697941"/>
              <a:chOff x="4873103" y="2928405"/>
              <a:chExt cx="4186581" cy="3697941"/>
            </a:xfrm>
          </p:grpSpPr>
          <p:sp>
            <p:nvSpPr>
              <p:cNvPr id="170" name="AutoShape 170"/>
              <p:cNvSpPr/>
              <p:nvPr/>
            </p:nvSpPr>
            <p:spPr>
              <a:xfrm>
                <a:off x="4873103" y="6240184"/>
                <a:ext cx="4186581" cy="386162"/>
              </a:xfrm>
              <a:custGeom>
                <a:avLst/>
                <a:gdLst/>
                <a:ahLst/>
                <a:cxnLst/>
                <a:rect l="l" t="t" r="r" b="b"/>
                <a:pathLst>
                  <a:path w="4186581" h="386162">
                    <a:moveTo>
                      <a:pt x="4186582" y="193082"/>
                    </a:moveTo>
                    <a:cubicBezTo>
                      <a:pt x="4186582" y="299717"/>
                      <a:pt x="3249384" y="386163"/>
                      <a:pt x="2093291" y="386163"/>
                    </a:cubicBezTo>
                    <a:cubicBezTo>
                      <a:pt x="937198" y="386163"/>
                      <a:pt x="0" y="299717"/>
                      <a:pt x="0" y="193082"/>
                    </a:cubicBezTo>
                    <a:cubicBezTo>
                      <a:pt x="0" y="86446"/>
                      <a:pt x="937198" y="0"/>
                      <a:pt x="2093291" y="0"/>
                    </a:cubicBezTo>
                    <a:cubicBezTo>
                      <a:pt x="3249384" y="0"/>
                      <a:pt x="4186582" y="86446"/>
                      <a:pt x="4186582" y="193082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1" name="AutoShape 171"/>
              <p:cNvSpPr/>
              <p:nvPr/>
            </p:nvSpPr>
            <p:spPr>
              <a:xfrm>
                <a:off x="5427402" y="6252247"/>
                <a:ext cx="3326241" cy="262257"/>
              </a:xfrm>
              <a:custGeom>
                <a:avLst/>
                <a:gdLst/>
                <a:ahLst/>
                <a:cxnLst/>
                <a:rect l="l" t="t" r="r" b="b"/>
                <a:pathLst>
                  <a:path w="3326241" h="262257">
                    <a:moveTo>
                      <a:pt x="3326242" y="131129"/>
                    </a:moveTo>
                    <a:cubicBezTo>
                      <a:pt x="3326242" y="203549"/>
                      <a:pt x="2581637" y="262257"/>
                      <a:pt x="1663121" y="262257"/>
                    </a:cubicBezTo>
                    <a:cubicBezTo>
                      <a:pt x="744605" y="262257"/>
                      <a:pt x="0" y="203549"/>
                      <a:pt x="0" y="131129"/>
                    </a:cubicBezTo>
                    <a:cubicBezTo>
                      <a:pt x="0" y="58709"/>
                      <a:pt x="744605" y="0"/>
                      <a:pt x="1663121" y="0"/>
                    </a:cubicBezTo>
                    <a:cubicBezTo>
                      <a:pt x="2581637" y="0"/>
                      <a:pt x="3326242" y="58709"/>
                      <a:pt x="3326242" y="131129"/>
                    </a:cubicBezTo>
                    <a:close/>
                  </a:path>
                </a:pathLst>
              </a:custGeom>
              <a:solidFill>
                <a:srgbClr val="00203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72" name="Group 172"/>
              <p:cNvGrpSpPr/>
              <p:nvPr/>
            </p:nvGrpSpPr>
            <p:grpSpPr>
              <a:xfrm>
                <a:off x="5215602" y="2928405"/>
                <a:ext cx="3442144" cy="3453852"/>
                <a:chOff x="5215602" y="2928405"/>
                <a:chExt cx="3442144" cy="3453852"/>
              </a:xfrm>
            </p:grpSpPr>
            <p:grpSp>
              <p:nvGrpSpPr>
                <p:cNvPr id="173" name="Group 173"/>
                <p:cNvGrpSpPr/>
                <p:nvPr/>
              </p:nvGrpSpPr>
              <p:grpSpPr>
                <a:xfrm>
                  <a:off x="5416967" y="2928405"/>
                  <a:ext cx="2711191" cy="1909425"/>
                  <a:chOff x="5416967" y="2928405"/>
                  <a:chExt cx="2711191" cy="1909425"/>
                </a:xfrm>
                <a:solidFill>
                  <a:srgbClr val="002033">
                    <a:alpha val="100000"/>
                  </a:srgbClr>
                </a:solidFill>
              </p:grpSpPr>
              <p:grpSp>
                <p:nvGrpSpPr>
                  <p:cNvPr id="174" name="Group 174"/>
                  <p:cNvGrpSpPr/>
                  <p:nvPr/>
                </p:nvGrpSpPr>
                <p:grpSpPr>
                  <a:xfrm>
                    <a:off x="6783811" y="3545682"/>
                    <a:ext cx="1344346" cy="647004"/>
                    <a:chOff x="6783811" y="3545682"/>
                    <a:chExt cx="1344346" cy="647004"/>
                  </a:xfrm>
                  <a:solidFill>
                    <a:srgbClr val="002033">
                      <a:alpha val="100000"/>
                    </a:srgbClr>
                  </a:solidFill>
                </p:grpSpPr>
                <p:sp>
                  <p:nvSpPr>
                    <p:cNvPr id="175" name="AutoShape 175"/>
                    <p:cNvSpPr/>
                    <p:nvPr/>
                  </p:nvSpPr>
                  <p:spPr>
                    <a:xfrm>
                      <a:off x="6783811" y="3545682"/>
                      <a:ext cx="1157371" cy="6470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7371" h="647004">
                          <a:moveTo>
                            <a:pt x="1137564" y="647005"/>
                          </a:moveTo>
                          <a:cubicBezTo>
                            <a:pt x="1120885" y="511111"/>
                            <a:pt x="1024307" y="379014"/>
                            <a:pt x="879105" y="293606"/>
                          </a:cubicBezTo>
                          <a:cubicBezTo>
                            <a:pt x="750359" y="217877"/>
                            <a:pt x="606274" y="183848"/>
                            <a:pt x="444765" y="150191"/>
                          </a:cubicBezTo>
                          <a:lnTo>
                            <a:pt x="423692" y="145798"/>
                          </a:lnTo>
                          <a:cubicBezTo>
                            <a:pt x="280426" y="116013"/>
                            <a:pt x="132320" y="85185"/>
                            <a:pt x="0" y="17796"/>
                          </a:cubicBezTo>
                          <a:lnTo>
                            <a:pt x="9085" y="0"/>
                          </a:lnTo>
                          <a:cubicBezTo>
                            <a:pt x="139021" y="66123"/>
                            <a:pt x="285787" y="96652"/>
                            <a:pt x="427787" y="126214"/>
                          </a:cubicBezTo>
                          <a:lnTo>
                            <a:pt x="448860" y="130607"/>
                          </a:lnTo>
                          <a:cubicBezTo>
                            <a:pt x="606125" y="163445"/>
                            <a:pt x="758103" y="199262"/>
                            <a:pt x="889232" y="276405"/>
                          </a:cubicBezTo>
                          <a:cubicBezTo>
                            <a:pt x="1039720" y="364941"/>
                            <a:pt x="1140022" y="502547"/>
                            <a:pt x="1157371" y="644548"/>
                          </a:cubicBezTo>
                          <a:lnTo>
                            <a:pt x="1137564" y="647005"/>
                          </a:ln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76" name="AutoShape 176"/>
                    <p:cNvSpPr/>
                    <p:nvPr/>
                  </p:nvSpPr>
                  <p:spPr>
                    <a:xfrm>
                      <a:off x="6952171" y="3585371"/>
                      <a:ext cx="1175987" cy="5784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75987" h="578424">
                          <a:moveTo>
                            <a:pt x="1157520" y="578425"/>
                          </a:moveTo>
                          <a:cubicBezTo>
                            <a:pt x="1090057" y="416171"/>
                            <a:pt x="960939" y="278788"/>
                            <a:pt x="803228" y="201347"/>
                          </a:cubicBezTo>
                          <a:cubicBezTo>
                            <a:pt x="663089" y="132618"/>
                            <a:pt x="504261" y="110502"/>
                            <a:pt x="350644" y="89057"/>
                          </a:cubicBezTo>
                          <a:cubicBezTo>
                            <a:pt x="233962" y="72824"/>
                            <a:pt x="113332" y="55996"/>
                            <a:pt x="0" y="18988"/>
                          </a:cubicBezTo>
                          <a:lnTo>
                            <a:pt x="6181" y="0"/>
                          </a:lnTo>
                          <a:cubicBezTo>
                            <a:pt x="117800" y="36412"/>
                            <a:pt x="237610" y="53092"/>
                            <a:pt x="353399" y="69250"/>
                          </a:cubicBezTo>
                          <a:cubicBezTo>
                            <a:pt x="508580" y="90919"/>
                            <a:pt x="669046" y="113257"/>
                            <a:pt x="812014" y="183401"/>
                          </a:cubicBezTo>
                          <a:cubicBezTo>
                            <a:pt x="974044" y="262853"/>
                            <a:pt x="1106737" y="404034"/>
                            <a:pt x="1175987" y="570681"/>
                          </a:cubicBezTo>
                          <a:lnTo>
                            <a:pt x="1157520" y="578425"/>
                          </a:ln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177" name="Group 177"/>
                  <p:cNvGrpSpPr/>
                  <p:nvPr/>
                </p:nvGrpSpPr>
                <p:grpSpPr>
                  <a:xfrm>
                    <a:off x="5416967" y="2928405"/>
                    <a:ext cx="1703848" cy="1909425"/>
                    <a:chOff x="5416967" y="2928405"/>
                    <a:chExt cx="1703848" cy="1909425"/>
                  </a:xfrm>
                  <a:solidFill>
                    <a:srgbClr val="002033">
                      <a:alpha val="100000"/>
                    </a:srgbClr>
                  </a:solidFill>
                </p:grpSpPr>
                <p:sp>
                  <p:nvSpPr>
                    <p:cNvPr id="178" name="AutoShape 178"/>
                    <p:cNvSpPr/>
                    <p:nvPr/>
                  </p:nvSpPr>
                  <p:spPr>
                    <a:xfrm>
                      <a:off x="5416967" y="2928405"/>
                      <a:ext cx="1353217" cy="1909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53217" h="1909425">
                          <a:moveTo>
                            <a:pt x="117512" y="1909426"/>
                          </a:moveTo>
                          <a:lnTo>
                            <a:pt x="97630" y="1907564"/>
                          </a:lnTo>
                          <a:cubicBezTo>
                            <a:pt x="113119" y="1745012"/>
                            <a:pt x="81621" y="1580376"/>
                            <a:pt x="51166" y="1421175"/>
                          </a:cubicBezTo>
                          <a:cubicBezTo>
                            <a:pt x="25178" y="1285355"/>
                            <a:pt x="-1703" y="1144844"/>
                            <a:pt x="84" y="1004706"/>
                          </a:cubicBezTo>
                          <a:cubicBezTo>
                            <a:pt x="2616" y="802242"/>
                            <a:pt x="71941" y="594491"/>
                            <a:pt x="195400" y="419728"/>
                          </a:cubicBezTo>
                          <a:cubicBezTo>
                            <a:pt x="318859" y="244964"/>
                            <a:pt x="491463" y="110187"/>
                            <a:pt x="681417" y="40118"/>
                          </a:cubicBezTo>
                          <a:cubicBezTo>
                            <a:pt x="772708" y="6461"/>
                            <a:pt x="944791" y="-36430"/>
                            <a:pt x="1071526" y="54489"/>
                          </a:cubicBezTo>
                          <a:cubicBezTo>
                            <a:pt x="1161402" y="118899"/>
                            <a:pt x="1196995" y="226721"/>
                            <a:pt x="1231471" y="331043"/>
                          </a:cubicBezTo>
                          <a:cubicBezTo>
                            <a:pt x="1260587" y="419132"/>
                            <a:pt x="1290669" y="510274"/>
                            <a:pt x="1353218" y="574908"/>
                          </a:cubicBezTo>
                          <a:lnTo>
                            <a:pt x="1338846" y="588758"/>
                          </a:lnTo>
                          <a:cubicBezTo>
                            <a:pt x="1273096" y="520848"/>
                            <a:pt x="1242269" y="427546"/>
                            <a:pt x="1212484" y="337298"/>
                          </a:cubicBezTo>
                          <a:cubicBezTo>
                            <a:pt x="1177486" y="231412"/>
                            <a:pt x="1144499" y="131335"/>
                            <a:pt x="1059910" y="70722"/>
                          </a:cubicBezTo>
                          <a:cubicBezTo>
                            <a:pt x="940546" y="-14761"/>
                            <a:pt x="775835" y="26640"/>
                            <a:pt x="688267" y="58882"/>
                          </a:cubicBezTo>
                          <a:cubicBezTo>
                            <a:pt x="306051" y="199766"/>
                            <a:pt x="25029" y="597619"/>
                            <a:pt x="20040" y="1004929"/>
                          </a:cubicBezTo>
                          <a:cubicBezTo>
                            <a:pt x="18328" y="1143057"/>
                            <a:pt x="44985" y="1282525"/>
                            <a:pt x="70824" y="1417377"/>
                          </a:cubicBezTo>
                          <a:cubicBezTo>
                            <a:pt x="101502" y="1577918"/>
                            <a:pt x="133224" y="1743970"/>
                            <a:pt x="117512" y="1909426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79" name="AutoShape 179"/>
                    <p:cNvSpPr/>
                    <p:nvPr/>
                  </p:nvSpPr>
                  <p:spPr>
                    <a:xfrm>
                      <a:off x="5475240" y="3134666"/>
                      <a:ext cx="1645576" cy="1569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45576" h="1569950">
                          <a:moveTo>
                            <a:pt x="18359" y="1569951"/>
                          </a:moveTo>
                          <a:cubicBezTo>
                            <a:pt x="-24010" y="1222360"/>
                            <a:pt x="7041" y="917733"/>
                            <a:pt x="110618" y="664486"/>
                          </a:cubicBezTo>
                          <a:cubicBezTo>
                            <a:pt x="235864" y="358296"/>
                            <a:pt x="476155" y="126346"/>
                            <a:pt x="753379" y="43841"/>
                          </a:cubicBezTo>
                          <a:cubicBezTo>
                            <a:pt x="935365" y="-10293"/>
                            <a:pt x="1126437" y="-2177"/>
                            <a:pt x="1311252" y="5642"/>
                          </a:cubicBezTo>
                          <a:cubicBezTo>
                            <a:pt x="1411032" y="9886"/>
                            <a:pt x="1513939" y="19641"/>
                            <a:pt x="1580137" y="88072"/>
                          </a:cubicBezTo>
                          <a:cubicBezTo>
                            <a:pt x="1637771" y="147567"/>
                            <a:pt x="1657429" y="241539"/>
                            <a:pt x="1638739" y="367306"/>
                          </a:cubicBezTo>
                          <a:cubicBezTo>
                            <a:pt x="1635611" y="388454"/>
                            <a:pt x="1631739" y="409973"/>
                            <a:pt x="1628016" y="430749"/>
                          </a:cubicBezTo>
                          <a:cubicBezTo>
                            <a:pt x="1615060" y="502605"/>
                            <a:pt x="1601731" y="576919"/>
                            <a:pt x="1616176" y="647956"/>
                          </a:cubicBezTo>
                          <a:lnTo>
                            <a:pt x="1596593" y="651977"/>
                          </a:lnTo>
                          <a:cubicBezTo>
                            <a:pt x="1581328" y="577216"/>
                            <a:pt x="1595029" y="500967"/>
                            <a:pt x="1608358" y="427249"/>
                          </a:cubicBezTo>
                          <a:cubicBezTo>
                            <a:pt x="1612081" y="406622"/>
                            <a:pt x="1615953" y="385252"/>
                            <a:pt x="1619006" y="364402"/>
                          </a:cubicBezTo>
                          <a:cubicBezTo>
                            <a:pt x="1636728" y="245113"/>
                            <a:pt x="1618857" y="156875"/>
                            <a:pt x="1565840" y="101996"/>
                          </a:cubicBezTo>
                          <a:cubicBezTo>
                            <a:pt x="1504781" y="38852"/>
                            <a:pt x="1406192" y="29619"/>
                            <a:pt x="1310433" y="25598"/>
                          </a:cubicBezTo>
                          <a:cubicBezTo>
                            <a:pt x="1127256" y="17854"/>
                            <a:pt x="937897" y="9812"/>
                            <a:pt x="759113" y="63052"/>
                          </a:cubicBezTo>
                          <a:cubicBezTo>
                            <a:pt x="487622" y="143770"/>
                            <a:pt x="252172" y="371476"/>
                            <a:pt x="129160" y="672082"/>
                          </a:cubicBezTo>
                          <a:cubicBezTo>
                            <a:pt x="26848" y="922127"/>
                            <a:pt x="-3756" y="1223402"/>
                            <a:pt x="38241" y="1567568"/>
                          </a:cubicBezTo>
                          <a:lnTo>
                            <a:pt x="18359" y="1569951"/>
                          </a:ln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  <p:sp>
              <p:nvSpPr>
                <p:cNvPr id="180" name="AutoShape 180"/>
                <p:cNvSpPr/>
                <p:nvPr/>
              </p:nvSpPr>
              <p:spPr>
                <a:xfrm>
                  <a:off x="6277094" y="5888944"/>
                  <a:ext cx="1676598" cy="239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598" h="239544">
                      <a:moveTo>
                        <a:pt x="0" y="0"/>
                      </a:moveTo>
                      <a:lnTo>
                        <a:pt x="1676598" y="0"/>
                      </a:lnTo>
                      <a:lnTo>
                        <a:pt x="1676598" y="239546"/>
                      </a:lnTo>
                      <a:lnTo>
                        <a:pt x="0" y="239546"/>
                      </a:lnTo>
                      <a:close/>
                    </a:path>
                  </a:pathLst>
                </a:custGeom>
                <a:solidFill>
                  <a:srgbClr val="002033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81" name="Group 181"/>
                <p:cNvGrpSpPr/>
                <p:nvPr/>
              </p:nvGrpSpPr>
              <p:grpSpPr>
                <a:xfrm>
                  <a:off x="5570817" y="6063708"/>
                  <a:ext cx="2937249" cy="318550"/>
                  <a:chOff x="5570817" y="6063708"/>
                  <a:chExt cx="2937249" cy="318550"/>
                </a:xfrm>
              </p:grpSpPr>
              <p:sp>
                <p:nvSpPr>
                  <p:cNvPr id="182" name="AutoShape 182"/>
                  <p:cNvSpPr/>
                  <p:nvPr/>
                </p:nvSpPr>
                <p:spPr>
                  <a:xfrm>
                    <a:off x="5868667" y="6063708"/>
                    <a:ext cx="2341548" cy="239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1548" h="239918">
                        <a:moveTo>
                          <a:pt x="0" y="239918"/>
                        </a:moveTo>
                        <a:lnTo>
                          <a:pt x="2341549" y="239918"/>
                        </a:lnTo>
                        <a:lnTo>
                          <a:pt x="2209155" y="0"/>
                        </a:lnTo>
                        <a:lnTo>
                          <a:pt x="132394" y="0"/>
                        </a:lnTo>
                        <a:close/>
                      </a:path>
                    </a:pathLst>
                  </a:custGeom>
                  <a:solidFill>
                    <a:srgbClr val="809CAA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183" name="Group 183"/>
                  <p:cNvGrpSpPr/>
                  <p:nvPr/>
                </p:nvGrpSpPr>
                <p:grpSpPr>
                  <a:xfrm>
                    <a:off x="5969861" y="6063708"/>
                    <a:ext cx="2240354" cy="239992"/>
                    <a:chOff x="5969861" y="6063708"/>
                    <a:chExt cx="2240354" cy="239992"/>
                  </a:xfrm>
                  <a:solidFill>
                    <a:srgbClr val="E0DBD5">
                      <a:alpha val="100000"/>
                    </a:srgbClr>
                  </a:solidFill>
                </p:grpSpPr>
                <p:sp>
                  <p:nvSpPr>
                    <p:cNvPr id="184" name="AutoShape 184"/>
                    <p:cNvSpPr/>
                    <p:nvPr/>
                  </p:nvSpPr>
                  <p:spPr>
                    <a:xfrm>
                      <a:off x="8004253" y="6063708"/>
                      <a:ext cx="205963" cy="2399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5962" h="239918">
                          <a:moveTo>
                            <a:pt x="5882" y="22786"/>
                          </a:moveTo>
                          <a:cubicBezTo>
                            <a:pt x="28593" y="96056"/>
                            <a:pt x="55623" y="167987"/>
                            <a:pt x="82802" y="239918"/>
                          </a:cubicBezTo>
                          <a:lnTo>
                            <a:pt x="205963" y="239918"/>
                          </a:lnTo>
                          <a:lnTo>
                            <a:pt x="73569" y="0"/>
                          </a:lnTo>
                          <a:lnTo>
                            <a:pt x="0" y="0"/>
                          </a:lnTo>
                          <a:cubicBezTo>
                            <a:pt x="2010" y="7595"/>
                            <a:pt x="3946" y="15190"/>
                            <a:pt x="5882" y="22786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85" name="AutoShape 185"/>
                    <p:cNvSpPr/>
                    <p:nvPr/>
                  </p:nvSpPr>
                  <p:spPr>
                    <a:xfrm>
                      <a:off x="6760058" y="6063708"/>
                      <a:ext cx="195613" cy="2399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5613" h="239918">
                          <a:moveTo>
                            <a:pt x="195613" y="0"/>
                          </a:moveTo>
                          <a:lnTo>
                            <a:pt x="47209" y="0"/>
                          </a:lnTo>
                          <a:cubicBezTo>
                            <a:pt x="32093" y="80122"/>
                            <a:pt x="16307" y="160094"/>
                            <a:pt x="0" y="239918"/>
                          </a:cubicBezTo>
                          <a:lnTo>
                            <a:pt x="181838" y="239918"/>
                          </a:lnTo>
                          <a:cubicBezTo>
                            <a:pt x="187795" y="160020"/>
                            <a:pt x="192411" y="80047"/>
                            <a:pt x="195613" y="0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86" name="AutoShape 186"/>
                    <p:cNvSpPr/>
                    <p:nvPr/>
                  </p:nvSpPr>
                  <p:spPr>
                    <a:xfrm>
                      <a:off x="5969861" y="6063708"/>
                      <a:ext cx="543725" cy="23999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43725" h="239992">
                          <a:moveTo>
                            <a:pt x="543726" y="0"/>
                          </a:moveTo>
                          <a:lnTo>
                            <a:pt x="83770" y="0"/>
                          </a:lnTo>
                          <a:cubicBezTo>
                            <a:pt x="58528" y="70739"/>
                            <a:pt x="35816" y="143564"/>
                            <a:pt x="8265" y="217952"/>
                          </a:cubicBezTo>
                          <a:cubicBezTo>
                            <a:pt x="5510" y="225324"/>
                            <a:pt x="2755" y="232621"/>
                            <a:pt x="0" y="239993"/>
                          </a:cubicBezTo>
                          <a:lnTo>
                            <a:pt x="495250" y="239993"/>
                          </a:lnTo>
                          <a:cubicBezTo>
                            <a:pt x="511930" y="160020"/>
                            <a:pt x="528163" y="80047"/>
                            <a:pt x="543726" y="0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187" name="AutoShape 187"/>
                  <p:cNvSpPr/>
                  <p:nvPr/>
                </p:nvSpPr>
                <p:spPr>
                  <a:xfrm>
                    <a:off x="5868667" y="6153435"/>
                    <a:ext cx="2341548" cy="1501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1548" h="150190">
                        <a:moveTo>
                          <a:pt x="82877" y="0"/>
                        </a:moveTo>
                        <a:lnTo>
                          <a:pt x="0" y="150191"/>
                        </a:lnTo>
                        <a:lnTo>
                          <a:pt x="2341549" y="150191"/>
                        </a:lnTo>
                        <a:lnTo>
                          <a:pt x="2258672" y="0"/>
                        </a:ln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88" name="AutoShape 188"/>
                  <p:cNvSpPr/>
                  <p:nvPr/>
                </p:nvSpPr>
                <p:spPr>
                  <a:xfrm>
                    <a:off x="5570817" y="6216728"/>
                    <a:ext cx="2937249" cy="1655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37249" h="165530">
                        <a:moveTo>
                          <a:pt x="0" y="165530"/>
                        </a:moveTo>
                        <a:lnTo>
                          <a:pt x="2937249" y="165530"/>
                        </a:lnTo>
                        <a:lnTo>
                          <a:pt x="2609763" y="0"/>
                        </a:lnTo>
                        <a:lnTo>
                          <a:pt x="327486" y="0"/>
                        </a:lnTo>
                        <a:close/>
                      </a:path>
                    </a:pathLst>
                  </a:custGeom>
                  <a:solidFill>
                    <a:srgbClr val="809CAA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189" name="Group 189"/>
                  <p:cNvGrpSpPr/>
                  <p:nvPr/>
                </p:nvGrpSpPr>
                <p:grpSpPr>
                  <a:xfrm>
                    <a:off x="5733592" y="6216728"/>
                    <a:ext cx="2774474" cy="165530"/>
                    <a:chOff x="5733592" y="6216728"/>
                    <a:chExt cx="2774474" cy="165530"/>
                  </a:xfrm>
                  <a:solidFill>
                    <a:srgbClr val="5FBBBF">
                      <a:alpha val="100000"/>
                    </a:srgbClr>
                  </a:solidFill>
                </p:grpSpPr>
                <p:sp>
                  <p:nvSpPr>
                    <p:cNvPr id="190" name="AutoShape 190"/>
                    <p:cNvSpPr/>
                    <p:nvPr/>
                  </p:nvSpPr>
                  <p:spPr>
                    <a:xfrm>
                      <a:off x="8137838" y="6216803"/>
                      <a:ext cx="370227" cy="16545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0227" h="165455">
                          <a:moveTo>
                            <a:pt x="214228" y="165456"/>
                          </a:moveTo>
                          <a:lnTo>
                            <a:pt x="370228" y="165456"/>
                          </a:lnTo>
                          <a:lnTo>
                            <a:pt x="42741" y="0"/>
                          </a:lnTo>
                          <a:lnTo>
                            <a:pt x="0" y="0"/>
                          </a:lnTo>
                          <a:cubicBezTo>
                            <a:pt x="73494" y="52347"/>
                            <a:pt x="145053" y="107598"/>
                            <a:pt x="214228" y="165456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91" name="AutoShape 191"/>
                    <p:cNvSpPr/>
                    <p:nvPr/>
                  </p:nvSpPr>
                  <p:spPr>
                    <a:xfrm>
                      <a:off x="6749931" y="6216728"/>
                      <a:ext cx="644771" cy="16545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4771" h="165455">
                          <a:moveTo>
                            <a:pt x="572766" y="0"/>
                          </a:moveTo>
                          <a:lnTo>
                            <a:pt x="34551" y="0"/>
                          </a:lnTo>
                          <a:cubicBezTo>
                            <a:pt x="22935" y="55102"/>
                            <a:pt x="11467" y="110279"/>
                            <a:pt x="0" y="165456"/>
                          </a:cubicBezTo>
                          <a:lnTo>
                            <a:pt x="644771" y="165456"/>
                          </a:lnTo>
                          <a:cubicBezTo>
                            <a:pt x="621241" y="110130"/>
                            <a:pt x="597264" y="54953"/>
                            <a:pt x="572766" y="0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92" name="AutoShape 192"/>
                    <p:cNvSpPr/>
                    <p:nvPr/>
                  </p:nvSpPr>
                  <p:spPr>
                    <a:xfrm>
                      <a:off x="5733592" y="6216728"/>
                      <a:ext cx="755645" cy="16545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55645" h="165455">
                          <a:moveTo>
                            <a:pt x="755646" y="0"/>
                          </a:moveTo>
                          <a:lnTo>
                            <a:pt x="180274" y="0"/>
                          </a:lnTo>
                          <a:cubicBezTo>
                            <a:pt x="119512" y="54358"/>
                            <a:pt x="59495" y="109683"/>
                            <a:pt x="0" y="165456"/>
                          </a:cubicBezTo>
                          <a:lnTo>
                            <a:pt x="721170" y="165456"/>
                          </a:lnTo>
                          <a:cubicBezTo>
                            <a:pt x="732711" y="110354"/>
                            <a:pt x="744179" y="55177"/>
                            <a:pt x="755646" y="0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  <p:grpSp>
              <p:nvGrpSpPr>
                <p:cNvPr id="193" name="Group 193"/>
                <p:cNvGrpSpPr/>
                <p:nvPr/>
              </p:nvGrpSpPr>
              <p:grpSpPr>
                <a:xfrm>
                  <a:off x="6150805" y="3937430"/>
                  <a:ext cx="2506941" cy="2001478"/>
                  <a:chOff x="6150805" y="3937430"/>
                  <a:chExt cx="2506941" cy="2001478"/>
                </a:xfrm>
              </p:grpSpPr>
              <p:grpSp>
                <p:nvGrpSpPr>
                  <p:cNvPr id="194" name="Group 194"/>
                  <p:cNvGrpSpPr/>
                  <p:nvPr/>
                </p:nvGrpSpPr>
                <p:grpSpPr>
                  <a:xfrm>
                    <a:off x="6150805" y="3937430"/>
                    <a:ext cx="2506941" cy="2001478"/>
                    <a:chOff x="6150805" y="3937430"/>
                    <a:chExt cx="2506941" cy="2001478"/>
                  </a:xfrm>
                </p:grpSpPr>
                <p:sp>
                  <p:nvSpPr>
                    <p:cNvPr id="195" name="AutoShape 195"/>
                    <p:cNvSpPr/>
                    <p:nvPr/>
                  </p:nvSpPr>
                  <p:spPr>
                    <a:xfrm>
                      <a:off x="6150805" y="3937430"/>
                      <a:ext cx="2506941" cy="20014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06941" h="2001478">
                          <a:moveTo>
                            <a:pt x="1955312" y="2001404"/>
                          </a:moveTo>
                          <a:cubicBezTo>
                            <a:pt x="2070207" y="1764762"/>
                            <a:pt x="2185103" y="1528045"/>
                            <a:pt x="2299924" y="1291404"/>
                          </a:cubicBezTo>
                          <a:cubicBezTo>
                            <a:pt x="2373419" y="1140021"/>
                            <a:pt x="2447435" y="987001"/>
                            <a:pt x="2484219" y="822811"/>
                          </a:cubicBezTo>
                          <a:cubicBezTo>
                            <a:pt x="2521004" y="658621"/>
                            <a:pt x="2517579" y="479836"/>
                            <a:pt x="2440733" y="330166"/>
                          </a:cubicBezTo>
                          <a:cubicBezTo>
                            <a:pt x="2324497" y="103726"/>
                            <a:pt x="2052858" y="-16308"/>
                            <a:pt x="1799015" y="1787"/>
                          </a:cubicBezTo>
                          <a:cubicBezTo>
                            <a:pt x="1545098" y="19807"/>
                            <a:pt x="1311360" y="156743"/>
                            <a:pt x="1128927" y="334187"/>
                          </a:cubicBezTo>
                          <a:cubicBezTo>
                            <a:pt x="946419" y="511632"/>
                            <a:pt x="808291" y="728690"/>
                            <a:pt x="671801" y="943589"/>
                          </a:cubicBezTo>
                          <a:cubicBezTo>
                            <a:pt x="447892" y="1296243"/>
                            <a:pt x="223909" y="1648824"/>
                            <a:pt x="0" y="2001478"/>
                          </a:cubicBezTo>
                          <a:lnTo>
                            <a:pt x="1955312" y="2001478"/>
                          </a:ln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96" name="AutoShape 196"/>
                    <p:cNvSpPr/>
                    <p:nvPr/>
                  </p:nvSpPr>
                  <p:spPr>
                    <a:xfrm>
                      <a:off x="6150805" y="3944355"/>
                      <a:ext cx="1748529" cy="19944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48529" h="1994478">
                          <a:moveTo>
                            <a:pt x="1109269" y="542459"/>
                          </a:moveTo>
                          <a:cubicBezTo>
                            <a:pt x="1282692" y="306637"/>
                            <a:pt x="1494612" y="104694"/>
                            <a:pt x="1748529" y="0"/>
                          </a:cubicBezTo>
                          <a:cubicBezTo>
                            <a:pt x="1514196" y="31348"/>
                            <a:pt x="1299223" y="161583"/>
                            <a:pt x="1128927" y="327188"/>
                          </a:cubicBezTo>
                          <a:cubicBezTo>
                            <a:pt x="946419" y="504632"/>
                            <a:pt x="808291" y="721691"/>
                            <a:pt x="671801" y="936590"/>
                          </a:cubicBezTo>
                          <a:cubicBezTo>
                            <a:pt x="447892" y="1289244"/>
                            <a:pt x="223909" y="1641825"/>
                            <a:pt x="0" y="1994479"/>
                          </a:cubicBezTo>
                          <a:lnTo>
                            <a:pt x="141553" y="1994479"/>
                          </a:lnTo>
                          <a:cubicBezTo>
                            <a:pt x="220930" y="1829321"/>
                            <a:pt x="321231" y="1671684"/>
                            <a:pt x="440595" y="1520451"/>
                          </a:cubicBezTo>
                          <a:cubicBezTo>
                            <a:pt x="690119" y="1191103"/>
                            <a:pt x="869797" y="881785"/>
                            <a:pt x="1109269" y="542459"/>
                          </a:cubicBezTo>
                          <a:close/>
                        </a:path>
                      </a:pathLst>
                    </a:custGeom>
                    <a:solidFill>
                      <a:srgbClr val="BBC6E2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97" name="AutoShape 197"/>
                    <p:cNvSpPr/>
                    <p:nvPr/>
                  </p:nvSpPr>
                  <p:spPr>
                    <a:xfrm>
                      <a:off x="7161709" y="3968034"/>
                      <a:ext cx="1496037" cy="19708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6037" h="1970873">
                          <a:moveTo>
                            <a:pt x="944409" y="1970800"/>
                          </a:moveTo>
                          <a:cubicBezTo>
                            <a:pt x="1059304" y="1734158"/>
                            <a:pt x="1174200" y="1497442"/>
                            <a:pt x="1289021" y="1260800"/>
                          </a:cubicBezTo>
                          <a:cubicBezTo>
                            <a:pt x="1362516" y="1109417"/>
                            <a:pt x="1436531" y="956397"/>
                            <a:pt x="1473316" y="792207"/>
                          </a:cubicBezTo>
                          <a:cubicBezTo>
                            <a:pt x="1510100" y="628017"/>
                            <a:pt x="1506675" y="449232"/>
                            <a:pt x="1429830" y="299563"/>
                          </a:cubicBezTo>
                          <a:cubicBezTo>
                            <a:pt x="1353208" y="150340"/>
                            <a:pt x="1209048" y="47730"/>
                            <a:pt x="1047018" y="0"/>
                          </a:cubicBezTo>
                          <a:cubicBezTo>
                            <a:pt x="1109120" y="33583"/>
                            <a:pt x="1166977" y="76026"/>
                            <a:pt x="1213889" y="143042"/>
                          </a:cubicBezTo>
                          <a:cubicBezTo>
                            <a:pt x="1296616" y="275437"/>
                            <a:pt x="1295052" y="316094"/>
                            <a:pt x="1146127" y="349155"/>
                          </a:cubicBezTo>
                          <a:cubicBezTo>
                            <a:pt x="848277" y="415352"/>
                            <a:pt x="601583" y="705681"/>
                            <a:pt x="485719" y="953865"/>
                          </a:cubicBezTo>
                          <a:cubicBezTo>
                            <a:pt x="322125" y="1294978"/>
                            <a:pt x="162328" y="1634601"/>
                            <a:pt x="0" y="1970875"/>
                          </a:cubicBezTo>
                          <a:lnTo>
                            <a:pt x="944409" y="1970875"/>
                          </a:ln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98" name="AutoShape 198"/>
                    <p:cNvSpPr/>
                    <p:nvPr/>
                  </p:nvSpPr>
                  <p:spPr>
                    <a:xfrm>
                      <a:off x="6930583" y="3971990"/>
                      <a:ext cx="1376433" cy="10108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76433" h="1010803">
                          <a:moveTo>
                            <a:pt x="545432" y="961004"/>
                          </a:moveTo>
                          <a:cubicBezTo>
                            <a:pt x="434185" y="1040083"/>
                            <a:pt x="193819" y="1010745"/>
                            <a:pt x="63361" y="970536"/>
                          </a:cubicBezTo>
                          <a:cubicBezTo>
                            <a:pt x="4089" y="952292"/>
                            <a:pt x="5057" y="939187"/>
                            <a:pt x="143" y="877383"/>
                          </a:cubicBezTo>
                          <a:cubicBezTo>
                            <a:pt x="-2538" y="843502"/>
                            <a:pt x="33204" y="786241"/>
                            <a:pt x="52192" y="758094"/>
                          </a:cubicBezTo>
                          <a:cubicBezTo>
                            <a:pt x="176917" y="573129"/>
                            <a:pt x="324650" y="403727"/>
                            <a:pt x="491000" y="255099"/>
                          </a:cubicBezTo>
                          <a:cubicBezTo>
                            <a:pt x="620192" y="139682"/>
                            <a:pt x="767777" y="33499"/>
                            <a:pt x="938743" y="5799"/>
                          </a:cubicBezTo>
                          <a:cubicBezTo>
                            <a:pt x="1109709" y="-21901"/>
                            <a:pt x="1307109" y="50253"/>
                            <a:pt x="1376434" y="209081"/>
                          </a:cubicBezTo>
                          <a:cubicBezTo>
                            <a:pt x="1086849" y="292926"/>
                            <a:pt x="833527" y="495539"/>
                            <a:pt x="688176" y="759658"/>
                          </a:cubicBezTo>
                          <a:cubicBezTo>
                            <a:pt x="648115" y="832408"/>
                            <a:pt x="613193" y="912902"/>
                            <a:pt x="545432" y="961004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99" name="AutoShape 199"/>
                    <p:cNvSpPr/>
                    <p:nvPr/>
                  </p:nvSpPr>
                  <p:spPr>
                    <a:xfrm>
                      <a:off x="7057870" y="4735455"/>
                      <a:ext cx="471609" cy="11756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71609" h="117565">
                          <a:moveTo>
                            <a:pt x="2123" y="100365"/>
                          </a:moveTo>
                          <a:cubicBezTo>
                            <a:pt x="11953" y="80186"/>
                            <a:pt x="33174" y="67304"/>
                            <a:pt x="54992" y="62091"/>
                          </a:cubicBezTo>
                          <a:cubicBezTo>
                            <a:pt x="76884" y="56879"/>
                            <a:pt x="99669" y="58220"/>
                            <a:pt x="122157" y="59560"/>
                          </a:cubicBezTo>
                          <a:cubicBezTo>
                            <a:pt x="181131" y="63134"/>
                            <a:pt x="240031" y="66634"/>
                            <a:pt x="299006" y="70208"/>
                          </a:cubicBezTo>
                          <a:cubicBezTo>
                            <a:pt x="316430" y="71250"/>
                            <a:pt x="334301" y="72367"/>
                            <a:pt x="350384" y="79292"/>
                          </a:cubicBezTo>
                          <a:cubicBezTo>
                            <a:pt x="366469" y="86218"/>
                            <a:pt x="380616" y="100216"/>
                            <a:pt x="382701" y="117566"/>
                          </a:cubicBezTo>
                          <a:cubicBezTo>
                            <a:pt x="403774" y="77058"/>
                            <a:pt x="434453" y="41540"/>
                            <a:pt x="471610" y="14957"/>
                          </a:cubicBezTo>
                          <a:cubicBezTo>
                            <a:pt x="367362" y="10266"/>
                            <a:pt x="263189" y="5649"/>
                            <a:pt x="158942" y="958"/>
                          </a:cubicBezTo>
                          <a:cubicBezTo>
                            <a:pt x="122529" y="-681"/>
                            <a:pt x="84628" y="-2021"/>
                            <a:pt x="51492" y="13095"/>
                          </a:cubicBezTo>
                          <a:cubicBezTo>
                            <a:pt x="18356" y="28211"/>
                            <a:pt x="-7780" y="65368"/>
                            <a:pt x="2123" y="100365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200" name="Group 200"/>
                  <p:cNvGrpSpPr/>
                  <p:nvPr/>
                </p:nvGrpSpPr>
                <p:grpSpPr>
                  <a:xfrm>
                    <a:off x="7785040" y="4545423"/>
                    <a:ext cx="660511" cy="722676"/>
                    <a:chOff x="7785040" y="4545423"/>
                    <a:chExt cx="660511" cy="722676"/>
                  </a:xfrm>
                </p:grpSpPr>
                <p:sp>
                  <p:nvSpPr>
                    <p:cNvPr id="201" name="AutoShape 201"/>
                    <p:cNvSpPr/>
                    <p:nvPr/>
                  </p:nvSpPr>
                  <p:spPr>
                    <a:xfrm>
                      <a:off x="7785040" y="4545423"/>
                      <a:ext cx="660511" cy="7226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60511" h="722676">
                          <a:moveTo>
                            <a:pt x="480948" y="611629"/>
                          </a:moveTo>
                          <a:cubicBezTo>
                            <a:pt x="560846" y="537539"/>
                            <a:pt x="619076" y="440291"/>
                            <a:pt x="646478" y="334777"/>
                          </a:cubicBezTo>
                          <a:cubicBezTo>
                            <a:pt x="666806" y="256666"/>
                            <a:pt x="669040" y="168577"/>
                            <a:pt x="626076" y="100146"/>
                          </a:cubicBezTo>
                          <a:cubicBezTo>
                            <a:pt x="560772" y="-3804"/>
                            <a:pt x="408347" y="-24728"/>
                            <a:pt x="297323" y="27619"/>
                          </a:cubicBezTo>
                          <a:cubicBezTo>
                            <a:pt x="186300" y="79966"/>
                            <a:pt x="111093" y="187044"/>
                            <a:pt x="56884" y="297099"/>
                          </a:cubicBezTo>
                          <a:cubicBezTo>
                            <a:pt x="7738" y="396804"/>
                            <a:pt x="-27333" y="519444"/>
                            <a:pt x="28662" y="615427"/>
                          </a:cubicBezTo>
                          <a:cubicBezTo>
                            <a:pt x="72297" y="690262"/>
                            <a:pt x="164706" y="728386"/>
                            <a:pt x="251082" y="721983"/>
                          </a:cubicBezTo>
                          <a:cubicBezTo>
                            <a:pt x="337459" y="715728"/>
                            <a:pt x="417432" y="670603"/>
                            <a:pt x="480948" y="611629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grpSp>
                  <p:nvGrpSpPr>
                    <p:cNvPr id="202" name="Group 202"/>
                    <p:cNvGrpSpPr/>
                    <p:nvPr/>
                  </p:nvGrpSpPr>
                  <p:grpSpPr>
                    <a:xfrm>
                      <a:off x="7861740" y="4645355"/>
                      <a:ext cx="453812" cy="496460"/>
                      <a:chOff x="7861740" y="4645355"/>
                      <a:chExt cx="453812" cy="496460"/>
                    </a:xfrm>
                  </p:grpSpPr>
                  <p:sp>
                    <p:nvSpPr>
                      <p:cNvPr id="203" name="AutoShape 203"/>
                      <p:cNvSpPr/>
                      <p:nvPr/>
                    </p:nvSpPr>
                    <p:spPr>
                      <a:xfrm>
                        <a:off x="7861740" y="4645355"/>
                        <a:ext cx="453812" cy="49646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3812" h="496460">
                            <a:moveTo>
                              <a:pt x="330455" y="420108"/>
                            </a:moveTo>
                            <a:cubicBezTo>
                              <a:pt x="385334" y="369175"/>
                              <a:pt x="425321" y="302382"/>
                              <a:pt x="444160" y="229930"/>
                            </a:cubicBezTo>
                            <a:cubicBezTo>
                              <a:pt x="458159" y="176243"/>
                              <a:pt x="459648" y="115705"/>
                              <a:pt x="430161" y="68793"/>
                            </a:cubicBezTo>
                            <a:cubicBezTo>
                              <a:pt x="385260" y="-2616"/>
                              <a:pt x="280565" y="-16988"/>
                              <a:pt x="204316" y="18978"/>
                            </a:cubicBezTo>
                            <a:cubicBezTo>
                              <a:pt x="128066" y="54943"/>
                              <a:pt x="76389" y="128512"/>
                              <a:pt x="39083" y="204092"/>
                            </a:cubicBezTo>
                            <a:cubicBezTo>
                              <a:pt x="5352" y="272597"/>
                              <a:pt x="-18774" y="356814"/>
                              <a:pt x="19649" y="422788"/>
                            </a:cubicBezTo>
                            <a:cubicBezTo>
                              <a:pt x="49657" y="474241"/>
                              <a:pt x="113099" y="500378"/>
                              <a:pt x="172446" y="495985"/>
                            </a:cubicBezTo>
                            <a:cubicBezTo>
                              <a:pt x="231942" y="491591"/>
                              <a:pt x="286821" y="460541"/>
                              <a:pt x="330455" y="420108"/>
                            </a:cubicBezTo>
                            <a:close/>
                          </a:path>
                        </a:pathLst>
                      </a:custGeom>
                      <a:solidFill>
                        <a:srgbClr val="005361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04" name="AutoShape 204"/>
                      <p:cNvSpPr/>
                      <p:nvPr/>
                    </p:nvSpPr>
                    <p:spPr>
                      <a:xfrm>
                        <a:off x="7924860" y="4715489"/>
                        <a:ext cx="327489" cy="35622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7489" h="356228">
                            <a:moveTo>
                              <a:pt x="118187" y="356229"/>
                            </a:moveTo>
                            <a:cubicBezTo>
                              <a:pt x="118187" y="356229"/>
                              <a:pt x="118187" y="356229"/>
                              <a:pt x="118187" y="356229"/>
                            </a:cubicBezTo>
                            <a:cubicBezTo>
                              <a:pt x="74775" y="356229"/>
                              <a:pt x="34193" y="334709"/>
                              <a:pt x="14759" y="301350"/>
                            </a:cubicBezTo>
                            <a:cubicBezTo>
                              <a:pt x="-8548" y="261363"/>
                              <a:pt x="-4230" y="208346"/>
                              <a:pt x="27566" y="143787"/>
                            </a:cubicBezTo>
                            <a:cubicBezTo>
                              <a:pt x="59958" y="78037"/>
                              <a:pt x="98156" y="35444"/>
                              <a:pt x="144175" y="13775"/>
                            </a:cubicBezTo>
                            <a:cubicBezTo>
                              <a:pt x="163311" y="4765"/>
                              <a:pt x="185054" y="0"/>
                              <a:pt x="207021" y="0"/>
                            </a:cubicBezTo>
                            <a:cubicBezTo>
                              <a:pt x="251252" y="0"/>
                              <a:pt x="289674" y="19137"/>
                              <a:pt x="309854" y="51304"/>
                            </a:cubicBezTo>
                            <a:cubicBezTo>
                              <a:pt x="333905" y="89578"/>
                              <a:pt x="328990" y="136043"/>
                              <a:pt x="320576" y="168285"/>
                            </a:cubicBezTo>
                            <a:cubicBezTo>
                              <a:pt x="307396" y="218920"/>
                              <a:pt x="279026" y="266352"/>
                              <a:pt x="240678" y="301946"/>
                            </a:cubicBezTo>
                            <a:cubicBezTo>
                              <a:pt x="216254" y="324582"/>
                              <a:pt x="176789" y="352357"/>
                              <a:pt x="127644" y="356005"/>
                            </a:cubicBezTo>
                            <a:cubicBezTo>
                              <a:pt x="124516" y="356154"/>
                              <a:pt x="121389" y="356229"/>
                              <a:pt x="118187" y="356229"/>
                            </a:cubicBezTo>
                            <a:close/>
                            <a:moveTo>
                              <a:pt x="207095" y="19881"/>
                            </a:moveTo>
                            <a:cubicBezTo>
                              <a:pt x="188033" y="19881"/>
                              <a:pt x="169268" y="23977"/>
                              <a:pt x="152738" y="31795"/>
                            </a:cubicBezTo>
                            <a:cubicBezTo>
                              <a:pt x="110890" y="51528"/>
                              <a:pt x="75818" y="91068"/>
                              <a:pt x="45512" y="152648"/>
                            </a:cubicBezTo>
                            <a:cubicBezTo>
                              <a:pt x="16843" y="210878"/>
                              <a:pt x="12301" y="257491"/>
                              <a:pt x="32034" y="291372"/>
                            </a:cubicBezTo>
                            <a:cubicBezTo>
                              <a:pt x="47969" y="318700"/>
                              <a:pt x="81775" y="336347"/>
                              <a:pt x="118187" y="336347"/>
                            </a:cubicBezTo>
                            <a:cubicBezTo>
                              <a:pt x="118187" y="336347"/>
                              <a:pt x="118187" y="336347"/>
                              <a:pt x="118187" y="336347"/>
                            </a:cubicBezTo>
                            <a:cubicBezTo>
                              <a:pt x="120868" y="336347"/>
                              <a:pt x="123548" y="336273"/>
                              <a:pt x="126229" y="336049"/>
                            </a:cubicBezTo>
                            <a:cubicBezTo>
                              <a:pt x="169641" y="332847"/>
                              <a:pt x="205085" y="307753"/>
                              <a:pt x="227200" y="287276"/>
                            </a:cubicBezTo>
                            <a:cubicBezTo>
                              <a:pt x="262793" y="254289"/>
                              <a:pt x="289153" y="210208"/>
                              <a:pt x="301365" y="163222"/>
                            </a:cubicBezTo>
                            <a:cubicBezTo>
                              <a:pt x="311864" y="123012"/>
                              <a:pt x="308886" y="87047"/>
                              <a:pt x="293100" y="61878"/>
                            </a:cubicBezTo>
                            <a:cubicBezTo>
                              <a:pt x="276569" y="35518"/>
                              <a:pt x="244401" y="19881"/>
                              <a:pt x="207095" y="19881"/>
                            </a:cubicBezTo>
                            <a:close/>
                          </a:path>
                        </a:pathLst>
                      </a:custGeom>
                      <a:solidFill>
                        <a:srgbClr val="E0DBD5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05" name="AutoShape 205"/>
                      <p:cNvSpPr/>
                      <p:nvPr/>
                    </p:nvSpPr>
                    <p:spPr>
                      <a:xfrm>
                        <a:off x="8001821" y="4798618"/>
                        <a:ext cx="173676" cy="19003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3676" h="190038">
                            <a:moveTo>
                              <a:pt x="126486" y="160736"/>
                            </a:moveTo>
                            <a:cubicBezTo>
                              <a:pt x="147484" y="141227"/>
                              <a:pt x="162823" y="115686"/>
                              <a:pt x="169972" y="87986"/>
                            </a:cubicBezTo>
                            <a:cubicBezTo>
                              <a:pt x="175333" y="67434"/>
                              <a:pt x="175929" y="44276"/>
                              <a:pt x="164611" y="26331"/>
                            </a:cubicBezTo>
                            <a:cubicBezTo>
                              <a:pt x="147410" y="-997"/>
                              <a:pt x="107349" y="-6507"/>
                              <a:pt x="78160" y="7268"/>
                            </a:cubicBezTo>
                            <a:cubicBezTo>
                              <a:pt x="48970" y="21044"/>
                              <a:pt x="29238" y="49191"/>
                              <a:pt x="14941" y="78157"/>
                            </a:cubicBezTo>
                            <a:cubicBezTo>
                              <a:pt x="2059" y="104368"/>
                              <a:pt x="-7175" y="136610"/>
                              <a:pt x="7495" y="161853"/>
                            </a:cubicBezTo>
                            <a:cubicBezTo>
                              <a:pt x="18962" y="181511"/>
                              <a:pt x="43237" y="191563"/>
                              <a:pt x="65948" y="189851"/>
                            </a:cubicBezTo>
                            <a:cubicBezTo>
                              <a:pt x="88733" y="188063"/>
                              <a:pt x="109806" y="176224"/>
                              <a:pt x="126486" y="160736"/>
                            </a:cubicBezTo>
                            <a:close/>
                          </a:path>
                        </a:pathLst>
                      </a:custGeom>
                      <a:solidFill>
                        <a:srgbClr val="002033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</p:grpSp>
              <p:grpSp>
                <p:nvGrpSpPr>
                  <p:cNvPr id="206" name="Group 206"/>
                  <p:cNvGrpSpPr/>
                  <p:nvPr/>
                </p:nvGrpSpPr>
                <p:grpSpPr>
                  <a:xfrm>
                    <a:off x="6403531" y="5401661"/>
                    <a:ext cx="1714872" cy="290999"/>
                    <a:chOff x="6403531" y="5401661"/>
                    <a:chExt cx="1714872" cy="290999"/>
                  </a:xfrm>
                </p:grpSpPr>
                <p:grpSp>
                  <p:nvGrpSpPr>
                    <p:cNvPr id="207" name="Group 207"/>
                    <p:cNvGrpSpPr/>
                    <p:nvPr/>
                  </p:nvGrpSpPr>
                  <p:grpSpPr>
                    <a:xfrm>
                      <a:off x="6403531" y="5401661"/>
                      <a:ext cx="880966" cy="290999"/>
                      <a:chOff x="6403531" y="5401661"/>
                      <a:chExt cx="880966" cy="290999"/>
                    </a:xfrm>
                  </p:grpSpPr>
                  <p:sp>
                    <p:nvSpPr>
                      <p:cNvPr id="208" name="AutoShape 208"/>
                      <p:cNvSpPr/>
                      <p:nvPr/>
                    </p:nvSpPr>
                    <p:spPr>
                      <a:xfrm>
                        <a:off x="6403531" y="5401661"/>
                        <a:ext cx="880966" cy="2909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80966" h="290999">
                            <a:moveTo>
                              <a:pt x="880966" y="0"/>
                            </a:moveTo>
                            <a:lnTo>
                              <a:pt x="184741" y="0"/>
                            </a:lnTo>
                            <a:cubicBezTo>
                              <a:pt x="123161" y="97025"/>
                              <a:pt x="61580" y="193975"/>
                              <a:pt x="0" y="291000"/>
                            </a:cubicBezTo>
                            <a:lnTo>
                              <a:pt x="733977" y="291000"/>
                            </a:lnTo>
                            <a:cubicBezTo>
                              <a:pt x="783793" y="194422"/>
                              <a:pt x="832044" y="97025"/>
                              <a:pt x="880966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2033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09" name="AutoShape 209"/>
                      <p:cNvSpPr/>
                      <p:nvPr/>
                    </p:nvSpPr>
                    <p:spPr>
                      <a:xfrm>
                        <a:off x="6830946" y="5430478"/>
                        <a:ext cx="38273" cy="3827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273" h="38273">
                            <a:moveTo>
                              <a:pt x="38274" y="19137"/>
                            </a:moveTo>
                            <a:cubicBezTo>
                              <a:pt x="38274" y="29706"/>
                              <a:pt x="29706" y="38274"/>
                              <a:pt x="19137" y="38274"/>
                            </a:cubicBezTo>
                            <a:cubicBezTo>
                              <a:pt x="8568" y="38274"/>
                              <a:pt x="0" y="29706"/>
                              <a:pt x="0" y="19137"/>
                            </a:cubicBezTo>
                            <a:cubicBezTo>
                              <a:pt x="0" y="8568"/>
                              <a:pt x="8568" y="0"/>
                              <a:pt x="19137" y="0"/>
                            </a:cubicBezTo>
                            <a:cubicBezTo>
                              <a:pt x="29706" y="0"/>
                              <a:pt x="38274" y="8568"/>
                              <a:pt x="38274" y="19137"/>
                            </a:cubicBezTo>
                            <a:close/>
                          </a:path>
                        </a:pathLst>
                      </a:custGeom>
                      <a:solidFill>
                        <a:srgbClr val="E67231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10" name="AutoShape 210"/>
                      <p:cNvSpPr/>
                      <p:nvPr/>
                    </p:nvSpPr>
                    <p:spPr>
                      <a:xfrm>
                        <a:off x="6904664" y="5430478"/>
                        <a:ext cx="38273" cy="3827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273" h="38273">
                            <a:moveTo>
                              <a:pt x="38273" y="19137"/>
                            </a:moveTo>
                            <a:cubicBezTo>
                              <a:pt x="38273" y="29711"/>
                              <a:pt x="29710" y="38274"/>
                              <a:pt x="19136" y="38274"/>
                            </a:cubicBezTo>
                            <a:cubicBezTo>
                              <a:pt x="8563" y="38274"/>
                              <a:pt x="0" y="29711"/>
                              <a:pt x="0" y="19137"/>
                            </a:cubicBezTo>
                            <a:cubicBezTo>
                              <a:pt x="0" y="8563"/>
                              <a:pt x="8563" y="0"/>
                              <a:pt x="19136" y="0"/>
                            </a:cubicBezTo>
                            <a:cubicBezTo>
                              <a:pt x="29710" y="0"/>
                              <a:pt x="38273" y="8563"/>
                              <a:pt x="38273" y="19137"/>
                            </a:cubicBezTo>
                            <a:close/>
                          </a:path>
                        </a:pathLst>
                      </a:custGeom>
                      <a:solidFill>
                        <a:srgbClr val="E67231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11" name="AutoShape 211"/>
                      <p:cNvSpPr/>
                      <p:nvPr/>
                    </p:nvSpPr>
                    <p:spPr>
                      <a:xfrm>
                        <a:off x="6978456" y="5430478"/>
                        <a:ext cx="38273" cy="3827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273" h="38273">
                            <a:moveTo>
                              <a:pt x="38274" y="19137"/>
                            </a:moveTo>
                            <a:cubicBezTo>
                              <a:pt x="38274" y="29706"/>
                              <a:pt x="29706" y="38274"/>
                              <a:pt x="19137" y="38274"/>
                            </a:cubicBezTo>
                            <a:cubicBezTo>
                              <a:pt x="8568" y="38274"/>
                              <a:pt x="0" y="29706"/>
                              <a:pt x="0" y="19137"/>
                            </a:cubicBezTo>
                            <a:cubicBezTo>
                              <a:pt x="0" y="8568"/>
                              <a:pt x="8568" y="0"/>
                              <a:pt x="19137" y="0"/>
                            </a:cubicBezTo>
                            <a:cubicBezTo>
                              <a:pt x="29706" y="0"/>
                              <a:pt x="38274" y="8568"/>
                              <a:pt x="38274" y="19137"/>
                            </a:cubicBezTo>
                            <a:close/>
                          </a:path>
                        </a:pathLst>
                      </a:custGeom>
                      <a:solidFill>
                        <a:srgbClr val="E67231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12" name="AutoShape 212"/>
                      <p:cNvSpPr/>
                      <p:nvPr/>
                    </p:nvSpPr>
                    <p:spPr>
                      <a:xfrm>
                        <a:off x="7052175" y="5430478"/>
                        <a:ext cx="38273" cy="3827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273" h="38273">
                            <a:moveTo>
                              <a:pt x="38273" y="19137"/>
                            </a:moveTo>
                            <a:cubicBezTo>
                              <a:pt x="38273" y="29711"/>
                              <a:pt x="29710" y="38274"/>
                              <a:pt x="19136" y="38274"/>
                            </a:cubicBezTo>
                            <a:cubicBezTo>
                              <a:pt x="8563" y="38274"/>
                              <a:pt x="0" y="29711"/>
                              <a:pt x="0" y="19137"/>
                            </a:cubicBezTo>
                            <a:cubicBezTo>
                              <a:pt x="0" y="8563"/>
                              <a:pt x="8563" y="0"/>
                              <a:pt x="19136" y="0"/>
                            </a:cubicBezTo>
                            <a:cubicBezTo>
                              <a:pt x="29710" y="0"/>
                              <a:pt x="38273" y="8563"/>
                              <a:pt x="38273" y="19137"/>
                            </a:cubicBezTo>
                            <a:close/>
                          </a:path>
                        </a:pathLst>
                      </a:custGeom>
                      <a:solidFill>
                        <a:srgbClr val="E67231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grpSp>
                  <p:nvGrpSpPr>
                    <p:cNvPr id="213" name="Group 213"/>
                    <p:cNvGrpSpPr/>
                    <p:nvPr/>
                  </p:nvGrpSpPr>
                  <p:grpSpPr>
                    <a:xfrm>
                      <a:off x="7609377" y="5401661"/>
                      <a:ext cx="509026" cy="290999"/>
                      <a:chOff x="7609377" y="5401661"/>
                      <a:chExt cx="509026" cy="290999"/>
                    </a:xfrm>
                  </p:grpSpPr>
                  <p:sp>
                    <p:nvSpPr>
                      <p:cNvPr id="214" name="AutoShape 214"/>
                      <p:cNvSpPr/>
                      <p:nvPr/>
                    </p:nvSpPr>
                    <p:spPr>
                      <a:xfrm>
                        <a:off x="7609377" y="5401661"/>
                        <a:ext cx="509026" cy="2909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09026" h="290999">
                            <a:moveTo>
                              <a:pt x="451020" y="0"/>
                            </a:moveTo>
                            <a:lnTo>
                              <a:pt x="58155" y="0"/>
                            </a:lnTo>
                            <a:cubicBezTo>
                              <a:pt x="35444" y="22711"/>
                              <a:pt x="22711" y="35444"/>
                              <a:pt x="0" y="58155"/>
                            </a:cubicBezTo>
                            <a:lnTo>
                              <a:pt x="0" y="233068"/>
                            </a:lnTo>
                            <a:cubicBezTo>
                              <a:pt x="0" y="265012"/>
                              <a:pt x="25913" y="291000"/>
                              <a:pt x="57932" y="291000"/>
                            </a:cubicBezTo>
                            <a:lnTo>
                              <a:pt x="451094" y="291000"/>
                            </a:lnTo>
                            <a:cubicBezTo>
                              <a:pt x="483038" y="291000"/>
                              <a:pt x="509026" y="265087"/>
                              <a:pt x="509026" y="233068"/>
                            </a:cubicBezTo>
                            <a:lnTo>
                              <a:pt x="509026" y="57932"/>
                            </a:lnTo>
                            <a:cubicBezTo>
                              <a:pt x="508952" y="25913"/>
                              <a:pt x="483038" y="0"/>
                              <a:pt x="451020" y="0"/>
                            </a:cubicBezTo>
                            <a:close/>
                          </a:path>
                        </a:pathLst>
                      </a:custGeom>
                      <a:solidFill>
                        <a:srgbClr val="809CAA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grpSp>
                    <p:nvGrpSpPr>
                      <p:cNvPr id="215" name="Group 215"/>
                      <p:cNvGrpSpPr/>
                      <p:nvPr/>
                    </p:nvGrpSpPr>
                    <p:grpSpPr>
                      <a:xfrm>
                        <a:off x="7794789" y="5445668"/>
                        <a:ext cx="259501" cy="38273"/>
                        <a:chOff x="7794789" y="5445668"/>
                        <a:chExt cx="259501" cy="38273"/>
                      </a:xfrm>
                      <a:solidFill>
                        <a:srgbClr val="002033">
                          <a:alpha val="100000"/>
                        </a:srgbClr>
                      </a:solidFill>
                    </p:grpSpPr>
                    <p:sp>
                      <p:nvSpPr>
                        <p:cNvPr id="216" name="AutoShape 216"/>
                        <p:cNvSpPr/>
                        <p:nvPr/>
                      </p:nvSpPr>
                      <p:spPr>
                        <a:xfrm>
                          <a:off x="7794789" y="5445668"/>
                          <a:ext cx="38273" cy="3827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8273" h="38273">
                              <a:moveTo>
                                <a:pt x="38274" y="19137"/>
                              </a:moveTo>
                              <a:cubicBezTo>
                                <a:pt x="38274" y="29706"/>
                                <a:pt x="29706" y="38274"/>
                                <a:pt x="19137" y="38274"/>
                              </a:cubicBezTo>
                              <a:cubicBezTo>
                                <a:pt x="8568" y="38274"/>
                                <a:pt x="0" y="29706"/>
                                <a:pt x="0" y="19137"/>
                              </a:cubicBezTo>
                              <a:cubicBezTo>
                                <a:pt x="0" y="8568"/>
                                <a:pt x="8568" y="0"/>
                                <a:pt x="19137" y="0"/>
                              </a:cubicBezTo>
                              <a:cubicBezTo>
                                <a:pt x="29706" y="0"/>
                                <a:pt x="38274" y="8568"/>
                                <a:pt x="38274" y="1913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17" name="AutoShape 217"/>
                        <p:cNvSpPr/>
                        <p:nvPr/>
                      </p:nvSpPr>
                      <p:spPr>
                        <a:xfrm>
                          <a:off x="7868582" y="5445668"/>
                          <a:ext cx="38273" cy="3827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8273" h="38273">
                              <a:moveTo>
                                <a:pt x="38274" y="19137"/>
                              </a:moveTo>
                              <a:cubicBezTo>
                                <a:pt x="38274" y="29706"/>
                                <a:pt x="29706" y="38274"/>
                                <a:pt x="19137" y="38274"/>
                              </a:cubicBezTo>
                              <a:cubicBezTo>
                                <a:pt x="8568" y="38274"/>
                                <a:pt x="0" y="29706"/>
                                <a:pt x="0" y="19137"/>
                              </a:cubicBezTo>
                              <a:cubicBezTo>
                                <a:pt x="0" y="8568"/>
                                <a:pt x="8568" y="0"/>
                                <a:pt x="19137" y="0"/>
                              </a:cubicBezTo>
                              <a:cubicBezTo>
                                <a:pt x="29706" y="0"/>
                                <a:pt x="38274" y="8568"/>
                                <a:pt x="38274" y="1913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18" name="AutoShape 218"/>
                        <p:cNvSpPr/>
                        <p:nvPr/>
                      </p:nvSpPr>
                      <p:spPr>
                        <a:xfrm>
                          <a:off x="7942300" y="5445668"/>
                          <a:ext cx="38273" cy="3827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8273" h="38273">
                              <a:moveTo>
                                <a:pt x="38274" y="19137"/>
                              </a:moveTo>
                              <a:cubicBezTo>
                                <a:pt x="38274" y="29706"/>
                                <a:pt x="29706" y="38274"/>
                                <a:pt x="19137" y="38274"/>
                              </a:cubicBezTo>
                              <a:cubicBezTo>
                                <a:pt x="8568" y="38274"/>
                                <a:pt x="0" y="29706"/>
                                <a:pt x="0" y="19137"/>
                              </a:cubicBezTo>
                              <a:cubicBezTo>
                                <a:pt x="0" y="8568"/>
                                <a:pt x="8568" y="0"/>
                                <a:pt x="19137" y="0"/>
                              </a:cubicBezTo>
                              <a:cubicBezTo>
                                <a:pt x="29706" y="0"/>
                                <a:pt x="38274" y="8568"/>
                                <a:pt x="38274" y="1913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19" name="AutoShape 219"/>
                        <p:cNvSpPr/>
                        <p:nvPr/>
                      </p:nvSpPr>
                      <p:spPr>
                        <a:xfrm>
                          <a:off x="8016017" y="5445668"/>
                          <a:ext cx="38273" cy="3827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8273" h="38273">
                              <a:moveTo>
                                <a:pt x="38274" y="19137"/>
                              </a:moveTo>
                              <a:cubicBezTo>
                                <a:pt x="38274" y="29706"/>
                                <a:pt x="29706" y="38274"/>
                                <a:pt x="19137" y="38274"/>
                              </a:cubicBezTo>
                              <a:cubicBezTo>
                                <a:pt x="8568" y="38274"/>
                                <a:pt x="0" y="29706"/>
                                <a:pt x="0" y="19137"/>
                              </a:cubicBezTo>
                              <a:cubicBezTo>
                                <a:pt x="0" y="8568"/>
                                <a:pt x="8568" y="0"/>
                                <a:pt x="19137" y="0"/>
                              </a:cubicBezTo>
                              <a:cubicBezTo>
                                <a:pt x="29706" y="0"/>
                                <a:pt x="38274" y="8568"/>
                                <a:pt x="38274" y="1913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  <p:grpSp>
                    <p:nvGrpSpPr>
                      <p:cNvPr id="220" name="Group 220"/>
                      <p:cNvGrpSpPr/>
                      <p:nvPr/>
                    </p:nvGrpSpPr>
                    <p:grpSpPr>
                      <a:xfrm>
                        <a:off x="7723652" y="5516716"/>
                        <a:ext cx="302097" cy="150208"/>
                        <a:chOff x="7723652" y="5516716"/>
                        <a:chExt cx="302097" cy="150208"/>
                      </a:xfrm>
                    </p:grpSpPr>
                    <p:sp>
                      <p:nvSpPr>
                        <p:cNvPr id="221" name="AutoShape 221"/>
                        <p:cNvSpPr/>
                        <p:nvPr/>
                      </p:nvSpPr>
                      <p:spPr>
                        <a:xfrm rot="-4800000">
                          <a:off x="7733900" y="5526963"/>
                          <a:ext cx="129713" cy="12971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9713" h="129713">
                              <a:moveTo>
                                <a:pt x="129713" y="64856"/>
                              </a:moveTo>
                              <a:cubicBezTo>
                                <a:pt x="129713" y="100676"/>
                                <a:pt x="100676" y="129713"/>
                                <a:pt x="64857" y="129713"/>
                              </a:cubicBezTo>
                              <a:cubicBezTo>
                                <a:pt x="29037" y="129713"/>
                                <a:pt x="0" y="100676"/>
                                <a:pt x="0" y="64856"/>
                              </a:cubicBezTo>
                              <a:cubicBezTo>
                                <a:pt x="0" y="29037"/>
                                <a:pt x="29037" y="0"/>
                                <a:pt x="64857" y="0"/>
                              </a:cubicBezTo>
                              <a:cubicBezTo>
                                <a:pt x="100676" y="0"/>
                                <a:pt x="129713" y="29037"/>
                                <a:pt x="129713" y="6485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22" name="AutoShape 222"/>
                        <p:cNvSpPr/>
                        <p:nvPr/>
                      </p:nvSpPr>
                      <p:spPr>
                        <a:xfrm>
                          <a:off x="7769025" y="5554607"/>
                          <a:ext cx="82355" cy="8235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82355" h="82355">
                              <a:moveTo>
                                <a:pt x="82356" y="41178"/>
                              </a:moveTo>
                              <a:cubicBezTo>
                                <a:pt x="82356" y="63889"/>
                                <a:pt x="63889" y="82356"/>
                                <a:pt x="41178" y="82356"/>
                              </a:cubicBezTo>
                              <a:cubicBezTo>
                                <a:pt x="18467" y="82356"/>
                                <a:pt x="0" y="63889"/>
                                <a:pt x="0" y="41178"/>
                              </a:cubicBezTo>
                              <a:cubicBezTo>
                                <a:pt x="0" y="18467"/>
                                <a:pt x="18467" y="0"/>
                                <a:pt x="41178" y="0"/>
                              </a:cubicBezTo>
                              <a:cubicBezTo>
                                <a:pt x="63889" y="0"/>
                                <a:pt x="82356" y="18467"/>
                                <a:pt x="82356" y="4117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09CAA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23" name="AutoShape 223"/>
                        <p:cNvSpPr/>
                        <p:nvPr/>
                      </p:nvSpPr>
                      <p:spPr>
                        <a:xfrm rot="-4800000">
                          <a:off x="7886481" y="5527284"/>
                          <a:ext cx="129715" cy="12971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9715" h="129715">
                              <a:moveTo>
                                <a:pt x="129716" y="64858"/>
                              </a:moveTo>
                              <a:cubicBezTo>
                                <a:pt x="129716" y="100678"/>
                                <a:pt x="100678" y="129716"/>
                                <a:pt x="64858" y="129716"/>
                              </a:cubicBezTo>
                              <a:cubicBezTo>
                                <a:pt x="29038" y="129716"/>
                                <a:pt x="0" y="100678"/>
                                <a:pt x="0" y="64858"/>
                              </a:cubicBezTo>
                              <a:cubicBezTo>
                                <a:pt x="0" y="29038"/>
                                <a:pt x="29038" y="0"/>
                                <a:pt x="64858" y="0"/>
                              </a:cubicBezTo>
                              <a:cubicBezTo>
                                <a:pt x="100678" y="0"/>
                                <a:pt x="129716" y="29038"/>
                                <a:pt x="129716" y="6485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24" name="AutoShape 224"/>
                        <p:cNvSpPr/>
                        <p:nvPr/>
                      </p:nvSpPr>
                      <p:spPr>
                        <a:xfrm>
                          <a:off x="7924950" y="5554607"/>
                          <a:ext cx="82355" cy="8235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82355" h="82355">
                              <a:moveTo>
                                <a:pt x="82356" y="41178"/>
                              </a:moveTo>
                              <a:cubicBezTo>
                                <a:pt x="82356" y="63889"/>
                                <a:pt x="63889" y="82356"/>
                                <a:pt x="41178" y="82356"/>
                              </a:cubicBezTo>
                              <a:cubicBezTo>
                                <a:pt x="18467" y="82356"/>
                                <a:pt x="0" y="63889"/>
                                <a:pt x="0" y="41178"/>
                              </a:cubicBezTo>
                              <a:cubicBezTo>
                                <a:pt x="0" y="18467"/>
                                <a:pt x="18467" y="0"/>
                                <a:pt x="41178" y="0"/>
                              </a:cubicBezTo>
                              <a:cubicBezTo>
                                <a:pt x="63964" y="0"/>
                                <a:pt x="82356" y="18467"/>
                                <a:pt x="82356" y="4117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09CAA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</p:grpSp>
              </p:grpSp>
            </p:grpSp>
            <p:grpSp>
              <p:nvGrpSpPr>
                <p:cNvPr id="225" name="Group 225"/>
                <p:cNvGrpSpPr/>
                <p:nvPr/>
              </p:nvGrpSpPr>
              <p:grpSpPr>
                <a:xfrm>
                  <a:off x="5215602" y="3358316"/>
                  <a:ext cx="2814712" cy="2683946"/>
                  <a:chOff x="5215602" y="3358316"/>
                  <a:chExt cx="2814712" cy="2683946"/>
                </a:xfrm>
              </p:grpSpPr>
              <p:grpSp>
                <p:nvGrpSpPr>
                  <p:cNvPr id="226" name="Group 226"/>
                  <p:cNvGrpSpPr/>
                  <p:nvPr/>
                </p:nvGrpSpPr>
                <p:grpSpPr>
                  <a:xfrm>
                    <a:off x="6339024" y="3358316"/>
                    <a:ext cx="1691290" cy="1441613"/>
                    <a:chOff x="6339024" y="3358316"/>
                    <a:chExt cx="1691290" cy="1441613"/>
                  </a:xfrm>
                </p:grpSpPr>
                <p:sp>
                  <p:nvSpPr>
                    <p:cNvPr id="227" name="AutoShape 227"/>
                    <p:cNvSpPr/>
                    <p:nvPr/>
                  </p:nvSpPr>
                  <p:spPr>
                    <a:xfrm>
                      <a:off x="6339024" y="3358316"/>
                      <a:ext cx="1691290" cy="14415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91290" h="1441538">
                          <a:moveTo>
                            <a:pt x="134726" y="120723"/>
                          </a:moveTo>
                          <a:cubicBezTo>
                            <a:pt x="172181" y="92725"/>
                            <a:pt x="212688" y="66737"/>
                            <a:pt x="249398" y="37548"/>
                          </a:cubicBezTo>
                          <a:cubicBezTo>
                            <a:pt x="312245" y="-12417"/>
                            <a:pt x="401004" y="-12863"/>
                            <a:pt x="462882" y="38292"/>
                          </a:cubicBezTo>
                          <a:cubicBezTo>
                            <a:pt x="850981" y="358779"/>
                            <a:pt x="1261866" y="651641"/>
                            <a:pt x="1691291" y="914121"/>
                          </a:cubicBezTo>
                          <a:cubicBezTo>
                            <a:pt x="1476541" y="1050387"/>
                            <a:pt x="1312575" y="1232002"/>
                            <a:pt x="1184797" y="1441539"/>
                          </a:cubicBezTo>
                          <a:cubicBezTo>
                            <a:pt x="831323" y="1139072"/>
                            <a:pt x="478966" y="835414"/>
                            <a:pt x="127875" y="530192"/>
                          </a:cubicBezTo>
                          <a:cubicBezTo>
                            <a:pt x="71358" y="481047"/>
                            <a:pt x="11118" y="425200"/>
                            <a:pt x="1363" y="350961"/>
                          </a:cubicBezTo>
                          <a:cubicBezTo>
                            <a:pt x="-10774" y="258702"/>
                            <a:pt x="60115" y="176569"/>
                            <a:pt x="134726" y="120723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28" name="AutoShape 228"/>
                    <p:cNvSpPr/>
                    <p:nvPr/>
                  </p:nvSpPr>
                  <p:spPr>
                    <a:xfrm>
                      <a:off x="6526618" y="3375519"/>
                      <a:ext cx="212426" cy="1647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2425" h="164727">
                          <a:moveTo>
                            <a:pt x="188539" y="5452"/>
                          </a:moveTo>
                          <a:cubicBezTo>
                            <a:pt x="205591" y="15504"/>
                            <a:pt x="210953" y="37619"/>
                            <a:pt x="212069" y="57352"/>
                          </a:cubicBezTo>
                          <a:cubicBezTo>
                            <a:pt x="214154" y="94137"/>
                            <a:pt x="207080" y="131368"/>
                            <a:pt x="191667" y="164727"/>
                          </a:cubicBezTo>
                          <a:cubicBezTo>
                            <a:pt x="142000" y="114614"/>
                            <a:pt x="70441" y="86988"/>
                            <a:pt x="0" y="90637"/>
                          </a:cubicBezTo>
                          <a:cubicBezTo>
                            <a:pt x="37380" y="49980"/>
                            <a:pt x="86004" y="19897"/>
                            <a:pt x="139021" y="4558"/>
                          </a:cubicBezTo>
                          <a:cubicBezTo>
                            <a:pt x="155329" y="-59"/>
                            <a:pt x="173870" y="-3186"/>
                            <a:pt x="188539" y="5452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29" name="AutoShape 229"/>
                    <p:cNvSpPr/>
                    <p:nvPr/>
                  </p:nvSpPr>
                  <p:spPr>
                    <a:xfrm>
                      <a:off x="6652391" y="3388636"/>
                      <a:ext cx="62759" cy="6233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759" h="62334">
                          <a:moveTo>
                            <a:pt x="60979" y="31726"/>
                          </a:moveTo>
                          <a:cubicBezTo>
                            <a:pt x="55245" y="48927"/>
                            <a:pt x="37299" y="62628"/>
                            <a:pt x="20992" y="62330"/>
                          </a:cubicBezTo>
                          <a:cubicBezTo>
                            <a:pt x="4610" y="62032"/>
                            <a:pt x="-3953" y="47810"/>
                            <a:pt x="1781" y="30609"/>
                          </a:cubicBezTo>
                          <a:cubicBezTo>
                            <a:pt x="7514" y="13408"/>
                            <a:pt x="25460" y="-293"/>
                            <a:pt x="41767" y="5"/>
                          </a:cubicBezTo>
                          <a:cubicBezTo>
                            <a:pt x="58149" y="377"/>
                            <a:pt x="66712" y="14525"/>
                            <a:pt x="60979" y="31726"/>
                          </a:cubicBezTo>
                          <a:close/>
                        </a:path>
                      </a:pathLst>
                    </a:custGeom>
                    <a:solidFill>
                      <a:srgbClr val="E6723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30" name="AutoShape 230"/>
                    <p:cNvSpPr/>
                    <p:nvPr/>
                  </p:nvSpPr>
                  <p:spPr>
                    <a:xfrm>
                      <a:off x="6339025" y="3542778"/>
                      <a:ext cx="1457998" cy="1257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57998" h="1257150">
                          <a:moveTo>
                            <a:pt x="64656" y="0"/>
                          </a:moveTo>
                          <a:cubicBezTo>
                            <a:pt x="74857" y="13552"/>
                            <a:pt x="86622" y="26509"/>
                            <a:pt x="100547" y="38721"/>
                          </a:cubicBezTo>
                          <a:cubicBezTo>
                            <a:pt x="199805" y="121448"/>
                            <a:pt x="332200" y="38721"/>
                            <a:pt x="398397" y="71782"/>
                          </a:cubicBezTo>
                          <a:cubicBezTo>
                            <a:pt x="817398" y="259577"/>
                            <a:pt x="1122843" y="598828"/>
                            <a:pt x="1457999" y="913134"/>
                          </a:cubicBezTo>
                          <a:cubicBezTo>
                            <a:pt x="1351741" y="1015148"/>
                            <a:pt x="1261641" y="1131011"/>
                            <a:pt x="1184796" y="1257151"/>
                          </a:cubicBezTo>
                          <a:cubicBezTo>
                            <a:pt x="831322" y="954684"/>
                            <a:pt x="478965" y="651026"/>
                            <a:pt x="127874" y="345804"/>
                          </a:cubicBezTo>
                          <a:cubicBezTo>
                            <a:pt x="71357" y="296659"/>
                            <a:pt x="11117" y="240812"/>
                            <a:pt x="1362" y="166573"/>
                          </a:cubicBezTo>
                          <a:cubicBezTo>
                            <a:pt x="-6754" y="104843"/>
                            <a:pt x="22286" y="47805"/>
                            <a:pt x="64656" y="0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31" name="AutoShape 231"/>
                    <p:cNvSpPr/>
                    <p:nvPr/>
                  </p:nvSpPr>
                  <p:spPr>
                    <a:xfrm>
                      <a:off x="6397088" y="3519897"/>
                      <a:ext cx="997783" cy="9909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97783" h="990990">
                          <a:moveTo>
                            <a:pt x="291039" y="60262"/>
                          </a:moveTo>
                          <a:cubicBezTo>
                            <a:pt x="248149" y="7170"/>
                            <a:pt x="170038" y="-14201"/>
                            <a:pt x="106149" y="9776"/>
                          </a:cubicBezTo>
                          <a:cubicBezTo>
                            <a:pt x="42260" y="33753"/>
                            <a:pt x="-2567" y="101216"/>
                            <a:pt x="114" y="169424"/>
                          </a:cubicBezTo>
                          <a:cubicBezTo>
                            <a:pt x="3688" y="261311"/>
                            <a:pt x="80534" y="331157"/>
                            <a:pt x="151497" y="389610"/>
                          </a:cubicBezTo>
                          <a:cubicBezTo>
                            <a:pt x="372203" y="571596"/>
                            <a:pt x="592985" y="753582"/>
                            <a:pt x="813692" y="935643"/>
                          </a:cubicBezTo>
                          <a:cubicBezTo>
                            <a:pt x="840201" y="957461"/>
                            <a:pt x="867826" y="979949"/>
                            <a:pt x="901185" y="988214"/>
                          </a:cubicBezTo>
                          <a:cubicBezTo>
                            <a:pt x="934470" y="996554"/>
                            <a:pt x="975052" y="986204"/>
                            <a:pt x="990913" y="955823"/>
                          </a:cubicBezTo>
                          <a:cubicBezTo>
                            <a:pt x="1012805" y="913826"/>
                            <a:pt x="978254" y="865425"/>
                            <a:pt x="945193" y="831396"/>
                          </a:cubicBezTo>
                          <a:cubicBezTo>
                            <a:pt x="807437" y="689545"/>
                            <a:pt x="656576" y="560427"/>
                            <a:pt x="495066" y="446276"/>
                          </a:cubicBezTo>
                          <a:cubicBezTo>
                            <a:pt x="457091" y="419395"/>
                            <a:pt x="417551" y="392439"/>
                            <a:pt x="391638" y="353719"/>
                          </a:cubicBezTo>
                          <a:cubicBezTo>
                            <a:pt x="333557" y="267044"/>
                            <a:pt x="356641" y="141500"/>
                            <a:pt x="291039" y="60262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32" name="AutoShape 232"/>
                    <p:cNvSpPr/>
                    <p:nvPr/>
                  </p:nvSpPr>
                  <p:spPr>
                    <a:xfrm>
                      <a:off x="7413913" y="4177572"/>
                      <a:ext cx="616252" cy="6223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16252" h="622357">
                          <a:moveTo>
                            <a:pt x="463827" y="0"/>
                          </a:moveTo>
                          <a:cubicBezTo>
                            <a:pt x="514387" y="32093"/>
                            <a:pt x="565171" y="63740"/>
                            <a:pt x="616252" y="95014"/>
                          </a:cubicBezTo>
                          <a:cubicBezTo>
                            <a:pt x="401576" y="231281"/>
                            <a:pt x="237610" y="412820"/>
                            <a:pt x="109907" y="622358"/>
                          </a:cubicBezTo>
                          <a:cubicBezTo>
                            <a:pt x="73271" y="590860"/>
                            <a:pt x="36636" y="559437"/>
                            <a:pt x="0" y="528014"/>
                          </a:cubicBezTo>
                          <a:cubicBezTo>
                            <a:pt x="218324" y="431585"/>
                            <a:pt x="397779" y="242673"/>
                            <a:pt x="463827" y="0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233" name="Group 233"/>
                  <p:cNvGrpSpPr/>
                  <p:nvPr/>
                </p:nvGrpSpPr>
                <p:grpSpPr>
                  <a:xfrm>
                    <a:off x="5411271" y="3432077"/>
                    <a:ext cx="1202096" cy="1352438"/>
                    <a:chOff x="5411271" y="3432077"/>
                    <a:chExt cx="1202096" cy="1352438"/>
                  </a:xfrm>
                </p:grpSpPr>
                <p:sp>
                  <p:nvSpPr>
                    <p:cNvPr id="234" name="AutoShape 234"/>
                    <p:cNvSpPr/>
                    <p:nvPr/>
                  </p:nvSpPr>
                  <p:spPr>
                    <a:xfrm>
                      <a:off x="5411342" y="3432077"/>
                      <a:ext cx="1202025" cy="13524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02025" h="1352438">
                          <a:moveTo>
                            <a:pt x="707519" y="24623"/>
                          </a:moveTo>
                          <a:cubicBezTo>
                            <a:pt x="803502" y="-21321"/>
                            <a:pt x="916833" y="6007"/>
                            <a:pt x="1019517" y="34080"/>
                          </a:cubicBezTo>
                          <a:cubicBezTo>
                            <a:pt x="1078641" y="50238"/>
                            <a:pt x="1142753" y="69822"/>
                            <a:pt x="1177452" y="120382"/>
                          </a:cubicBezTo>
                          <a:cubicBezTo>
                            <a:pt x="1234193" y="203035"/>
                            <a:pt x="1182069" y="314431"/>
                            <a:pt x="1128084" y="398872"/>
                          </a:cubicBezTo>
                          <a:cubicBezTo>
                            <a:pt x="915791" y="730677"/>
                            <a:pt x="673118" y="1041856"/>
                            <a:pt x="430891" y="1352439"/>
                          </a:cubicBezTo>
                          <a:cubicBezTo>
                            <a:pt x="314655" y="1272094"/>
                            <a:pt x="198494" y="1191749"/>
                            <a:pt x="82257" y="1111404"/>
                          </a:cubicBezTo>
                          <a:cubicBezTo>
                            <a:pt x="47483" y="1087352"/>
                            <a:pt x="9954" y="1059280"/>
                            <a:pt x="1689" y="1017879"/>
                          </a:cubicBezTo>
                          <a:cubicBezTo>
                            <a:pt x="-7098" y="974020"/>
                            <a:pt x="20007" y="931875"/>
                            <a:pt x="45845" y="895388"/>
                          </a:cubicBezTo>
                          <a:cubicBezTo>
                            <a:pt x="213386" y="658299"/>
                            <a:pt x="380927" y="421136"/>
                            <a:pt x="548467" y="184047"/>
                          </a:cubicBezTo>
                          <a:cubicBezTo>
                            <a:pt x="592177" y="122020"/>
                            <a:pt x="638939" y="57386"/>
                            <a:pt x="707519" y="24623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grpSp>
                  <p:nvGrpSpPr>
                    <p:cNvPr id="235" name="Group 235"/>
                    <p:cNvGrpSpPr/>
                    <p:nvPr/>
                  </p:nvGrpSpPr>
                  <p:grpSpPr>
                    <a:xfrm>
                      <a:off x="5411271" y="3432238"/>
                      <a:ext cx="1202096" cy="1339469"/>
                      <a:chOff x="5411271" y="3432238"/>
                      <a:chExt cx="1202096" cy="1339469"/>
                    </a:xfrm>
                  </p:grpSpPr>
                  <p:sp>
                    <p:nvSpPr>
                      <p:cNvPr id="236" name="AutoShape 236"/>
                      <p:cNvSpPr/>
                      <p:nvPr/>
                    </p:nvSpPr>
                    <p:spPr>
                      <a:xfrm>
                        <a:off x="5725894" y="3486135"/>
                        <a:ext cx="887473" cy="128557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87473" h="1285572">
                            <a:moveTo>
                              <a:pt x="806309" y="17178"/>
                            </a:moveTo>
                            <a:cubicBezTo>
                              <a:pt x="728942" y="-10969"/>
                              <a:pt x="635566" y="-5906"/>
                              <a:pt x="566167" y="42644"/>
                            </a:cubicBezTo>
                            <a:cubicBezTo>
                              <a:pt x="466387" y="112490"/>
                              <a:pt x="476365" y="232225"/>
                              <a:pt x="536233" y="322102"/>
                            </a:cubicBezTo>
                            <a:cubicBezTo>
                              <a:pt x="655969" y="491728"/>
                              <a:pt x="406519" y="641472"/>
                              <a:pt x="316718" y="761208"/>
                            </a:cubicBezTo>
                            <a:cubicBezTo>
                              <a:pt x="256850" y="711318"/>
                              <a:pt x="187004" y="661428"/>
                              <a:pt x="107180" y="691362"/>
                            </a:cubicBezTo>
                            <a:cubicBezTo>
                              <a:pt x="17378" y="721295"/>
                              <a:pt x="-42490" y="860987"/>
                              <a:pt x="37334" y="920929"/>
                            </a:cubicBezTo>
                            <a:cubicBezTo>
                              <a:pt x="198396" y="1037538"/>
                              <a:pt x="192514" y="1166582"/>
                              <a:pt x="126391" y="1285573"/>
                            </a:cubicBezTo>
                            <a:cubicBezTo>
                              <a:pt x="365267" y="979234"/>
                              <a:pt x="604143" y="672076"/>
                              <a:pt x="813531" y="344887"/>
                            </a:cubicBezTo>
                            <a:cubicBezTo>
                              <a:pt x="867517" y="260447"/>
                              <a:pt x="919641" y="149051"/>
                              <a:pt x="862900" y="66397"/>
                            </a:cubicBezTo>
                            <a:cubicBezTo>
                              <a:pt x="848306" y="45175"/>
                              <a:pt x="828573" y="29464"/>
                              <a:pt x="806309" y="17178"/>
                            </a:cubicBezTo>
                            <a:close/>
                          </a:path>
                        </a:pathLst>
                      </a:custGeom>
                      <a:solidFill>
                        <a:srgbClr val="005361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37" name="AutoShape 237"/>
                      <p:cNvSpPr/>
                      <p:nvPr/>
                    </p:nvSpPr>
                    <p:spPr>
                      <a:xfrm>
                        <a:off x="5411271" y="3432238"/>
                        <a:ext cx="830974" cy="11163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30974" h="1116379">
                            <a:moveTo>
                              <a:pt x="132293" y="894928"/>
                            </a:moveTo>
                            <a:cubicBezTo>
                              <a:pt x="331852" y="595514"/>
                              <a:pt x="561420" y="326109"/>
                              <a:pt x="800967" y="36673"/>
                            </a:cubicBezTo>
                            <a:cubicBezTo>
                              <a:pt x="810498" y="27142"/>
                              <a:pt x="820103" y="13515"/>
                              <a:pt x="830975" y="38"/>
                            </a:cubicBezTo>
                            <a:cubicBezTo>
                              <a:pt x="788233" y="-558"/>
                              <a:pt x="746460" y="5846"/>
                              <a:pt x="707590" y="24461"/>
                            </a:cubicBezTo>
                            <a:cubicBezTo>
                              <a:pt x="639085" y="57225"/>
                              <a:pt x="592248" y="121858"/>
                              <a:pt x="548464" y="183886"/>
                            </a:cubicBezTo>
                            <a:cubicBezTo>
                              <a:pt x="380923" y="420974"/>
                              <a:pt x="213383" y="658138"/>
                              <a:pt x="45842" y="895226"/>
                            </a:cubicBezTo>
                            <a:cubicBezTo>
                              <a:pt x="20078" y="931713"/>
                              <a:pt x="-7101" y="973933"/>
                              <a:pt x="1686" y="1017717"/>
                            </a:cubicBezTo>
                            <a:cubicBezTo>
                              <a:pt x="9951" y="1059118"/>
                              <a:pt x="47480" y="1087265"/>
                              <a:pt x="82254" y="1111242"/>
                            </a:cubicBezTo>
                            <a:cubicBezTo>
                              <a:pt x="84711" y="1112955"/>
                              <a:pt x="87243" y="1114667"/>
                              <a:pt x="89700" y="1116380"/>
                            </a:cubicBezTo>
                            <a:cubicBezTo>
                              <a:pt x="107869" y="1047204"/>
                              <a:pt x="141526" y="981528"/>
                              <a:pt x="192235" y="924863"/>
                            </a:cubicBezTo>
                            <a:cubicBezTo>
                              <a:pt x="185534" y="904907"/>
                              <a:pt x="152249" y="904907"/>
                              <a:pt x="132293" y="894928"/>
                            </a:cubicBezTo>
                            <a:close/>
                          </a:path>
                        </a:pathLst>
                      </a:custGeom>
                      <a:solidFill>
                        <a:srgbClr val="BBC6E2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sp>
                  <p:nvSpPr>
                    <p:cNvPr id="238" name="AutoShape 238"/>
                    <p:cNvSpPr/>
                    <p:nvPr/>
                  </p:nvSpPr>
                  <p:spPr>
                    <a:xfrm>
                      <a:off x="5436303" y="4384110"/>
                      <a:ext cx="439814" cy="3233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9814" h="323324">
                          <a:moveTo>
                            <a:pt x="414939" y="318348"/>
                          </a:moveTo>
                          <a:cubicBezTo>
                            <a:pt x="433778" y="307848"/>
                            <a:pt x="439661" y="283425"/>
                            <a:pt x="439810" y="261831"/>
                          </a:cubicBezTo>
                          <a:cubicBezTo>
                            <a:pt x="440406" y="183347"/>
                            <a:pt x="389697" y="110895"/>
                            <a:pt x="323723" y="68452"/>
                          </a:cubicBezTo>
                          <a:cubicBezTo>
                            <a:pt x="257749" y="25933"/>
                            <a:pt x="178446" y="9328"/>
                            <a:pt x="100335" y="1658"/>
                          </a:cubicBezTo>
                          <a:cubicBezTo>
                            <a:pt x="78592" y="-501"/>
                            <a:pt x="55955" y="-1841"/>
                            <a:pt x="35627" y="6126"/>
                          </a:cubicBezTo>
                          <a:cubicBezTo>
                            <a:pt x="15299" y="14094"/>
                            <a:pt x="-1976" y="34050"/>
                            <a:pt x="183" y="55793"/>
                          </a:cubicBezTo>
                          <a:cubicBezTo>
                            <a:pt x="2491" y="78429"/>
                            <a:pt x="23415" y="93843"/>
                            <a:pt x="42403" y="106353"/>
                          </a:cubicBezTo>
                          <a:cubicBezTo>
                            <a:pt x="141811" y="171507"/>
                            <a:pt x="241218" y="236588"/>
                            <a:pt x="340700" y="301742"/>
                          </a:cubicBezTo>
                          <a:cubicBezTo>
                            <a:pt x="363039" y="316337"/>
                            <a:pt x="391558" y="331379"/>
                            <a:pt x="414939" y="318348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39" name="AutoShape 239"/>
                    <p:cNvSpPr/>
                    <p:nvPr/>
                  </p:nvSpPr>
                  <p:spPr>
                    <a:xfrm>
                      <a:off x="5448996" y="4433866"/>
                      <a:ext cx="334113" cy="31431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34113" h="314312">
                          <a:moveTo>
                            <a:pt x="0" y="180206"/>
                          </a:moveTo>
                          <a:cubicBezTo>
                            <a:pt x="25541" y="125327"/>
                            <a:pt x="51007" y="70373"/>
                            <a:pt x="76547" y="15494"/>
                          </a:cubicBezTo>
                          <a:cubicBezTo>
                            <a:pt x="125842" y="-6025"/>
                            <a:pt x="184444" y="-5057"/>
                            <a:pt x="233068" y="17951"/>
                          </a:cubicBezTo>
                          <a:cubicBezTo>
                            <a:pt x="281692" y="40960"/>
                            <a:pt x="319519" y="85713"/>
                            <a:pt x="334113" y="137538"/>
                          </a:cubicBezTo>
                          <a:cubicBezTo>
                            <a:pt x="307158" y="193087"/>
                            <a:pt x="289436" y="253030"/>
                            <a:pt x="281915" y="314312"/>
                          </a:cubicBezTo>
                          <a:cubicBezTo>
                            <a:pt x="210729" y="256231"/>
                            <a:pt x="91887" y="182514"/>
                            <a:pt x="0" y="180206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grpSp>
                  <p:nvGrpSpPr>
                    <p:cNvPr id="240" name="Group 240"/>
                    <p:cNvGrpSpPr/>
                    <p:nvPr/>
                  </p:nvGrpSpPr>
                  <p:grpSpPr>
                    <a:xfrm>
                      <a:off x="6270221" y="3535332"/>
                      <a:ext cx="263317" cy="285712"/>
                      <a:chOff x="6270221" y="3535332"/>
                      <a:chExt cx="263317" cy="285712"/>
                    </a:xfrm>
                  </p:grpSpPr>
                  <p:sp>
                    <p:nvSpPr>
                      <p:cNvPr id="241" name="AutoShape 241"/>
                      <p:cNvSpPr/>
                      <p:nvPr/>
                    </p:nvSpPr>
                    <p:spPr>
                      <a:xfrm>
                        <a:off x="6270221" y="3535332"/>
                        <a:ext cx="263317" cy="28571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63317" h="285712">
                            <a:moveTo>
                              <a:pt x="106950" y="285713"/>
                            </a:moveTo>
                            <a:cubicBezTo>
                              <a:pt x="106950" y="285713"/>
                              <a:pt x="106950" y="285713"/>
                              <a:pt x="106950" y="285713"/>
                            </a:cubicBezTo>
                            <a:cubicBezTo>
                              <a:pt x="80367" y="285713"/>
                              <a:pt x="56762" y="277894"/>
                              <a:pt x="38594" y="263002"/>
                            </a:cubicBezTo>
                            <a:cubicBezTo>
                              <a:pt x="-6754" y="225845"/>
                              <a:pt x="-5637" y="158903"/>
                              <a:pt x="9106" y="112885"/>
                            </a:cubicBezTo>
                            <a:cubicBezTo>
                              <a:pt x="27126" y="56815"/>
                              <a:pt x="64432" y="16009"/>
                              <a:pt x="108961" y="3723"/>
                            </a:cubicBezTo>
                            <a:cubicBezTo>
                              <a:pt x="117896" y="1266"/>
                              <a:pt x="127204" y="0"/>
                              <a:pt x="136586" y="0"/>
                            </a:cubicBezTo>
                            <a:cubicBezTo>
                              <a:pt x="195486" y="0"/>
                              <a:pt x="251556" y="48103"/>
                              <a:pt x="261534" y="107301"/>
                            </a:cubicBezTo>
                            <a:cubicBezTo>
                              <a:pt x="272480" y="172083"/>
                              <a:pt x="232047" y="243046"/>
                              <a:pt x="167563" y="272310"/>
                            </a:cubicBezTo>
                            <a:cubicBezTo>
                              <a:pt x="148351" y="281022"/>
                              <a:pt x="127353" y="285713"/>
                              <a:pt x="106950" y="285713"/>
                            </a:cubicBezTo>
                            <a:close/>
                            <a:moveTo>
                              <a:pt x="136735" y="19956"/>
                            </a:moveTo>
                            <a:cubicBezTo>
                              <a:pt x="129140" y="19956"/>
                              <a:pt x="121619" y="20998"/>
                              <a:pt x="114396" y="22934"/>
                            </a:cubicBezTo>
                            <a:cubicBezTo>
                              <a:pt x="76346" y="33434"/>
                              <a:pt x="44178" y="69325"/>
                              <a:pt x="28169" y="118917"/>
                            </a:cubicBezTo>
                            <a:cubicBezTo>
                              <a:pt x="15287" y="158978"/>
                              <a:pt x="13649" y="216686"/>
                              <a:pt x="51252" y="247513"/>
                            </a:cubicBezTo>
                            <a:cubicBezTo>
                              <a:pt x="65772" y="259427"/>
                              <a:pt x="85058" y="265682"/>
                              <a:pt x="106950" y="265682"/>
                            </a:cubicBezTo>
                            <a:lnTo>
                              <a:pt x="106950" y="265682"/>
                            </a:lnTo>
                            <a:cubicBezTo>
                              <a:pt x="124523" y="265682"/>
                              <a:pt x="142692" y="261661"/>
                              <a:pt x="159446" y="254066"/>
                            </a:cubicBezTo>
                            <a:cubicBezTo>
                              <a:pt x="215963" y="228377"/>
                              <a:pt x="251482" y="166722"/>
                              <a:pt x="242025" y="110577"/>
                            </a:cubicBezTo>
                            <a:cubicBezTo>
                              <a:pt x="233760" y="61432"/>
                              <a:pt x="185508" y="19956"/>
                              <a:pt x="136735" y="19956"/>
                            </a:cubicBezTo>
                            <a:close/>
                          </a:path>
                        </a:pathLst>
                      </a:custGeom>
                      <a:solidFill>
                        <a:srgbClr val="E0DBD5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42" name="AutoShape 242"/>
                      <p:cNvSpPr/>
                      <p:nvPr/>
                    </p:nvSpPr>
                    <p:spPr>
                      <a:xfrm>
                        <a:off x="6323188" y="3586443"/>
                        <a:ext cx="138059" cy="18392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38059" h="183929">
                            <a:moveTo>
                              <a:pt x="8041" y="76220"/>
                            </a:moveTo>
                            <a:cubicBezTo>
                              <a:pt x="-1714" y="107420"/>
                              <a:pt x="-6405" y="145768"/>
                              <a:pt x="16678" y="168925"/>
                            </a:cubicBezTo>
                            <a:cubicBezTo>
                              <a:pt x="37230" y="189477"/>
                              <a:pt x="73344" y="187839"/>
                              <a:pt x="96725" y="170564"/>
                            </a:cubicBezTo>
                            <a:cubicBezTo>
                              <a:pt x="120107" y="153288"/>
                              <a:pt x="132319" y="124322"/>
                              <a:pt x="136786" y="95580"/>
                            </a:cubicBezTo>
                            <a:cubicBezTo>
                              <a:pt x="142818" y="56413"/>
                              <a:pt x="127553" y="6374"/>
                              <a:pt x="88311" y="566"/>
                            </a:cubicBezTo>
                            <a:cubicBezTo>
                              <a:pt x="48623" y="-5466"/>
                              <a:pt x="20104" y="37872"/>
                              <a:pt x="8041" y="76220"/>
                            </a:cubicBezTo>
                            <a:close/>
                          </a:path>
                        </a:pathLst>
                      </a:custGeom>
                      <a:solidFill>
                        <a:srgbClr val="002033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grpSp>
                  <p:nvGrpSpPr>
                    <p:cNvPr id="243" name="Group 243"/>
                    <p:cNvGrpSpPr/>
                    <p:nvPr/>
                  </p:nvGrpSpPr>
                  <p:grpSpPr>
                    <a:xfrm>
                      <a:off x="5773260" y="4205569"/>
                      <a:ext cx="238603" cy="276107"/>
                      <a:chOff x="5773260" y="4205569"/>
                      <a:chExt cx="238603" cy="276107"/>
                    </a:xfrm>
                  </p:grpSpPr>
                  <p:sp>
                    <p:nvSpPr>
                      <p:cNvPr id="244" name="AutoShape 244"/>
                      <p:cNvSpPr/>
                      <p:nvPr/>
                    </p:nvSpPr>
                    <p:spPr>
                      <a:xfrm>
                        <a:off x="5773260" y="4205569"/>
                        <a:ext cx="238603" cy="27610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38603" h="276107">
                            <a:moveTo>
                              <a:pt x="113724" y="276107"/>
                            </a:moveTo>
                            <a:cubicBezTo>
                              <a:pt x="113724" y="276107"/>
                              <a:pt x="113724" y="276107"/>
                              <a:pt x="113724" y="276107"/>
                            </a:cubicBezTo>
                            <a:cubicBezTo>
                              <a:pt x="95257" y="276107"/>
                              <a:pt x="77535" y="271640"/>
                              <a:pt x="62271" y="263076"/>
                            </a:cubicBezTo>
                            <a:cubicBezTo>
                              <a:pt x="6275" y="231727"/>
                              <a:pt x="-9065" y="156669"/>
                              <a:pt x="4786" y="98737"/>
                            </a:cubicBezTo>
                            <a:cubicBezTo>
                              <a:pt x="15582" y="53390"/>
                              <a:pt x="40825" y="19733"/>
                              <a:pt x="73961" y="6404"/>
                            </a:cubicBezTo>
                            <a:cubicBezTo>
                              <a:pt x="84535" y="2160"/>
                              <a:pt x="95853" y="0"/>
                              <a:pt x="107693" y="0"/>
                            </a:cubicBezTo>
                            <a:cubicBezTo>
                              <a:pt x="142020" y="0"/>
                              <a:pt x="178655" y="18616"/>
                              <a:pt x="203377" y="48475"/>
                            </a:cubicBezTo>
                            <a:cubicBezTo>
                              <a:pt x="242768" y="96206"/>
                              <a:pt x="249991" y="166647"/>
                              <a:pt x="220652" y="216165"/>
                            </a:cubicBezTo>
                            <a:cubicBezTo>
                              <a:pt x="199058" y="252577"/>
                              <a:pt x="157061" y="276107"/>
                              <a:pt x="113724" y="276107"/>
                            </a:cubicBezTo>
                            <a:close/>
                            <a:moveTo>
                              <a:pt x="107618" y="19956"/>
                            </a:moveTo>
                            <a:cubicBezTo>
                              <a:pt x="98385" y="19956"/>
                              <a:pt x="89524" y="21594"/>
                              <a:pt x="81333" y="24945"/>
                            </a:cubicBezTo>
                            <a:cubicBezTo>
                              <a:pt x="42910" y="40359"/>
                              <a:pt x="28539" y="84962"/>
                              <a:pt x="24146" y="103354"/>
                            </a:cubicBezTo>
                            <a:cubicBezTo>
                              <a:pt x="12083" y="153988"/>
                              <a:pt x="24667" y="219143"/>
                              <a:pt x="72025" y="245652"/>
                            </a:cubicBezTo>
                            <a:cubicBezTo>
                              <a:pt x="84460" y="252577"/>
                              <a:pt x="98459" y="256151"/>
                              <a:pt x="113724" y="256151"/>
                            </a:cubicBezTo>
                            <a:cubicBezTo>
                              <a:pt x="113724" y="256151"/>
                              <a:pt x="113724" y="256151"/>
                              <a:pt x="113724" y="256151"/>
                            </a:cubicBezTo>
                            <a:cubicBezTo>
                              <a:pt x="149615" y="256151"/>
                              <a:pt x="185655" y="235972"/>
                              <a:pt x="203452" y="206038"/>
                            </a:cubicBezTo>
                            <a:cubicBezTo>
                              <a:pt x="228620" y="163594"/>
                              <a:pt x="222142" y="102684"/>
                              <a:pt x="187963" y="61283"/>
                            </a:cubicBezTo>
                            <a:cubicBezTo>
                              <a:pt x="166965" y="35816"/>
                              <a:pt x="136212" y="19956"/>
                              <a:pt x="107618" y="19956"/>
                            </a:cubicBezTo>
                            <a:close/>
                          </a:path>
                        </a:pathLst>
                      </a:custGeom>
                      <a:solidFill>
                        <a:srgbClr val="E0DBD5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45" name="AutoShape 245"/>
                      <p:cNvSpPr/>
                      <p:nvPr/>
                    </p:nvSpPr>
                    <p:spPr>
                      <a:xfrm>
                        <a:off x="5827006" y="4271077"/>
                        <a:ext cx="125305" cy="15179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25305" h="151793">
                            <a:moveTo>
                              <a:pt x="125133" y="67855"/>
                            </a:moveTo>
                            <a:cubicBezTo>
                              <a:pt x="123570" y="42984"/>
                              <a:pt x="111135" y="17742"/>
                              <a:pt x="89094" y="6125"/>
                            </a:cubicBezTo>
                            <a:cubicBezTo>
                              <a:pt x="65489" y="-6235"/>
                              <a:pt x="33470" y="690"/>
                              <a:pt x="17163" y="21688"/>
                            </a:cubicBezTo>
                            <a:cubicBezTo>
                              <a:pt x="5770" y="36357"/>
                              <a:pt x="2121" y="55643"/>
                              <a:pt x="632" y="74184"/>
                            </a:cubicBezTo>
                            <a:cubicBezTo>
                              <a:pt x="-857" y="92279"/>
                              <a:pt x="-336" y="111490"/>
                              <a:pt x="9121" y="126978"/>
                            </a:cubicBezTo>
                            <a:cubicBezTo>
                              <a:pt x="24609" y="152370"/>
                              <a:pt x="62138" y="158774"/>
                              <a:pt x="87902" y="143881"/>
                            </a:cubicBezTo>
                            <a:cubicBezTo>
                              <a:pt x="113666" y="129063"/>
                              <a:pt x="126995" y="97566"/>
                              <a:pt x="125133" y="67855"/>
                            </a:cubicBezTo>
                            <a:close/>
                          </a:path>
                        </a:pathLst>
                      </a:custGeom>
                      <a:solidFill>
                        <a:srgbClr val="002033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</p:grpSp>
              <p:grpSp>
                <p:nvGrpSpPr>
                  <p:cNvPr id="246" name="Group 246"/>
                  <p:cNvGrpSpPr/>
                  <p:nvPr/>
                </p:nvGrpSpPr>
                <p:grpSpPr>
                  <a:xfrm>
                    <a:off x="5215602" y="4551768"/>
                    <a:ext cx="622162" cy="1490494"/>
                    <a:chOff x="5215602" y="4551768"/>
                    <a:chExt cx="622162" cy="1490494"/>
                  </a:xfrm>
                </p:grpSpPr>
                <p:grpSp>
                  <p:nvGrpSpPr>
                    <p:cNvPr id="247" name="Group 247"/>
                    <p:cNvGrpSpPr/>
                    <p:nvPr/>
                  </p:nvGrpSpPr>
                  <p:grpSpPr>
                    <a:xfrm>
                      <a:off x="5264850" y="4551768"/>
                      <a:ext cx="572914" cy="765963"/>
                      <a:chOff x="5264850" y="4551768"/>
                      <a:chExt cx="572914" cy="765963"/>
                    </a:xfrm>
                  </p:grpSpPr>
                  <p:sp>
                    <p:nvSpPr>
                      <p:cNvPr id="248" name="AutoShape 248"/>
                      <p:cNvSpPr/>
                      <p:nvPr/>
                    </p:nvSpPr>
                    <p:spPr>
                      <a:xfrm>
                        <a:off x="5264850" y="4551768"/>
                        <a:ext cx="572914" cy="7659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2914" h="765963">
                            <a:moveTo>
                              <a:pt x="85036" y="36092"/>
                            </a:moveTo>
                            <a:cubicBezTo>
                              <a:pt x="43263" y="234609"/>
                              <a:pt x="14744" y="435956"/>
                              <a:pt x="0" y="638271"/>
                            </a:cubicBezTo>
                            <a:cubicBezTo>
                              <a:pt x="141181" y="787717"/>
                              <a:pt x="311477" y="792706"/>
                              <a:pt x="497186" y="721296"/>
                            </a:cubicBezTo>
                            <a:cubicBezTo>
                              <a:pt x="509696" y="716456"/>
                              <a:pt x="526004" y="725020"/>
                              <a:pt x="535386" y="715488"/>
                            </a:cubicBezTo>
                            <a:cubicBezTo>
                              <a:pt x="542460" y="708265"/>
                              <a:pt x="543428" y="697245"/>
                              <a:pt x="543949" y="687192"/>
                            </a:cubicBezTo>
                            <a:cubicBezTo>
                              <a:pt x="553629" y="515631"/>
                              <a:pt x="563235" y="344069"/>
                              <a:pt x="572915" y="172433"/>
                            </a:cubicBezTo>
                            <a:cubicBezTo>
                              <a:pt x="463380" y="23880"/>
                              <a:pt x="266650" y="-48796"/>
                              <a:pt x="85036" y="36092"/>
                            </a:cubicBezTo>
                            <a:close/>
                          </a:path>
                        </a:pathLst>
                      </a:custGeom>
                      <a:solidFill>
                        <a:srgbClr val="002033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grpSp>
                    <p:nvGrpSpPr>
                      <p:cNvPr id="249" name="Group 249"/>
                      <p:cNvGrpSpPr/>
                      <p:nvPr/>
                    </p:nvGrpSpPr>
                    <p:grpSpPr>
                      <a:xfrm>
                        <a:off x="5286441" y="4551969"/>
                        <a:ext cx="452689" cy="739335"/>
                        <a:chOff x="5286441" y="4551969"/>
                        <a:chExt cx="452689" cy="739335"/>
                      </a:xfrm>
                    </p:grpSpPr>
                    <p:grpSp>
                      <p:nvGrpSpPr>
                        <p:cNvPr id="250" name="Group 250"/>
                        <p:cNvGrpSpPr/>
                        <p:nvPr/>
                      </p:nvGrpSpPr>
                      <p:grpSpPr>
                        <a:xfrm>
                          <a:off x="5309825" y="4551969"/>
                          <a:ext cx="300009" cy="530545"/>
                          <a:chOff x="5309825" y="4551969"/>
                          <a:chExt cx="300009" cy="530545"/>
                        </a:xfrm>
                        <a:solidFill>
                          <a:srgbClr val="809CAA">
                            <a:alpha val="100000"/>
                          </a:srgbClr>
                        </a:solidFill>
                      </p:grpSpPr>
                      <p:sp>
                        <p:nvSpPr>
                          <p:cNvPr id="251" name="AutoShape 251"/>
                          <p:cNvSpPr/>
                          <p:nvPr/>
                        </p:nvSpPr>
                        <p:spPr>
                          <a:xfrm>
                            <a:off x="5309825" y="4551969"/>
                            <a:ext cx="197400" cy="518185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97400" h="518184">
                                <a:moveTo>
                                  <a:pt x="124278" y="506345"/>
                                </a:moveTo>
                                <a:cubicBezTo>
                                  <a:pt x="132767" y="507164"/>
                                  <a:pt x="141330" y="508132"/>
                                  <a:pt x="149893" y="509175"/>
                                </a:cubicBezTo>
                                <a:cubicBezTo>
                                  <a:pt x="161286" y="339996"/>
                                  <a:pt x="177817" y="171115"/>
                                  <a:pt x="197400" y="0"/>
                                </a:cubicBezTo>
                                <a:cubicBezTo>
                                  <a:pt x="151904" y="372"/>
                                  <a:pt x="105439" y="9010"/>
                                  <a:pt x="59793" y="27402"/>
                                </a:cubicBezTo>
                                <a:lnTo>
                                  <a:pt x="0" y="518185"/>
                                </a:lnTo>
                                <a:cubicBezTo>
                                  <a:pt x="38423" y="502994"/>
                                  <a:pt x="84068" y="502473"/>
                                  <a:pt x="124278" y="506345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809CAA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252" name="AutoShape 252"/>
                          <p:cNvSpPr/>
                          <p:nvPr/>
                        </p:nvSpPr>
                        <p:spPr>
                          <a:xfrm>
                            <a:off x="5493822" y="4555618"/>
                            <a:ext cx="116012" cy="526897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16012" h="526897">
                                <a:moveTo>
                                  <a:pt x="72526" y="526897"/>
                                </a:moveTo>
                                <a:cubicBezTo>
                                  <a:pt x="80941" y="353921"/>
                                  <a:pt x="94493" y="181018"/>
                                  <a:pt x="116013" y="10053"/>
                                </a:cubicBezTo>
                                <a:cubicBezTo>
                                  <a:pt x="100227" y="5734"/>
                                  <a:pt x="84143" y="2308"/>
                                  <a:pt x="67910" y="0"/>
                                </a:cubicBezTo>
                                <a:cubicBezTo>
                                  <a:pt x="55996" y="170147"/>
                                  <a:pt x="23530" y="340368"/>
                                  <a:pt x="0" y="510515"/>
                                </a:cubicBezTo>
                                <a:cubicBezTo>
                                  <a:pt x="24349" y="514685"/>
                                  <a:pt x="48699" y="519972"/>
                                  <a:pt x="72526" y="526897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809CAA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</p:grpSp>
                    <p:sp>
                      <p:nvSpPr>
                        <p:cNvPr id="253" name="AutoShape 253"/>
                        <p:cNvSpPr/>
                        <p:nvPr/>
                      </p:nvSpPr>
                      <p:spPr>
                        <a:xfrm>
                          <a:off x="5286441" y="5115578"/>
                          <a:ext cx="452689" cy="17572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52688" h="175726">
                              <a:moveTo>
                                <a:pt x="407314" y="158454"/>
                              </a:moveTo>
                              <a:cubicBezTo>
                                <a:pt x="424366" y="153539"/>
                                <a:pt x="442907" y="146093"/>
                                <a:pt x="449981" y="129860"/>
                              </a:cubicBezTo>
                              <a:cubicBezTo>
                                <a:pt x="456533" y="114819"/>
                                <a:pt x="450502" y="96650"/>
                                <a:pt x="439333" y="84587"/>
                              </a:cubicBezTo>
                              <a:cubicBezTo>
                                <a:pt x="428238" y="72524"/>
                                <a:pt x="412898" y="65376"/>
                                <a:pt x="397783" y="58972"/>
                              </a:cubicBezTo>
                              <a:cubicBezTo>
                                <a:pt x="293386" y="14593"/>
                                <a:pt x="178565" y="-9459"/>
                                <a:pt x="65828" y="3497"/>
                              </a:cubicBezTo>
                              <a:cubicBezTo>
                                <a:pt x="40139" y="6476"/>
                                <a:pt x="10131" y="15039"/>
                                <a:pt x="1940" y="39612"/>
                              </a:cubicBezTo>
                              <a:cubicBezTo>
                                <a:pt x="-7666" y="68578"/>
                                <a:pt x="20183" y="95756"/>
                                <a:pt x="46394" y="111394"/>
                              </a:cubicBezTo>
                              <a:cubicBezTo>
                                <a:pt x="153545" y="175357"/>
                                <a:pt x="287354" y="192781"/>
                                <a:pt x="407314" y="15845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7888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54" name="AutoShape 254"/>
                        <p:cNvSpPr/>
                        <p:nvPr/>
                      </p:nvSpPr>
                      <p:spPr>
                        <a:xfrm>
                          <a:off x="5339626" y="5133623"/>
                          <a:ext cx="342933" cy="13304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42933" h="133045">
                              <a:moveTo>
                                <a:pt x="308558" y="119932"/>
                              </a:moveTo>
                              <a:cubicBezTo>
                                <a:pt x="321440" y="116209"/>
                                <a:pt x="335513" y="110550"/>
                                <a:pt x="340874" y="98264"/>
                              </a:cubicBezTo>
                              <a:cubicBezTo>
                                <a:pt x="345863" y="86871"/>
                                <a:pt x="341247" y="73095"/>
                                <a:pt x="332832" y="64011"/>
                              </a:cubicBezTo>
                              <a:cubicBezTo>
                                <a:pt x="324418" y="54926"/>
                                <a:pt x="312802" y="49491"/>
                                <a:pt x="301335" y="44650"/>
                              </a:cubicBezTo>
                              <a:cubicBezTo>
                                <a:pt x="222256" y="11068"/>
                                <a:pt x="135283" y="-7175"/>
                                <a:pt x="49875" y="2654"/>
                              </a:cubicBezTo>
                              <a:cubicBezTo>
                                <a:pt x="30366" y="4888"/>
                                <a:pt x="7655" y="11366"/>
                                <a:pt x="1474" y="29982"/>
                              </a:cubicBezTo>
                              <a:cubicBezTo>
                                <a:pt x="-5823" y="51948"/>
                                <a:pt x="15324" y="72499"/>
                                <a:pt x="35206" y="84339"/>
                              </a:cubicBezTo>
                              <a:cubicBezTo>
                                <a:pt x="116370" y="132740"/>
                                <a:pt x="217713" y="145994"/>
                                <a:pt x="308558" y="11993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</p:grpSp>
                <p:grpSp>
                  <p:nvGrpSpPr>
                    <p:cNvPr id="255" name="Group 255"/>
                    <p:cNvGrpSpPr/>
                    <p:nvPr/>
                  </p:nvGrpSpPr>
                  <p:grpSpPr>
                    <a:xfrm>
                      <a:off x="5215602" y="5149821"/>
                      <a:ext cx="547206" cy="892441"/>
                      <a:chOff x="5215602" y="5149821"/>
                      <a:chExt cx="547206" cy="892441"/>
                    </a:xfrm>
                  </p:grpSpPr>
                  <p:grpSp>
                    <p:nvGrpSpPr>
                      <p:cNvPr id="256" name="Group 256"/>
                      <p:cNvGrpSpPr/>
                      <p:nvPr/>
                    </p:nvGrpSpPr>
                    <p:grpSpPr>
                      <a:xfrm>
                        <a:off x="5215602" y="5149821"/>
                        <a:ext cx="260572" cy="892441"/>
                        <a:chOff x="5215602" y="5149821"/>
                        <a:chExt cx="260572" cy="892441"/>
                      </a:xfrm>
                    </p:grpSpPr>
                    <p:sp>
                      <p:nvSpPr>
                        <p:cNvPr id="257" name="AutoShape 257"/>
                        <p:cNvSpPr/>
                        <p:nvPr/>
                      </p:nvSpPr>
                      <p:spPr>
                        <a:xfrm>
                          <a:off x="5215602" y="5149821"/>
                          <a:ext cx="260572" cy="89244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60572" h="892441">
                              <a:moveTo>
                                <a:pt x="143145" y="892441"/>
                              </a:moveTo>
                              <a:cubicBezTo>
                                <a:pt x="152304" y="890356"/>
                                <a:pt x="161388" y="888271"/>
                                <a:pt x="170547" y="886186"/>
                              </a:cubicBezTo>
                              <a:cubicBezTo>
                                <a:pt x="168388" y="749771"/>
                                <a:pt x="166228" y="613281"/>
                                <a:pt x="164143" y="476866"/>
                              </a:cubicBezTo>
                              <a:cubicBezTo>
                                <a:pt x="163622" y="444921"/>
                                <a:pt x="163324" y="411860"/>
                                <a:pt x="175983" y="382522"/>
                              </a:cubicBezTo>
                              <a:cubicBezTo>
                                <a:pt x="188642" y="353184"/>
                                <a:pt x="217905" y="328462"/>
                                <a:pt x="249701" y="331664"/>
                              </a:cubicBezTo>
                              <a:cubicBezTo>
                                <a:pt x="253350" y="221906"/>
                                <a:pt x="256924" y="112148"/>
                                <a:pt x="260572" y="2390"/>
                              </a:cubicBezTo>
                              <a:cubicBezTo>
                                <a:pt x="219171" y="-6843"/>
                                <a:pt x="175536" y="11698"/>
                                <a:pt x="144262" y="40367"/>
                              </a:cubicBezTo>
                              <a:cubicBezTo>
                                <a:pt x="112988" y="69034"/>
                                <a:pt x="91840" y="106712"/>
                                <a:pt x="71140" y="143795"/>
                              </a:cubicBezTo>
                              <a:cubicBezTo>
                                <a:pt x="38823" y="201727"/>
                                <a:pt x="5762" y="262041"/>
                                <a:pt x="698" y="328239"/>
                              </a:cubicBezTo>
                              <a:cubicBezTo>
                                <a:pt x="-2206" y="366512"/>
                                <a:pt x="4421" y="404786"/>
                                <a:pt x="11868" y="442390"/>
                              </a:cubicBezTo>
                              <a:cubicBezTo>
                                <a:pt x="42174" y="595857"/>
                                <a:pt x="86181" y="746718"/>
                                <a:pt x="143145" y="892441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5361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58" name="AutoShape 258"/>
                        <p:cNvSpPr/>
                        <p:nvPr/>
                      </p:nvSpPr>
                      <p:spPr>
                        <a:xfrm>
                          <a:off x="5389203" y="5185182"/>
                          <a:ext cx="48172" cy="4843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8172" h="48431">
                              <a:moveTo>
                                <a:pt x="0" y="23845"/>
                              </a:moveTo>
                              <a:cubicBezTo>
                                <a:pt x="0" y="39333"/>
                                <a:pt x="17499" y="52140"/>
                                <a:pt x="32317" y="47449"/>
                              </a:cubicBezTo>
                              <a:cubicBezTo>
                                <a:pt x="49592" y="41865"/>
                                <a:pt x="53985" y="14612"/>
                                <a:pt x="39316" y="3963"/>
                              </a:cubicBezTo>
                              <a:cubicBezTo>
                                <a:pt x="24647" y="-6759"/>
                                <a:pt x="0" y="5750"/>
                                <a:pt x="0" y="2384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09CAA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59" name="AutoShape 259"/>
                        <p:cNvSpPr/>
                        <p:nvPr/>
                      </p:nvSpPr>
                      <p:spPr>
                        <a:xfrm>
                          <a:off x="5285773" y="5345325"/>
                          <a:ext cx="131081" cy="13079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31081" h="130797">
                              <a:moveTo>
                                <a:pt x="69698" y="130798"/>
                              </a:moveTo>
                              <a:lnTo>
                                <a:pt x="69698" y="130798"/>
                              </a:lnTo>
                              <a:lnTo>
                                <a:pt x="68059" y="130798"/>
                              </a:lnTo>
                              <a:cubicBezTo>
                                <a:pt x="32020" y="129905"/>
                                <a:pt x="224" y="98407"/>
                                <a:pt x="1" y="63484"/>
                              </a:cubicBezTo>
                              <a:cubicBezTo>
                                <a:pt x="-74" y="47549"/>
                                <a:pt x="6851" y="31391"/>
                                <a:pt x="19063" y="19105"/>
                              </a:cubicBezTo>
                              <a:cubicBezTo>
                                <a:pt x="33137" y="4882"/>
                                <a:pt x="52571" y="-2117"/>
                                <a:pt x="70517" y="563"/>
                              </a:cubicBezTo>
                              <a:cubicBezTo>
                                <a:pt x="87569" y="3095"/>
                                <a:pt x="104099" y="13520"/>
                                <a:pt x="115864" y="29083"/>
                              </a:cubicBezTo>
                              <a:cubicBezTo>
                                <a:pt x="132395" y="51049"/>
                                <a:pt x="135820" y="79792"/>
                                <a:pt x="124353" y="100567"/>
                              </a:cubicBezTo>
                              <a:cubicBezTo>
                                <a:pt x="114152" y="118959"/>
                                <a:pt x="92781" y="130798"/>
                                <a:pt x="69698" y="130798"/>
                              </a:cubicBezTo>
                              <a:close/>
                              <a:moveTo>
                                <a:pt x="62698" y="14860"/>
                              </a:moveTo>
                              <a:cubicBezTo>
                                <a:pt x="51007" y="14860"/>
                                <a:pt x="38945" y="20222"/>
                                <a:pt x="29637" y="29604"/>
                              </a:cubicBezTo>
                              <a:cubicBezTo>
                                <a:pt x="20254" y="39060"/>
                                <a:pt x="14893" y="51421"/>
                                <a:pt x="14968" y="63410"/>
                              </a:cubicBezTo>
                              <a:cubicBezTo>
                                <a:pt x="15116" y="90216"/>
                                <a:pt x="40657" y="115236"/>
                                <a:pt x="68506" y="115980"/>
                              </a:cubicBezTo>
                              <a:lnTo>
                                <a:pt x="69772" y="115980"/>
                              </a:lnTo>
                              <a:cubicBezTo>
                                <a:pt x="87494" y="115980"/>
                                <a:pt x="103801" y="107119"/>
                                <a:pt x="111322" y="93493"/>
                              </a:cubicBezTo>
                              <a:cubicBezTo>
                                <a:pt x="121375" y="75324"/>
                                <a:pt x="114896" y="52613"/>
                                <a:pt x="103950" y="38167"/>
                              </a:cubicBezTo>
                              <a:cubicBezTo>
                                <a:pt x="94568" y="25657"/>
                                <a:pt x="81537" y="17392"/>
                                <a:pt x="68357" y="15381"/>
                              </a:cubicBezTo>
                              <a:cubicBezTo>
                                <a:pt x="66496" y="15009"/>
                                <a:pt x="64560" y="14860"/>
                                <a:pt x="62698" y="1486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09CAA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  <p:grpSp>
                    <p:nvGrpSpPr>
                      <p:cNvPr id="260" name="Group 260"/>
                      <p:cNvGrpSpPr/>
                      <p:nvPr/>
                    </p:nvGrpSpPr>
                    <p:grpSpPr>
                      <a:xfrm>
                        <a:off x="5502237" y="5149821"/>
                        <a:ext cx="260572" cy="892441"/>
                        <a:chOff x="5502237" y="5149821"/>
                        <a:chExt cx="260572" cy="892441"/>
                      </a:xfrm>
                    </p:grpSpPr>
                    <p:sp>
                      <p:nvSpPr>
                        <p:cNvPr id="261" name="AutoShape 261"/>
                        <p:cNvSpPr/>
                        <p:nvPr/>
                      </p:nvSpPr>
                      <p:spPr>
                        <a:xfrm>
                          <a:off x="5502237" y="5149821"/>
                          <a:ext cx="260572" cy="89244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60572" h="892441">
                              <a:moveTo>
                                <a:pt x="117427" y="892441"/>
                              </a:moveTo>
                              <a:cubicBezTo>
                                <a:pt x="108269" y="890356"/>
                                <a:pt x="99184" y="888271"/>
                                <a:pt x="90025" y="886186"/>
                              </a:cubicBezTo>
                              <a:cubicBezTo>
                                <a:pt x="92185" y="749771"/>
                                <a:pt x="94344" y="613281"/>
                                <a:pt x="96429" y="476866"/>
                              </a:cubicBezTo>
                              <a:cubicBezTo>
                                <a:pt x="96950" y="444921"/>
                                <a:pt x="97248" y="411860"/>
                                <a:pt x="84589" y="382522"/>
                              </a:cubicBezTo>
                              <a:cubicBezTo>
                                <a:pt x="71931" y="353184"/>
                                <a:pt x="42667" y="328462"/>
                                <a:pt x="10871" y="331664"/>
                              </a:cubicBezTo>
                              <a:cubicBezTo>
                                <a:pt x="7223" y="221906"/>
                                <a:pt x="3649" y="112148"/>
                                <a:pt x="0" y="2390"/>
                              </a:cubicBezTo>
                              <a:cubicBezTo>
                                <a:pt x="41401" y="-6843"/>
                                <a:pt x="85036" y="11698"/>
                                <a:pt x="116310" y="40367"/>
                              </a:cubicBezTo>
                              <a:cubicBezTo>
                                <a:pt x="147585" y="69034"/>
                                <a:pt x="168732" y="106712"/>
                                <a:pt x="189433" y="143795"/>
                              </a:cubicBezTo>
                              <a:cubicBezTo>
                                <a:pt x="221749" y="201727"/>
                                <a:pt x="254811" y="262041"/>
                                <a:pt x="259874" y="328239"/>
                              </a:cubicBezTo>
                              <a:cubicBezTo>
                                <a:pt x="262778" y="366512"/>
                                <a:pt x="256151" y="404786"/>
                                <a:pt x="248705" y="442390"/>
                              </a:cubicBezTo>
                              <a:cubicBezTo>
                                <a:pt x="218399" y="595857"/>
                                <a:pt x="174391" y="746718"/>
                                <a:pt x="117427" y="892441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5361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62" name="AutoShape 262"/>
                        <p:cNvSpPr/>
                        <p:nvPr/>
                      </p:nvSpPr>
                      <p:spPr>
                        <a:xfrm>
                          <a:off x="5543861" y="5190171"/>
                          <a:ext cx="48172" cy="4843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8172" h="48432">
                              <a:moveTo>
                                <a:pt x="0" y="23845"/>
                              </a:moveTo>
                              <a:cubicBezTo>
                                <a:pt x="0" y="39333"/>
                                <a:pt x="17499" y="52141"/>
                                <a:pt x="32317" y="47450"/>
                              </a:cubicBezTo>
                              <a:cubicBezTo>
                                <a:pt x="49592" y="41865"/>
                                <a:pt x="53985" y="14612"/>
                                <a:pt x="39316" y="3963"/>
                              </a:cubicBezTo>
                              <a:cubicBezTo>
                                <a:pt x="24647" y="-6759"/>
                                <a:pt x="75" y="5750"/>
                                <a:pt x="0" y="2384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09CAA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63" name="AutoShape 263"/>
                        <p:cNvSpPr/>
                        <p:nvPr/>
                      </p:nvSpPr>
                      <p:spPr>
                        <a:xfrm>
                          <a:off x="5595069" y="5351027"/>
                          <a:ext cx="118187" cy="11884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18187" h="118841">
                              <a:moveTo>
                                <a:pt x="61454" y="118842"/>
                              </a:moveTo>
                              <a:lnTo>
                                <a:pt x="61454" y="118842"/>
                              </a:lnTo>
                              <a:cubicBezTo>
                                <a:pt x="35839" y="118842"/>
                                <a:pt x="12011" y="103354"/>
                                <a:pt x="3522" y="81164"/>
                              </a:cubicBezTo>
                              <a:cubicBezTo>
                                <a:pt x="-2435" y="65527"/>
                                <a:pt x="-797" y="47358"/>
                                <a:pt x="8139" y="31349"/>
                              </a:cubicBezTo>
                              <a:cubicBezTo>
                                <a:pt x="17075" y="15265"/>
                                <a:pt x="31520" y="4244"/>
                                <a:pt x="47977" y="1043"/>
                              </a:cubicBezTo>
                              <a:cubicBezTo>
                                <a:pt x="51551" y="372"/>
                                <a:pt x="55274" y="0"/>
                                <a:pt x="58997" y="0"/>
                              </a:cubicBezTo>
                              <a:cubicBezTo>
                                <a:pt x="76496" y="0"/>
                                <a:pt x="93622" y="7744"/>
                                <a:pt x="104791" y="20775"/>
                              </a:cubicBezTo>
                              <a:cubicBezTo>
                                <a:pt x="115663" y="33434"/>
                                <a:pt x="120280" y="51081"/>
                                <a:pt x="117301" y="69250"/>
                              </a:cubicBezTo>
                              <a:cubicBezTo>
                                <a:pt x="114323" y="87344"/>
                                <a:pt x="104419" y="102684"/>
                                <a:pt x="90048" y="111247"/>
                              </a:cubicBezTo>
                              <a:cubicBezTo>
                                <a:pt x="81708" y="116236"/>
                                <a:pt x="71804" y="118842"/>
                                <a:pt x="61454" y="118842"/>
                              </a:cubicBezTo>
                              <a:close/>
                              <a:moveTo>
                                <a:pt x="58923" y="14893"/>
                              </a:moveTo>
                              <a:cubicBezTo>
                                <a:pt x="56167" y="14893"/>
                                <a:pt x="53412" y="15190"/>
                                <a:pt x="50732" y="15637"/>
                              </a:cubicBezTo>
                              <a:cubicBezTo>
                                <a:pt x="38669" y="18020"/>
                                <a:pt x="27872" y="26360"/>
                                <a:pt x="21095" y="38497"/>
                              </a:cubicBezTo>
                              <a:cubicBezTo>
                                <a:pt x="14319" y="50709"/>
                                <a:pt x="12979" y="64261"/>
                                <a:pt x="17372" y="75803"/>
                              </a:cubicBezTo>
                              <a:cubicBezTo>
                                <a:pt x="23627" y="92110"/>
                                <a:pt x="42094" y="103875"/>
                                <a:pt x="61380" y="103875"/>
                              </a:cubicBezTo>
                              <a:cubicBezTo>
                                <a:pt x="69049" y="103875"/>
                                <a:pt x="76347" y="101939"/>
                                <a:pt x="82378" y="98365"/>
                              </a:cubicBezTo>
                              <a:cubicBezTo>
                                <a:pt x="92952" y="92036"/>
                                <a:pt x="100324" y="80569"/>
                                <a:pt x="102557" y="66793"/>
                              </a:cubicBezTo>
                              <a:cubicBezTo>
                                <a:pt x="104791" y="53017"/>
                                <a:pt x="101515" y="39763"/>
                                <a:pt x="93473" y="30455"/>
                              </a:cubicBezTo>
                              <a:cubicBezTo>
                                <a:pt x="85133" y="20775"/>
                                <a:pt x="72177" y="14893"/>
                                <a:pt x="58923" y="14893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09CAA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</p:grpSp>
              </p:grpSp>
            </p:grpSp>
          </p:grpSp>
        </p:grpSp>
        <p:grpSp>
          <p:nvGrpSpPr>
            <p:cNvPr id="264" name="Group 264"/>
            <p:cNvGrpSpPr/>
            <p:nvPr/>
          </p:nvGrpSpPr>
          <p:grpSpPr>
            <a:xfrm>
              <a:off x="10199495" y="3006722"/>
              <a:ext cx="1463375" cy="3422372"/>
              <a:chOff x="10199495" y="3006722"/>
              <a:chExt cx="1463375" cy="3422372"/>
            </a:xfrm>
          </p:grpSpPr>
          <p:grpSp>
            <p:nvGrpSpPr>
              <p:cNvPr id="265" name="Group 265"/>
              <p:cNvGrpSpPr/>
              <p:nvPr/>
            </p:nvGrpSpPr>
            <p:grpSpPr>
              <a:xfrm>
                <a:off x="10199495" y="4236993"/>
                <a:ext cx="1463375" cy="2192102"/>
                <a:chOff x="10199495" y="4236993"/>
                <a:chExt cx="1463375" cy="2192102"/>
              </a:xfrm>
            </p:grpSpPr>
            <p:grpSp>
              <p:nvGrpSpPr>
                <p:cNvPr id="266" name="Group 266"/>
                <p:cNvGrpSpPr/>
                <p:nvPr/>
              </p:nvGrpSpPr>
              <p:grpSpPr>
                <a:xfrm>
                  <a:off x="10713647" y="4236993"/>
                  <a:ext cx="949223" cy="2095301"/>
                  <a:chOff x="10713647" y="4236993"/>
                  <a:chExt cx="949223" cy="2095301"/>
                </a:xfrm>
              </p:grpSpPr>
              <p:grpSp>
                <p:nvGrpSpPr>
                  <p:cNvPr id="267" name="Group 267"/>
                  <p:cNvGrpSpPr/>
                  <p:nvPr/>
                </p:nvGrpSpPr>
                <p:grpSpPr>
                  <a:xfrm>
                    <a:off x="11346429" y="6046134"/>
                    <a:ext cx="316441" cy="286159"/>
                    <a:chOff x="11346429" y="6046134"/>
                    <a:chExt cx="316441" cy="286159"/>
                  </a:xfrm>
                </p:grpSpPr>
                <p:sp>
                  <p:nvSpPr>
                    <p:cNvPr id="268" name="AutoShape 268"/>
                    <p:cNvSpPr/>
                    <p:nvPr/>
                  </p:nvSpPr>
                  <p:spPr>
                    <a:xfrm>
                      <a:off x="11354431" y="6046134"/>
                      <a:ext cx="296799" cy="25916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6799" h="259162">
                          <a:moveTo>
                            <a:pt x="195504" y="257641"/>
                          </a:moveTo>
                          <a:cubicBezTo>
                            <a:pt x="130125" y="250864"/>
                            <a:pt x="65120" y="239769"/>
                            <a:pt x="1231" y="224430"/>
                          </a:cubicBezTo>
                          <a:cubicBezTo>
                            <a:pt x="-5173" y="192784"/>
                            <a:pt x="14038" y="158010"/>
                            <a:pt x="44122" y="146468"/>
                          </a:cubicBezTo>
                          <a:cubicBezTo>
                            <a:pt x="65715" y="138203"/>
                            <a:pt x="90810" y="140958"/>
                            <a:pt x="111063" y="129789"/>
                          </a:cubicBezTo>
                          <a:cubicBezTo>
                            <a:pt x="136306" y="115938"/>
                            <a:pt x="146284" y="79973"/>
                            <a:pt x="131764" y="55102"/>
                          </a:cubicBezTo>
                          <a:cubicBezTo>
                            <a:pt x="162516" y="36710"/>
                            <a:pt x="193269" y="18318"/>
                            <a:pt x="224097" y="0"/>
                          </a:cubicBezTo>
                          <a:cubicBezTo>
                            <a:pt x="285380" y="45944"/>
                            <a:pt x="312336" y="132841"/>
                            <a:pt x="287763" y="205442"/>
                          </a:cubicBezTo>
                          <a:cubicBezTo>
                            <a:pt x="281656" y="223462"/>
                            <a:pt x="271902" y="241482"/>
                            <a:pt x="255372" y="251013"/>
                          </a:cubicBezTo>
                          <a:cubicBezTo>
                            <a:pt x="237650" y="261140"/>
                            <a:pt x="215832" y="259800"/>
                            <a:pt x="195504" y="257641"/>
                          </a:cubicBezTo>
                          <a:close/>
                        </a:path>
                      </a:pathLst>
                    </a:custGeom>
                    <a:solidFill>
                      <a:srgbClr val="F4E8DC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grpSp>
                  <p:nvGrpSpPr>
                    <p:cNvPr id="269" name="Group 269"/>
                    <p:cNvGrpSpPr/>
                    <p:nvPr/>
                  </p:nvGrpSpPr>
                  <p:grpSpPr>
                    <a:xfrm>
                      <a:off x="11354354" y="6078228"/>
                      <a:ext cx="296831" cy="227028"/>
                      <a:chOff x="11354354" y="6078228"/>
                      <a:chExt cx="296831" cy="227028"/>
                    </a:xfrm>
                  </p:grpSpPr>
                  <p:sp>
                    <p:nvSpPr>
                      <p:cNvPr id="270" name="AutoShape 270"/>
                      <p:cNvSpPr/>
                      <p:nvPr/>
                    </p:nvSpPr>
                    <p:spPr>
                      <a:xfrm>
                        <a:off x="11354354" y="6078228"/>
                        <a:ext cx="296787" cy="22702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96787" h="227028">
                            <a:moveTo>
                              <a:pt x="245769" y="2904"/>
                            </a:moveTo>
                            <a:cubicBezTo>
                              <a:pt x="192901" y="29338"/>
                              <a:pt x="175179" y="114300"/>
                              <a:pt x="119853" y="91514"/>
                            </a:cubicBezTo>
                            <a:cubicBezTo>
                              <a:pt x="117172" y="93897"/>
                              <a:pt x="114268" y="95982"/>
                              <a:pt x="111067" y="97695"/>
                            </a:cubicBezTo>
                            <a:cubicBezTo>
                              <a:pt x="90813" y="108864"/>
                              <a:pt x="65645" y="106109"/>
                              <a:pt x="44125" y="114374"/>
                            </a:cubicBezTo>
                            <a:cubicBezTo>
                              <a:pt x="13967" y="125916"/>
                              <a:pt x="-5169" y="160764"/>
                              <a:pt x="1234" y="192336"/>
                            </a:cubicBezTo>
                            <a:cubicBezTo>
                              <a:pt x="65198" y="207676"/>
                              <a:pt x="130129" y="218845"/>
                              <a:pt x="195507" y="225547"/>
                            </a:cubicBezTo>
                            <a:cubicBezTo>
                              <a:pt x="215835" y="227632"/>
                              <a:pt x="237653" y="229046"/>
                              <a:pt x="255375" y="218771"/>
                            </a:cubicBezTo>
                            <a:cubicBezTo>
                              <a:pt x="271831" y="209240"/>
                              <a:pt x="281661" y="191294"/>
                              <a:pt x="287766" y="173199"/>
                            </a:cubicBezTo>
                            <a:cubicBezTo>
                              <a:pt x="307424" y="115193"/>
                              <a:pt x="294021" y="48103"/>
                              <a:pt x="256640" y="0"/>
                            </a:cubicBezTo>
                            <a:cubicBezTo>
                              <a:pt x="252769" y="372"/>
                              <a:pt x="249121" y="1266"/>
                              <a:pt x="245769" y="2904"/>
                            </a:cubicBezTo>
                            <a:close/>
                          </a:path>
                        </a:pathLst>
                      </a:custGeom>
                      <a:solidFill>
                        <a:srgbClr val="E67231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71" name="AutoShape 271"/>
                      <p:cNvSpPr/>
                      <p:nvPr/>
                    </p:nvSpPr>
                    <p:spPr>
                      <a:xfrm>
                        <a:off x="11571403" y="6111662"/>
                        <a:ext cx="79782" cy="19345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9782" h="193453">
                            <a:moveTo>
                              <a:pt x="6381" y="24051"/>
                            </a:moveTo>
                            <a:cubicBezTo>
                              <a:pt x="-2926" y="81834"/>
                              <a:pt x="-1511" y="138202"/>
                              <a:pt x="7126" y="193454"/>
                            </a:cubicBezTo>
                            <a:cubicBezTo>
                              <a:pt x="18146" y="193007"/>
                              <a:pt x="28869" y="190848"/>
                              <a:pt x="38401" y="185411"/>
                            </a:cubicBezTo>
                            <a:cubicBezTo>
                              <a:pt x="54857" y="175880"/>
                              <a:pt x="64685" y="157935"/>
                              <a:pt x="70792" y="139840"/>
                            </a:cubicBezTo>
                            <a:cubicBezTo>
                              <a:pt x="86205" y="94269"/>
                              <a:pt x="81217" y="43188"/>
                              <a:pt x="60292" y="0"/>
                            </a:cubicBezTo>
                            <a:cubicBezTo>
                              <a:pt x="34007" y="1936"/>
                              <a:pt x="11966" y="12956"/>
                              <a:pt x="6381" y="24051"/>
                            </a:cubicBezTo>
                            <a:close/>
                          </a:path>
                        </a:pathLst>
                      </a:custGeom>
                      <a:solidFill>
                        <a:srgbClr val="C65C26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sp>
                  <p:nvSpPr>
                    <p:cNvPr id="272" name="AutoShape 272"/>
                    <p:cNvSpPr/>
                    <p:nvPr/>
                  </p:nvSpPr>
                  <p:spPr>
                    <a:xfrm>
                      <a:off x="11346429" y="6178007"/>
                      <a:ext cx="316441" cy="1542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6441" h="154287">
                          <a:moveTo>
                            <a:pt x="203208" y="154287"/>
                          </a:moveTo>
                          <a:cubicBezTo>
                            <a:pt x="233738" y="141107"/>
                            <a:pt x="263820" y="127108"/>
                            <a:pt x="292935" y="111025"/>
                          </a:cubicBezTo>
                          <a:cubicBezTo>
                            <a:pt x="293903" y="109237"/>
                            <a:pt x="294946" y="107525"/>
                            <a:pt x="295914" y="105738"/>
                          </a:cubicBezTo>
                          <a:cubicBezTo>
                            <a:pt x="305445" y="88388"/>
                            <a:pt x="314976" y="70144"/>
                            <a:pt x="316317" y="50114"/>
                          </a:cubicBezTo>
                          <a:cubicBezTo>
                            <a:pt x="317657" y="30084"/>
                            <a:pt x="308126" y="7745"/>
                            <a:pt x="290255" y="1639"/>
                          </a:cubicBezTo>
                          <a:cubicBezTo>
                            <a:pt x="266278" y="-6477"/>
                            <a:pt x="243269" y="16979"/>
                            <a:pt x="231057" y="40508"/>
                          </a:cubicBezTo>
                          <a:cubicBezTo>
                            <a:pt x="218846" y="63964"/>
                            <a:pt x="208718" y="91962"/>
                            <a:pt x="185933" y="103132"/>
                          </a:cubicBezTo>
                          <a:cubicBezTo>
                            <a:pt x="172976" y="109535"/>
                            <a:pt x="158084" y="109163"/>
                            <a:pt x="143861" y="107897"/>
                          </a:cubicBezTo>
                          <a:cubicBezTo>
                            <a:pt x="96354" y="103802"/>
                            <a:pt x="49443" y="91515"/>
                            <a:pt x="5585" y="71708"/>
                          </a:cubicBezTo>
                          <a:cubicBezTo>
                            <a:pt x="3723" y="83027"/>
                            <a:pt x="1862" y="94419"/>
                            <a:pt x="0" y="105738"/>
                          </a:cubicBezTo>
                          <a:cubicBezTo>
                            <a:pt x="64558" y="121152"/>
                            <a:pt x="129118" y="136640"/>
                            <a:pt x="193677" y="152053"/>
                          </a:cubicBezTo>
                          <a:cubicBezTo>
                            <a:pt x="196804" y="152873"/>
                            <a:pt x="200006" y="153617"/>
                            <a:pt x="203208" y="154287"/>
                          </a:cubicBezTo>
                          <a:close/>
                        </a:path>
                      </a:pathLst>
                    </a:custGeom>
                    <a:solidFill>
                      <a:srgbClr val="F4E8DC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273" name="Group 273"/>
                  <p:cNvGrpSpPr/>
                  <p:nvPr/>
                </p:nvGrpSpPr>
                <p:grpSpPr>
                  <a:xfrm>
                    <a:off x="10713647" y="4236993"/>
                    <a:ext cx="908814" cy="1928579"/>
                    <a:chOff x="10713647" y="4236993"/>
                    <a:chExt cx="908814" cy="1928579"/>
                  </a:xfrm>
                </p:grpSpPr>
                <p:sp>
                  <p:nvSpPr>
                    <p:cNvPr id="274" name="AutoShape 274"/>
                    <p:cNvSpPr/>
                    <p:nvPr/>
                  </p:nvSpPr>
                  <p:spPr>
                    <a:xfrm>
                      <a:off x="10713647" y="4236993"/>
                      <a:ext cx="908814" cy="19285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08814" h="1928504">
                          <a:moveTo>
                            <a:pt x="347442" y="85334"/>
                          </a:moveTo>
                          <a:cubicBezTo>
                            <a:pt x="392566" y="292265"/>
                            <a:pt x="406267" y="508803"/>
                            <a:pt x="387652" y="721393"/>
                          </a:cubicBezTo>
                          <a:cubicBezTo>
                            <a:pt x="382811" y="776272"/>
                            <a:pt x="419819" y="963173"/>
                            <a:pt x="432255" y="1016339"/>
                          </a:cubicBezTo>
                          <a:cubicBezTo>
                            <a:pt x="447296" y="1080600"/>
                            <a:pt x="532109" y="1149478"/>
                            <a:pt x="570010" y="1198772"/>
                          </a:cubicBezTo>
                          <a:cubicBezTo>
                            <a:pt x="747827" y="1430128"/>
                            <a:pt x="780218" y="1529982"/>
                            <a:pt x="908815" y="1824258"/>
                          </a:cubicBezTo>
                          <a:cubicBezTo>
                            <a:pt x="858851" y="1835948"/>
                            <a:pt x="757060" y="1880254"/>
                            <a:pt x="726382" y="1928505"/>
                          </a:cubicBezTo>
                          <a:cubicBezTo>
                            <a:pt x="656238" y="1761709"/>
                            <a:pt x="572467" y="1617177"/>
                            <a:pt x="458316" y="1489176"/>
                          </a:cubicBezTo>
                          <a:cubicBezTo>
                            <a:pt x="364494" y="1384035"/>
                            <a:pt x="285116" y="1298776"/>
                            <a:pt x="208346" y="1175689"/>
                          </a:cubicBezTo>
                          <a:cubicBezTo>
                            <a:pt x="106779" y="1012840"/>
                            <a:pt x="67835" y="806801"/>
                            <a:pt x="50188" y="605231"/>
                          </a:cubicBezTo>
                          <a:cubicBezTo>
                            <a:pt x="32540" y="403661"/>
                            <a:pt x="33508" y="199336"/>
                            <a:pt x="0" y="596"/>
                          </a:cubicBezTo>
                          <a:cubicBezTo>
                            <a:pt x="84440" y="372"/>
                            <a:pt x="168881" y="223"/>
                            <a:pt x="253321" y="0"/>
                          </a:cubicBezTo>
                          <a:lnTo>
                            <a:pt x="347442" y="85334"/>
                          </a:ln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75" name="AutoShape 275"/>
                    <p:cNvSpPr/>
                    <p:nvPr/>
                  </p:nvSpPr>
                  <p:spPr>
                    <a:xfrm>
                      <a:off x="10713647" y="4237514"/>
                      <a:ext cx="760187" cy="19280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60187" h="1928057">
                          <a:moveTo>
                            <a:pt x="417362" y="1362069"/>
                          </a:moveTo>
                          <a:cubicBezTo>
                            <a:pt x="402469" y="1339730"/>
                            <a:pt x="417362" y="1295052"/>
                            <a:pt x="395023" y="1280160"/>
                          </a:cubicBezTo>
                          <a:cubicBezTo>
                            <a:pt x="380131" y="1280160"/>
                            <a:pt x="372684" y="1265267"/>
                            <a:pt x="365238" y="1257821"/>
                          </a:cubicBezTo>
                          <a:cubicBezTo>
                            <a:pt x="365238" y="1250375"/>
                            <a:pt x="365238" y="1235482"/>
                            <a:pt x="365238" y="1228036"/>
                          </a:cubicBezTo>
                          <a:cubicBezTo>
                            <a:pt x="350346" y="1220590"/>
                            <a:pt x="328007" y="1235482"/>
                            <a:pt x="313114" y="1235482"/>
                          </a:cubicBezTo>
                          <a:cubicBezTo>
                            <a:pt x="305668" y="1228036"/>
                            <a:pt x="335453" y="1205697"/>
                            <a:pt x="313114" y="1190805"/>
                          </a:cubicBezTo>
                          <a:cubicBezTo>
                            <a:pt x="223759" y="1123789"/>
                            <a:pt x="238652" y="1056772"/>
                            <a:pt x="216313" y="952525"/>
                          </a:cubicBezTo>
                          <a:cubicBezTo>
                            <a:pt x="208867" y="930186"/>
                            <a:pt x="164189" y="915293"/>
                            <a:pt x="156743" y="885508"/>
                          </a:cubicBezTo>
                          <a:cubicBezTo>
                            <a:pt x="112066" y="714245"/>
                            <a:pt x="134404" y="542981"/>
                            <a:pt x="89727" y="371717"/>
                          </a:cubicBezTo>
                          <a:cubicBezTo>
                            <a:pt x="57112" y="247811"/>
                            <a:pt x="47358" y="123905"/>
                            <a:pt x="50410" y="0"/>
                          </a:cubicBezTo>
                          <a:cubicBezTo>
                            <a:pt x="33582" y="75"/>
                            <a:pt x="16754" y="75"/>
                            <a:pt x="0" y="149"/>
                          </a:cubicBezTo>
                          <a:cubicBezTo>
                            <a:pt x="33508" y="198815"/>
                            <a:pt x="32540" y="403214"/>
                            <a:pt x="50188" y="604785"/>
                          </a:cubicBezTo>
                          <a:cubicBezTo>
                            <a:pt x="67835" y="806355"/>
                            <a:pt x="106779" y="1012392"/>
                            <a:pt x="208346" y="1175242"/>
                          </a:cubicBezTo>
                          <a:cubicBezTo>
                            <a:pt x="285116" y="1298329"/>
                            <a:pt x="364568" y="1383514"/>
                            <a:pt x="458316" y="1488730"/>
                          </a:cubicBezTo>
                          <a:cubicBezTo>
                            <a:pt x="572467" y="1616731"/>
                            <a:pt x="656238" y="1761262"/>
                            <a:pt x="726382" y="1928059"/>
                          </a:cubicBezTo>
                          <a:cubicBezTo>
                            <a:pt x="733902" y="1916144"/>
                            <a:pt x="745816" y="1904528"/>
                            <a:pt x="760188" y="1893582"/>
                          </a:cubicBezTo>
                          <a:cubicBezTo>
                            <a:pt x="666812" y="1703703"/>
                            <a:pt x="568223" y="1516802"/>
                            <a:pt x="417362" y="1362069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  <p:grpSp>
              <p:nvGrpSpPr>
                <p:cNvPr id="276" name="Group 276"/>
                <p:cNvGrpSpPr/>
                <p:nvPr/>
              </p:nvGrpSpPr>
              <p:grpSpPr>
                <a:xfrm>
                  <a:off x="10199495" y="4270724"/>
                  <a:ext cx="758318" cy="2158371"/>
                  <a:chOff x="10199495" y="4270724"/>
                  <a:chExt cx="758318" cy="2158371"/>
                </a:xfrm>
              </p:grpSpPr>
              <p:grpSp>
                <p:nvGrpSpPr>
                  <p:cNvPr id="277" name="Group 277"/>
                  <p:cNvGrpSpPr/>
                  <p:nvPr/>
                </p:nvGrpSpPr>
                <p:grpSpPr>
                  <a:xfrm>
                    <a:off x="10199495" y="6180837"/>
                    <a:ext cx="411938" cy="248258"/>
                    <a:chOff x="10199495" y="6180837"/>
                    <a:chExt cx="411938" cy="248258"/>
                  </a:xfrm>
                </p:grpSpPr>
                <p:sp>
                  <p:nvSpPr>
                    <p:cNvPr id="278" name="AutoShape 278"/>
                    <p:cNvSpPr/>
                    <p:nvPr/>
                  </p:nvSpPr>
                  <p:spPr>
                    <a:xfrm>
                      <a:off x="10199495" y="6180837"/>
                      <a:ext cx="411938" cy="2482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1938" h="248258">
                          <a:moveTo>
                            <a:pt x="269542" y="0"/>
                          </a:moveTo>
                          <a:cubicBezTo>
                            <a:pt x="261650" y="34327"/>
                            <a:pt x="239981" y="64038"/>
                            <a:pt x="212057" y="78632"/>
                          </a:cubicBezTo>
                          <a:cubicBezTo>
                            <a:pt x="185102" y="92706"/>
                            <a:pt x="154572" y="92706"/>
                            <a:pt x="125011" y="93078"/>
                          </a:cubicBezTo>
                          <a:cubicBezTo>
                            <a:pt x="95523" y="93450"/>
                            <a:pt x="64696" y="94865"/>
                            <a:pt x="38709" y="111173"/>
                          </a:cubicBezTo>
                          <a:cubicBezTo>
                            <a:pt x="12721" y="127480"/>
                            <a:pt x="-6639" y="163371"/>
                            <a:pt x="2147" y="196135"/>
                          </a:cubicBezTo>
                          <a:cubicBezTo>
                            <a:pt x="134691" y="227558"/>
                            <a:pt x="269766" y="244982"/>
                            <a:pt x="404990" y="248258"/>
                          </a:cubicBezTo>
                          <a:cubicBezTo>
                            <a:pt x="419808" y="168137"/>
                            <a:pt x="410724" y="82281"/>
                            <a:pt x="379673" y="8712"/>
                          </a:cubicBezTo>
                          <a:lnTo>
                            <a:pt x="269542" y="0"/>
                          </a:lnTo>
                          <a:close/>
                        </a:path>
                      </a:pathLst>
                    </a:custGeom>
                    <a:solidFill>
                      <a:srgbClr val="E6723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79" name="AutoShape 279"/>
                    <p:cNvSpPr/>
                    <p:nvPr/>
                  </p:nvSpPr>
                  <p:spPr>
                    <a:xfrm>
                      <a:off x="10465388" y="6314042"/>
                      <a:ext cx="146037" cy="1149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6037" h="114979">
                          <a:moveTo>
                            <a:pt x="25243" y="45059"/>
                          </a:moveTo>
                          <a:cubicBezTo>
                            <a:pt x="15861" y="65089"/>
                            <a:pt x="7521" y="85641"/>
                            <a:pt x="0" y="106490"/>
                          </a:cubicBezTo>
                          <a:cubicBezTo>
                            <a:pt x="46315" y="110958"/>
                            <a:pt x="92706" y="113862"/>
                            <a:pt x="139171" y="114979"/>
                          </a:cubicBezTo>
                          <a:cubicBezTo>
                            <a:pt x="146095" y="77301"/>
                            <a:pt x="147734" y="38357"/>
                            <a:pt x="144308" y="9"/>
                          </a:cubicBezTo>
                          <a:cubicBezTo>
                            <a:pt x="94121" y="-215"/>
                            <a:pt x="43114" y="3434"/>
                            <a:pt x="25243" y="45059"/>
                          </a:cubicBezTo>
                          <a:close/>
                        </a:path>
                      </a:pathLst>
                    </a:custGeom>
                    <a:solidFill>
                      <a:srgbClr val="C65C26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80" name="AutoShape 280"/>
                    <p:cNvSpPr/>
                    <p:nvPr/>
                  </p:nvSpPr>
                  <p:spPr>
                    <a:xfrm>
                      <a:off x="10199569" y="6345697"/>
                      <a:ext cx="410276" cy="833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0276" h="83323">
                          <a:moveTo>
                            <a:pt x="1552" y="0"/>
                          </a:moveTo>
                          <a:cubicBezTo>
                            <a:pt x="-608" y="10201"/>
                            <a:pt x="-608" y="20849"/>
                            <a:pt x="2148" y="31200"/>
                          </a:cubicBezTo>
                          <a:cubicBezTo>
                            <a:pt x="134765" y="62623"/>
                            <a:pt x="269766" y="80047"/>
                            <a:pt x="404990" y="83324"/>
                          </a:cubicBezTo>
                          <a:cubicBezTo>
                            <a:pt x="407447" y="70144"/>
                            <a:pt x="409160" y="56889"/>
                            <a:pt x="410277" y="43486"/>
                          </a:cubicBezTo>
                          <a:cubicBezTo>
                            <a:pt x="274010" y="55549"/>
                            <a:pt x="137819" y="14893"/>
                            <a:pt x="1552" y="0"/>
                          </a:cubicBezTo>
                          <a:close/>
                        </a:path>
                      </a:pathLst>
                    </a:custGeom>
                    <a:solidFill>
                      <a:srgbClr val="F4E8DC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281" name="Group 281"/>
                  <p:cNvGrpSpPr/>
                  <p:nvPr/>
                </p:nvGrpSpPr>
                <p:grpSpPr>
                  <a:xfrm>
                    <a:off x="10365886" y="4270724"/>
                    <a:ext cx="591927" cy="1985304"/>
                    <a:chOff x="10365886" y="4270724"/>
                    <a:chExt cx="591927" cy="1985304"/>
                  </a:xfrm>
                </p:grpSpPr>
                <p:sp>
                  <p:nvSpPr>
                    <p:cNvPr id="282" name="AutoShape 282"/>
                    <p:cNvSpPr/>
                    <p:nvPr/>
                  </p:nvSpPr>
                  <p:spPr>
                    <a:xfrm>
                      <a:off x="10365886" y="4270724"/>
                      <a:ext cx="591927" cy="19853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927" h="1985304">
                          <a:moveTo>
                            <a:pt x="590509" y="76175"/>
                          </a:moveTo>
                          <a:cubicBezTo>
                            <a:pt x="596465" y="244386"/>
                            <a:pt x="585371" y="442159"/>
                            <a:pt x="524312" y="594137"/>
                          </a:cubicBezTo>
                          <a:cubicBezTo>
                            <a:pt x="463326" y="746115"/>
                            <a:pt x="324528" y="907103"/>
                            <a:pt x="291020" y="1070697"/>
                          </a:cubicBezTo>
                          <a:cubicBezTo>
                            <a:pt x="273596" y="1155584"/>
                            <a:pt x="293031" y="1195794"/>
                            <a:pt x="286031" y="1282766"/>
                          </a:cubicBezTo>
                          <a:cubicBezTo>
                            <a:pt x="267416" y="1513303"/>
                            <a:pt x="248875" y="1743838"/>
                            <a:pt x="230259" y="1974300"/>
                          </a:cubicBezTo>
                          <a:cubicBezTo>
                            <a:pt x="180965" y="1985991"/>
                            <a:pt x="95928" y="2004234"/>
                            <a:pt x="39113" y="1931931"/>
                          </a:cubicBezTo>
                          <a:cubicBezTo>
                            <a:pt x="-16808" y="1560363"/>
                            <a:pt x="-11298" y="1182614"/>
                            <a:pt x="46262" y="811419"/>
                          </a:cubicBezTo>
                          <a:cubicBezTo>
                            <a:pt x="57357" y="739637"/>
                            <a:pt x="72696" y="668823"/>
                            <a:pt x="88036" y="598083"/>
                          </a:cubicBezTo>
                          <a:cubicBezTo>
                            <a:pt x="131149" y="398747"/>
                            <a:pt x="174263" y="199336"/>
                            <a:pt x="217452" y="0"/>
                          </a:cubicBezTo>
                          <a:cubicBezTo>
                            <a:pt x="336815" y="50784"/>
                            <a:pt x="463699" y="76697"/>
                            <a:pt x="590509" y="76175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83" name="AutoShape 283"/>
                    <p:cNvSpPr/>
                    <p:nvPr/>
                  </p:nvSpPr>
                  <p:spPr>
                    <a:xfrm>
                      <a:off x="10365886" y="4270724"/>
                      <a:ext cx="250289" cy="19359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0289" h="1935951">
                          <a:moveTo>
                            <a:pt x="72622" y="1120364"/>
                          </a:moveTo>
                          <a:cubicBezTo>
                            <a:pt x="72622" y="1098025"/>
                            <a:pt x="94960" y="1075686"/>
                            <a:pt x="109853" y="1053347"/>
                          </a:cubicBezTo>
                          <a:cubicBezTo>
                            <a:pt x="124745" y="1023562"/>
                            <a:pt x="80068" y="1031009"/>
                            <a:pt x="72622" y="1008670"/>
                          </a:cubicBezTo>
                          <a:cubicBezTo>
                            <a:pt x="65175" y="978885"/>
                            <a:pt x="109853" y="956546"/>
                            <a:pt x="102407" y="941653"/>
                          </a:cubicBezTo>
                          <a:cubicBezTo>
                            <a:pt x="72622" y="867191"/>
                            <a:pt x="109853" y="800175"/>
                            <a:pt x="132192" y="733158"/>
                          </a:cubicBezTo>
                          <a:cubicBezTo>
                            <a:pt x="197719" y="490783"/>
                            <a:pt x="228621" y="254215"/>
                            <a:pt x="250289" y="13255"/>
                          </a:cubicBezTo>
                          <a:cubicBezTo>
                            <a:pt x="239269" y="9010"/>
                            <a:pt x="228248" y="4691"/>
                            <a:pt x="217377" y="0"/>
                          </a:cubicBezTo>
                          <a:cubicBezTo>
                            <a:pt x="174263" y="199336"/>
                            <a:pt x="131149" y="398747"/>
                            <a:pt x="87961" y="598083"/>
                          </a:cubicBezTo>
                          <a:cubicBezTo>
                            <a:pt x="72696" y="668823"/>
                            <a:pt x="57357" y="739562"/>
                            <a:pt x="46262" y="811419"/>
                          </a:cubicBezTo>
                          <a:cubicBezTo>
                            <a:pt x="-11298" y="1182614"/>
                            <a:pt x="-16808" y="1560363"/>
                            <a:pt x="39113" y="1931931"/>
                          </a:cubicBezTo>
                          <a:cubicBezTo>
                            <a:pt x="40231" y="1933346"/>
                            <a:pt x="41348" y="1934611"/>
                            <a:pt x="42465" y="1935952"/>
                          </a:cubicBezTo>
                          <a:cubicBezTo>
                            <a:pt x="36433" y="1666323"/>
                            <a:pt x="58102" y="1389769"/>
                            <a:pt x="72622" y="1120364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  <p:grpSp>
              <p:nvGrpSpPr>
                <p:cNvPr id="284" name="Group 284"/>
                <p:cNvGrpSpPr/>
                <p:nvPr/>
              </p:nvGrpSpPr>
              <p:grpSpPr>
                <a:xfrm>
                  <a:off x="10545957" y="4450849"/>
                  <a:ext cx="543873" cy="156819"/>
                  <a:chOff x="10545957" y="4450849"/>
                  <a:chExt cx="543873" cy="156819"/>
                </a:xfrm>
                <a:solidFill>
                  <a:srgbClr val="007888">
                    <a:alpha val="100000"/>
                  </a:srgbClr>
                </a:solidFill>
              </p:grpSpPr>
              <p:sp>
                <p:nvSpPr>
                  <p:cNvPr id="285" name="AutoShape 285"/>
                  <p:cNvSpPr/>
                  <p:nvPr/>
                </p:nvSpPr>
                <p:spPr>
                  <a:xfrm>
                    <a:off x="10545957" y="4450849"/>
                    <a:ext cx="99556" cy="1150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556" h="115044">
                        <a:moveTo>
                          <a:pt x="99556" y="35742"/>
                        </a:moveTo>
                        <a:cubicBezTo>
                          <a:pt x="70814" y="25690"/>
                          <a:pt x="42667" y="13850"/>
                          <a:pt x="15562" y="0"/>
                        </a:cubicBezTo>
                        <a:cubicBezTo>
                          <a:pt x="10350" y="25392"/>
                          <a:pt x="5212" y="50709"/>
                          <a:pt x="0" y="76101"/>
                        </a:cubicBezTo>
                        <a:cubicBezTo>
                          <a:pt x="27327" y="91217"/>
                          <a:pt x="55772" y="104173"/>
                          <a:pt x="84961" y="115045"/>
                        </a:cubicBezTo>
                        <a:cubicBezTo>
                          <a:pt x="90769" y="88760"/>
                          <a:pt x="95833" y="62325"/>
                          <a:pt x="99556" y="35742"/>
                        </a:cubicBezTo>
                        <a:close/>
                      </a:path>
                    </a:pathLst>
                  </a:custGeom>
                  <a:solidFill>
                    <a:srgbClr val="007888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86" name="AutoShape 286"/>
                  <p:cNvSpPr/>
                  <p:nvPr/>
                </p:nvSpPr>
                <p:spPr>
                  <a:xfrm>
                    <a:off x="10982456" y="4492697"/>
                    <a:ext cx="107374" cy="104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374" h="104396">
                        <a:moveTo>
                          <a:pt x="0" y="104397"/>
                        </a:moveTo>
                        <a:cubicBezTo>
                          <a:pt x="36560" y="97844"/>
                          <a:pt x="72526" y="88238"/>
                          <a:pt x="107374" y="75356"/>
                        </a:cubicBezTo>
                        <a:cubicBezTo>
                          <a:pt x="106854" y="50262"/>
                          <a:pt x="106406" y="25168"/>
                          <a:pt x="105886" y="0"/>
                        </a:cubicBezTo>
                        <a:cubicBezTo>
                          <a:pt x="71930" y="11021"/>
                          <a:pt x="37157" y="19137"/>
                          <a:pt x="1936" y="24647"/>
                        </a:cubicBezTo>
                        <a:cubicBezTo>
                          <a:pt x="1712" y="51230"/>
                          <a:pt x="1191" y="77888"/>
                          <a:pt x="0" y="104397"/>
                        </a:cubicBezTo>
                        <a:close/>
                      </a:path>
                    </a:pathLst>
                  </a:custGeom>
                  <a:solidFill>
                    <a:srgbClr val="007888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87" name="AutoShape 287"/>
                  <p:cNvSpPr/>
                  <p:nvPr/>
                </p:nvSpPr>
                <p:spPr>
                  <a:xfrm>
                    <a:off x="10911940" y="4521291"/>
                    <a:ext cx="42667" cy="845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67" h="84589">
                        <a:moveTo>
                          <a:pt x="42668" y="0"/>
                        </a:moveTo>
                        <a:cubicBezTo>
                          <a:pt x="29041" y="1489"/>
                          <a:pt x="15340" y="2681"/>
                          <a:pt x="1713" y="3351"/>
                        </a:cubicBezTo>
                        <a:cubicBezTo>
                          <a:pt x="1713" y="30455"/>
                          <a:pt x="1043" y="57559"/>
                          <a:pt x="0" y="84589"/>
                        </a:cubicBezTo>
                        <a:cubicBezTo>
                          <a:pt x="13627" y="83621"/>
                          <a:pt x="27179" y="82206"/>
                          <a:pt x="40657" y="80419"/>
                        </a:cubicBezTo>
                        <a:cubicBezTo>
                          <a:pt x="41849" y="53688"/>
                          <a:pt x="42444" y="26881"/>
                          <a:pt x="42668" y="0"/>
                        </a:cubicBezTo>
                        <a:close/>
                      </a:path>
                    </a:pathLst>
                  </a:custGeom>
                  <a:solidFill>
                    <a:srgbClr val="007888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88" name="AutoShape 288"/>
                  <p:cNvSpPr/>
                  <p:nvPr/>
                </p:nvSpPr>
                <p:spPr>
                  <a:xfrm>
                    <a:off x="10659065" y="4495824"/>
                    <a:ext cx="224802" cy="1118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802" h="111843">
                        <a:moveTo>
                          <a:pt x="224803" y="29785"/>
                        </a:moveTo>
                        <a:cubicBezTo>
                          <a:pt x="153914" y="30455"/>
                          <a:pt x="82877" y="20403"/>
                          <a:pt x="15042" y="0"/>
                        </a:cubicBezTo>
                        <a:cubicBezTo>
                          <a:pt x="11095" y="26806"/>
                          <a:pt x="5883" y="53390"/>
                          <a:pt x="0" y="79824"/>
                        </a:cubicBezTo>
                        <a:cubicBezTo>
                          <a:pt x="71782" y="102981"/>
                          <a:pt x="147585" y="113555"/>
                          <a:pt x="223089" y="111619"/>
                        </a:cubicBezTo>
                        <a:cubicBezTo>
                          <a:pt x="224058" y="84366"/>
                          <a:pt x="224728" y="57113"/>
                          <a:pt x="224803" y="29785"/>
                        </a:cubicBezTo>
                        <a:close/>
                      </a:path>
                    </a:pathLst>
                  </a:custGeom>
                  <a:solidFill>
                    <a:srgbClr val="007888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289" name="Group 289"/>
              <p:cNvGrpSpPr/>
              <p:nvPr/>
            </p:nvGrpSpPr>
            <p:grpSpPr>
              <a:xfrm>
                <a:off x="10264589" y="3006722"/>
                <a:ext cx="957559" cy="812800"/>
                <a:chOff x="10264589" y="3006722"/>
                <a:chExt cx="957559" cy="812800"/>
              </a:xfrm>
            </p:grpSpPr>
            <p:grpSp>
              <p:nvGrpSpPr>
                <p:cNvPr id="290" name="Group 290"/>
                <p:cNvGrpSpPr/>
                <p:nvPr/>
              </p:nvGrpSpPr>
              <p:grpSpPr>
                <a:xfrm>
                  <a:off x="10264589" y="3006722"/>
                  <a:ext cx="391422" cy="545438"/>
                  <a:chOff x="10264589" y="3006722"/>
                  <a:chExt cx="391422" cy="545438"/>
                </a:xfrm>
              </p:grpSpPr>
              <p:sp>
                <p:nvSpPr>
                  <p:cNvPr id="291" name="AutoShape 291"/>
                  <p:cNvSpPr/>
                  <p:nvPr/>
                </p:nvSpPr>
                <p:spPr>
                  <a:xfrm>
                    <a:off x="10264589" y="3006722"/>
                    <a:ext cx="391422" cy="5454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422" h="545438">
                        <a:moveTo>
                          <a:pt x="204597" y="222717"/>
                        </a:moveTo>
                        <a:cubicBezTo>
                          <a:pt x="199608" y="211399"/>
                          <a:pt x="195363" y="199708"/>
                          <a:pt x="192162" y="187795"/>
                        </a:cubicBezTo>
                        <a:cubicBezTo>
                          <a:pt x="190374" y="181093"/>
                          <a:pt x="188885" y="174391"/>
                          <a:pt x="187396" y="167615"/>
                        </a:cubicBezTo>
                        <a:cubicBezTo>
                          <a:pt x="185609" y="154063"/>
                          <a:pt x="184567" y="140362"/>
                          <a:pt x="182780" y="126884"/>
                        </a:cubicBezTo>
                        <a:cubicBezTo>
                          <a:pt x="182034" y="121076"/>
                          <a:pt x="180993" y="115044"/>
                          <a:pt x="177418" y="110502"/>
                        </a:cubicBezTo>
                        <a:cubicBezTo>
                          <a:pt x="173025" y="104843"/>
                          <a:pt x="165951" y="102684"/>
                          <a:pt x="158654" y="101790"/>
                        </a:cubicBezTo>
                        <a:cubicBezTo>
                          <a:pt x="153664" y="95312"/>
                          <a:pt x="148378" y="88983"/>
                          <a:pt x="143016" y="82728"/>
                        </a:cubicBezTo>
                        <a:cubicBezTo>
                          <a:pt x="133038" y="71037"/>
                          <a:pt x="122986" y="59272"/>
                          <a:pt x="110923" y="49815"/>
                        </a:cubicBezTo>
                        <a:cubicBezTo>
                          <a:pt x="85307" y="29710"/>
                          <a:pt x="72947" y="24424"/>
                          <a:pt x="41747" y="0"/>
                        </a:cubicBezTo>
                        <a:cubicBezTo>
                          <a:pt x="33705" y="8116"/>
                          <a:pt x="38024" y="20328"/>
                          <a:pt x="45321" y="29115"/>
                        </a:cubicBezTo>
                        <a:cubicBezTo>
                          <a:pt x="52618" y="37976"/>
                          <a:pt x="63714" y="48773"/>
                          <a:pt x="72649" y="55921"/>
                        </a:cubicBezTo>
                        <a:cubicBezTo>
                          <a:pt x="88361" y="68505"/>
                          <a:pt x="103104" y="87568"/>
                          <a:pt x="104445" y="108492"/>
                        </a:cubicBezTo>
                        <a:lnTo>
                          <a:pt x="103179" y="107077"/>
                        </a:lnTo>
                        <a:cubicBezTo>
                          <a:pt x="100274" y="116162"/>
                          <a:pt x="95732" y="125097"/>
                          <a:pt x="87988" y="130682"/>
                        </a:cubicBezTo>
                        <a:cubicBezTo>
                          <a:pt x="80319" y="136266"/>
                          <a:pt x="68926" y="137532"/>
                          <a:pt x="61480" y="131650"/>
                        </a:cubicBezTo>
                        <a:cubicBezTo>
                          <a:pt x="56938" y="128075"/>
                          <a:pt x="54554" y="122640"/>
                          <a:pt x="51353" y="117800"/>
                        </a:cubicBezTo>
                        <a:cubicBezTo>
                          <a:pt x="42864" y="105067"/>
                          <a:pt x="28046" y="96801"/>
                          <a:pt x="12781" y="96205"/>
                        </a:cubicBezTo>
                        <a:cubicBezTo>
                          <a:pt x="8761" y="96057"/>
                          <a:pt x="4218" y="96652"/>
                          <a:pt x="1686" y="99780"/>
                        </a:cubicBezTo>
                        <a:cubicBezTo>
                          <a:pt x="-1218" y="103428"/>
                          <a:pt x="-26" y="109013"/>
                          <a:pt x="2654" y="112885"/>
                        </a:cubicBezTo>
                        <a:cubicBezTo>
                          <a:pt x="5261" y="116757"/>
                          <a:pt x="9132" y="119661"/>
                          <a:pt x="11813" y="123533"/>
                        </a:cubicBezTo>
                        <a:cubicBezTo>
                          <a:pt x="16877" y="130682"/>
                          <a:pt x="17621" y="140213"/>
                          <a:pt x="22760" y="147287"/>
                        </a:cubicBezTo>
                        <a:cubicBezTo>
                          <a:pt x="27227" y="153467"/>
                          <a:pt x="34524" y="157041"/>
                          <a:pt x="39736" y="162701"/>
                        </a:cubicBezTo>
                        <a:cubicBezTo>
                          <a:pt x="46364" y="169923"/>
                          <a:pt x="49119" y="179752"/>
                          <a:pt x="52023" y="189135"/>
                        </a:cubicBezTo>
                        <a:cubicBezTo>
                          <a:pt x="54927" y="198517"/>
                          <a:pt x="58725" y="208272"/>
                          <a:pt x="66617" y="214080"/>
                        </a:cubicBezTo>
                        <a:cubicBezTo>
                          <a:pt x="67363" y="214601"/>
                          <a:pt x="68107" y="214973"/>
                          <a:pt x="68851" y="215420"/>
                        </a:cubicBezTo>
                        <a:cubicBezTo>
                          <a:pt x="71457" y="219888"/>
                          <a:pt x="74213" y="223685"/>
                          <a:pt x="77117" y="226366"/>
                        </a:cubicBezTo>
                        <a:cubicBezTo>
                          <a:pt x="85382" y="233961"/>
                          <a:pt x="95658" y="239025"/>
                          <a:pt x="104072" y="246397"/>
                        </a:cubicBezTo>
                        <a:cubicBezTo>
                          <a:pt x="112115" y="253470"/>
                          <a:pt x="119709" y="262183"/>
                          <a:pt x="127007" y="271490"/>
                        </a:cubicBezTo>
                        <a:cubicBezTo>
                          <a:pt x="178386" y="361813"/>
                          <a:pt x="226042" y="455190"/>
                          <a:pt x="277570" y="545438"/>
                        </a:cubicBezTo>
                        <a:cubicBezTo>
                          <a:pt x="315248" y="507834"/>
                          <a:pt x="356649" y="471422"/>
                          <a:pt x="391423" y="442605"/>
                        </a:cubicBezTo>
                        <a:cubicBezTo>
                          <a:pt x="327981" y="373876"/>
                          <a:pt x="271762" y="295393"/>
                          <a:pt x="204597" y="222717"/>
                        </a:cubicBezTo>
                        <a:close/>
                      </a:path>
                    </a:pathLst>
                  </a:custGeom>
                  <a:solidFill>
                    <a:srgbClr val="FFBE69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92" name="AutoShape 292"/>
                  <p:cNvSpPr/>
                  <p:nvPr/>
                </p:nvSpPr>
                <p:spPr>
                  <a:xfrm>
                    <a:off x="10490333" y="3393183"/>
                    <a:ext cx="165679" cy="1588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679" h="158828">
                        <a:moveTo>
                          <a:pt x="165679" y="56070"/>
                        </a:moveTo>
                        <a:cubicBezTo>
                          <a:pt x="148925" y="37976"/>
                          <a:pt x="132767" y="19211"/>
                          <a:pt x="116683" y="0"/>
                        </a:cubicBezTo>
                        <a:cubicBezTo>
                          <a:pt x="75208" y="10201"/>
                          <a:pt x="33732" y="33955"/>
                          <a:pt x="0" y="65229"/>
                        </a:cubicBezTo>
                        <a:cubicBezTo>
                          <a:pt x="17052" y="96652"/>
                          <a:pt x="34179" y="127927"/>
                          <a:pt x="51827" y="158829"/>
                        </a:cubicBezTo>
                        <a:cubicBezTo>
                          <a:pt x="89430" y="121300"/>
                          <a:pt x="130906" y="84887"/>
                          <a:pt x="165679" y="56070"/>
                        </a:cubicBezTo>
                        <a:close/>
                      </a:path>
                    </a:pathLst>
                  </a:custGeom>
                  <a:solidFill>
                    <a:srgbClr val="06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293" name="Group 293"/>
                <p:cNvGrpSpPr/>
                <p:nvPr/>
              </p:nvGrpSpPr>
              <p:grpSpPr>
                <a:xfrm>
                  <a:off x="10496960" y="3412394"/>
                  <a:ext cx="725188" cy="407129"/>
                  <a:chOff x="10496960" y="3412394"/>
                  <a:chExt cx="725188" cy="407129"/>
                </a:xfrm>
              </p:grpSpPr>
              <p:sp>
                <p:nvSpPr>
                  <p:cNvPr id="294" name="AutoShape 294"/>
                  <p:cNvSpPr/>
                  <p:nvPr/>
                </p:nvSpPr>
                <p:spPr>
                  <a:xfrm>
                    <a:off x="10496960" y="3412394"/>
                    <a:ext cx="725188" cy="4071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5188" h="407129">
                        <a:moveTo>
                          <a:pt x="138277" y="0"/>
                        </a:moveTo>
                        <a:cubicBezTo>
                          <a:pt x="153616" y="13403"/>
                          <a:pt x="170148" y="25392"/>
                          <a:pt x="188689" y="34997"/>
                        </a:cubicBezTo>
                        <a:cubicBezTo>
                          <a:pt x="216612" y="49518"/>
                          <a:pt x="247142" y="58155"/>
                          <a:pt x="277522" y="66644"/>
                        </a:cubicBezTo>
                        <a:cubicBezTo>
                          <a:pt x="362856" y="90621"/>
                          <a:pt x="448191" y="114523"/>
                          <a:pt x="533599" y="138500"/>
                        </a:cubicBezTo>
                        <a:cubicBezTo>
                          <a:pt x="581999" y="152127"/>
                          <a:pt x="631889" y="166424"/>
                          <a:pt x="671131" y="197996"/>
                        </a:cubicBezTo>
                        <a:cubicBezTo>
                          <a:pt x="710298" y="229568"/>
                          <a:pt x="736286" y="283107"/>
                          <a:pt x="720500" y="330912"/>
                        </a:cubicBezTo>
                        <a:cubicBezTo>
                          <a:pt x="703895" y="381099"/>
                          <a:pt x="646410" y="408353"/>
                          <a:pt x="593616" y="407087"/>
                        </a:cubicBezTo>
                        <a:cubicBezTo>
                          <a:pt x="540747" y="405821"/>
                          <a:pt x="491304" y="382440"/>
                          <a:pt x="443648" y="359431"/>
                        </a:cubicBezTo>
                        <a:cubicBezTo>
                          <a:pt x="360921" y="319593"/>
                          <a:pt x="278118" y="279681"/>
                          <a:pt x="195390" y="239844"/>
                        </a:cubicBezTo>
                        <a:cubicBezTo>
                          <a:pt x="149298" y="217654"/>
                          <a:pt x="96131" y="201272"/>
                          <a:pt x="59570" y="165456"/>
                        </a:cubicBezTo>
                        <a:cubicBezTo>
                          <a:pt x="37977" y="144234"/>
                          <a:pt x="15861" y="120183"/>
                          <a:pt x="0" y="94270"/>
                        </a:cubicBezTo>
                        <a:cubicBezTo>
                          <a:pt x="33583" y="56070"/>
                          <a:pt x="91217" y="19733"/>
                          <a:pt x="138277" y="0"/>
                        </a:cubicBezTo>
                        <a:close/>
                      </a:path>
                    </a:pathLst>
                  </a:custGeom>
                  <a:solidFill>
                    <a:srgbClr val="C65C26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95" name="AutoShape 295"/>
                  <p:cNvSpPr/>
                  <p:nvPr/>
                </p:nvSpPr>
                <p:spPr>
                  <a:xfrm>
                    <a:off x="10609771" y="3412394"/>
                    <a:ext cx="612008" cy="2950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2008" h="295095">
                        <a:moveTo>
                          <a:pt x="0" y="87345"/>
                        </a:moveTo>
                        <a:cubicBezTo>
                          <a:pt x="22339" y="94791"/>
                          <a:pt x="37231" y="72452"/>
                          <a:pt x="52124" y="72452"/>
                        </a:cubicBezTo>
                        <a:cubicBezTo>
                          <a:pt x="74463" y="79898"/>
                          <a:pt x="81909" y="117130"/>
                          <a:pt x="89355" y="117130"/>
                        </a:cubicBezTo>
                        <a:cubicBezTo>
                          <a:pt x="267842" y="168137"/>
                          <a:pt x="440967" y="229940"/>
                          <a:pt x="612008" y="295095"/>
                        </a:cubicBezTo>
                        <a:cubicBezTo>
                          <a:pt x="609774" y="258162"/>
                          <a:pt x="587733" y="221749"/>
                          <a:pt x="558171" y="197996"/>
                        </a:cubicBezTo>
                        <a:cubicBezTo>
                          <a:pt x="519004" y="166424"/>
                          <a:pt x="469114" y="152127"/>
                          <a:pt x="420639" y="138500"/>
                        </a:cubicBezTo>
                        <a:cubicBezTo>
                          <a:pt x="335305" y="114523"/>
                          <a:pt x="249971" y="90621"/>
                          <a:pt x="164562" y="66644"/>
                        </a:cubicBezTo>
                        <a:cubicBezTo>
                          <a:pt x="134256" y="58155"/>
                          <a:pt x="103652" y="49518"/>
                          <a:pt x="75729" y="34997"/>
                        </a:cubicBezTo>
                        <a:cubicBezTo>
                          <a:pt x="57262" y="25392"/>
                          <a:pt x="40731" y="13403"/>
                          <a:pt x="25317" y="0"/>
                        </a:cubicBezTo>
                        <a:cubicBezTo>
                          <a:pt x="18244" y="2979"/>
                          <a:pt x="10871" y="6329"/>
                          <a:pt x="3425" y="10052"/>
                        </a:cubicBezTo>
                        <a:cubicBezTo>
                          <a:pt x="16010" y="29189"/>
                          <a:pt x="9606" y="49071"/>
                          <a:pt x="0" y="87345"/>
                        </a:cubicBezTo>
                        <a:close/>
                      </a:path>
                    </a:pathLst>
                  </a:custGeom>
                  <a:solidFill>
                    <a:srgbClr val="E6723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96" name="AutoShape 296"/>
                  <p:cNvSpPr/>
                  <p:nvPr/>
                </p:nvSpPr>
                <p:spPr>
                  <a:xfrm>
                    <a:off x="10518034" y="3427808"/>
                    <a:ext cx="141031" cy="1082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031" h="108268">
                        <a:moveTo>
                          <a:pt x="5361" y="108269"/>
                        </a:moveTo>
                        <a:lnTo>
                          <a:pt x="0" y="103056"/>
                        </a:lnTo>
                        <a:cubicBezTo>
                          <a:pt x="40209" y="61580"/>
                          <a:pt x="86525" y="26955"/>
                          <a:pt x="137607" y="0"/>
                        </a:cubicBezTo>
                        <a:lnTo>
                          <a:pt x="141032" y="6553"/>
                        </a:lnTo>
                        <a:cubicBezTo>
                          <a:pt x="90695" y="33210"/>
                          <a:pt x="44975" y="67389"/>
                          <a:pt x="5361" y="108269"/>
                        </a:cubicBezTo>
                        <a:close/>
                      </a:path>
                    </a:pathLst>
                  </a:custGeom>
                  <a:solidFill>
                    <a:srgbClr val="C65C26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297" name="Group 297"/>
              <p:cNvGrpSpPr/>
              <p:nvPr/>
            </p:nvGrpSpPr>
            <p:grpSpPr>
              <a:xfrm>
                <a:off x="10860260" y="3028981"/>
                <a:ext cx="437367" cy="596748"/>
                <a:chOff x="10860260" y="3028981"/>
                <a:chExt cx="437367" cy="596748"/>
              </a:xfrm>
            </p:grpSpPr>
            <p:grpSp>
              <p:nvGrpSpPr>
                <p:cNvPr id="298" name="Group 298"/>
                <p:cNvGrpSpPr/>
                <p:nvPr/>
              </p:nvGrpSpPr>
              <p:grpSpPr>
                <a:xfrm>
                  <a:off x="10894888" y="3028981"/>
                  <a:ext cx="402738" cy="596748"/>
                  <a:chOff x="10894888" y="3028981"/>
                  <a:chExt cx="402738" cy="596748"/>
                </a:xfrm>
              </p:grpSpPr>
              <p:grpSp>
                <p:nvGrpSpPr>
                  <p:cNvPr id="299" name="Group 299"/>
                  <p:cNvGrpSpPr/>
                  <p:nvPr/>
                </p:nvGrpSpPr>
                <p:grpSpPr>
                  <a:xfrm>
                    <a:off x="10894935" y="3083487"/>
                    <a:ext cx="362223" cy="377220"/>
                    <a:chOff x="10894935" y="3083487"/>
                    <a:chExt cx="362223" cy="377220"/>
                  </a:xfrm>
                </p:grpSpPr>
                <p:sp>
                  <p:nvSpPr>
                    <p:cNvPr id="300" name="AutoShape 300"/>
                    <p:cNvSpPr/>
                    <p:nvPr/>
                  </p:nvSpPr>
                  <p:spPr>
                    <a:xfrm>
                      <a:off x="10894935" y="3083487"/>
                      <a:ext cx="362223" cy="37722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2223" h="377220">
                          <a:moveTo>
                            <a:pt x="299591" y="306419"/>
                          </a:moveTo>
                          <a:cubicBezTo>
                            <a:pt x="228553" y="375967"/>
                            <a:pt x="116785" y="391232"/>
                            <a:pt x="20728" y="365468"/>
                          </a:cubicBezTo>
                          <a:cubicBezTo>
                            <a:pt x="-10769" y="309249"/>
                            <a:pt x="-1238" y="212373"/>
                            <a:pt x="15591" y="150123"/>
                          </a:cubicBezTo>
                          <a:cubicBezTo>
                            <a:pt x="32419" y="87946"/>
                            <a:pt x="56321" y="61214"/>
                            <a:pt x="111871" y="28525"/>
                          </a:cubicBezTo>
                          <a:cubicBezTo>
                            <a:pt x="149251" y="6559"/>
                            <a:pt x="193854" y="-5504"/>
                            <a:pt x="236521" y="2463"/>
                          </a:cubicBezTo>
                          <a:cubicBezTo>
                            <a:pt x="299069" y="14154"/>
                            <a:pt x="348960" y="70150"/>
                            <a:pt x="359756" y="132922"/>
                          </a:cubicBezTo>
                          <a:cubicBezTo>
                            <a:pt x="370554" y="195694"/>
                            <a:pt x="345087" y="261891"/>
                            <a:pt x="299591" y="306419"/>
                          </a:cubicBezTo>
                          <a:close/>
                        </a:path>
                      </a:pathLst>
                    </a:custGeom>
                    <a:solidFill>
                      <a:srgbClr val="FFBE69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01" name="AutoShape 301"/>
                    <p:cNvSpPr/>
                    <p:nvPr/>
                  </p:nvSpPr>
                  <p:spPr>
                    <a:xfrm>
                      <a:off x="10914398" y="3349101"/>
                      <a:ext cx="312519" cy="1115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2519" h="111559">
                          <a:moveTo>
                            <a:pt x="1265" y="99854"/>
                          </a:moveTo>
                          <a:cubicBezTo>
                            <a:pt x="97322" y="125544"/>
                            <a:pt x="209090" y="110279"/>
                            <a:pt x="280128" y="40806"/>
                          </a:cubicBezTo>
                          <a:cubicBezTo>
                            <a:pt x="292564" y="28668"/>
                            <a:pt x="303435" y="14893"/>
                            <a:pt x="312519" y="0"/>
                          </a:cubicBezTo>
                          <a:cubicBezTo>
                            <a:pt x="217430" y="54209"/>
                            <a:pt x="111024" y="87419"/>
                            <a:pt x="0" y="97323"/>
                          </a:cubicBezTo>
                          <a:cubicBezTo>
                            <a:pt x="446" y="98142"/>
                            <a:pt x="819" y="99035"/>
                            <a:pt x="1265" y="99854"/>
                          </a:cubicBezTo>
                          <a:close/>
                        </a:path>
                      </a:pathLst>
                    </a:custGeom>
                    <a:solidFill>
                      <a:srgbClr val="06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302" name="AutoShape 302"/>
                  <p:cNvSpPr/>
                  <p:nvPr/>
                </p:nvSpPr>
                <p:spPr>
                  <a:xfrm>
                    <a:off x="10894888" y="3402491"/>
                    <a:ext cx="256151" cy="2232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6151" h="223237">
                        <a:moveTo>
                          <a:pt x="253024" y="0"/>
                        </a:moveTo>
                        <a:cubicBezTo>
                          <a:pt x="254066" y="74388"/>
                          <a:pt x="255109" y="148851"/>
                          <a:pt x="256151" y="223239"/>
                        </a:cubicBezTo>
                        <a:cubicBezTo>
                          <a:pt x="170742" y="215122"/>
                          <a:pt x="85408" y="207080"/>
                          <a:pt x="0" y="198964"/>
                        </a:cubicBezTo>
                        <a:cubicBezTo>
                          <a:pt x="44379" y="142447"/>
                          <a:pt x="75654" y="75728"/>
                          <a:pt x="90769" y="5436"/>
                        </a:cubicBezTo>
                        <a:cubicBezTo>
                          <a:pt x="158828" y="20552"/>
                          <a:pt x="183550" y="6627"/>
                          <a:pt x="253024" y="0"/>
                        </a:cubicBezTo>
                        <a:close/>
                      </a:path>
                    </a:pathLst>
                  </a:custGeom>
                  <a:solidFill>
                    <a:srgbClr val="FFBE69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03" name="AutoShape 303"/>
                  <p:cNvSpPr/>
                  <p:nvPr/>
                </p:nvSpPr>
                <p:spPr>
                  <a:xfrm>
                    <a:off x="10938076" y="3028981"/>
                    <a:ext cx="359550" cy="4199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9550" h="419974">
                        <a:moveTo>
                          <a:pt x="197400" y="419975"/>
                        </a:moveTo>
                        <a:cubicBezTo>
                          <a:pt x="185561" y="406497"/>
                          <a:pt x="177147" y="389892"/>
                          <a:pt x="165084" y="382297"/>
                        </a:cubicBezTo>
                        <a:cubicBezTo>
                          <a:pt x="152946" y="374776"/>
                          <a:pt x="153394" y="373882"/>
                          <a:pt x="140288" y="368223"/>
                        </a:cubicBezTo>
                        <a:cubicBezTo>
                          <a:pt x="112290" y="356086"/>
                          <a:pt x="91142" y="331290"/>
                          <a:pt x="78038" y="303739"/>
                        </a:cubicBezTo>
                        <a:cubicBezTo>
                          <a:pt x="64932" y="276187"/>
                          <a:pt x="58975" y="245807"/>
                          <a:pt x="54507" y="215575"/>
                        </a:cubicBezTo>
                        <a:cubicBezTo>
                          <a:pt x="51603" y="196066"/>
                          <a:pt x="50486" y="172908"/>
                          <a:pt x="65527" y="160026"/>
                        </a:cubicBezTo>
                        <a:cubicBezTo>
                          <a:pt x="49369" y="170823"/>
                          <a:pt x="25987" y="161590"/>
                          <a:pt x="14893" y="145580"/>
                        </a:cubicBezTo>
                        <a:cubicBezTo>
                          <a:pt x="3798" y="129571"/>
                          <a:pt x="1713" y="109243"/>
                          <a:pt x="0" y="89808"/>
                        </a:cubicBezTo>
                        <a:cubicBezTo>
                          <a:pt x="32168" y="27259"/>
                          <a:pt x="107375" y="-8259"/>
                          <a:pt x="177072" y="1644"/>
                        </a:cubicBezTo>
                        <a:cubicBezTo>
                          <a:pt x="246694" y="11548"/>
                          <a:pt x="307382" y="63597"/>
                          <a:pt x="332699" y="129198"/>
                        </a:cubicBezTo>
                        <a:cubicBezTo>
                          <a:pt x="352357" y="143123"/>
                          <a:pt x="357867" y="169706"/>
                          <a:pt x="359134" y="193832"/>
                        </a:cubicBezTo>
                        <a:cubicBezTo>
                          <a:pt x="361814" y="245211"/>
                          <a:pt x="351761" y="298303"/>
                          <a:pt x="323838" y="341491"/>
                        </a:cubicBezTo>
                        <a:cubicBezTo>
                          <a:pt x="295840" y="384679"/>
                          <a:pt x="248705" y="416773"/>
                          <a:pt x="197400" y="419975"/>
                        </a:cubicBezTo>
                        <a:close/>
                      </a:path>
                    </a:pathLst>
                  </a:custGeom>
                  <a:solidFill>
                    <a:srgbClr val="06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304" name="Group 304"/>
                <p:cNvGrpSpPr/>
                <p:nvPr/>
              </p:nvGrpSpPr>
              <p:grpSpPr>
                <a:xfrm>
                  <a:off x="10860260" y="3131224"/>
                  <a:ext cx="432641" cy="226024"/>
                  <a:chOff x="10860260" y="3131224"/>
                  <a:chExt cx="432641" cy="226024"/>
                </a:xfrm>
              </p:grpSpPr>
              <p:grpSp>
                <p:nvGrpSpPr>
                  <p:cNvPr id="305" name="Group 305"/>
                  <p:cNvGrpSpPr/>
                  <p:nvPr/>
                </p:nvGrpSpPr>
                <p:grpSpPr>
                  <a:xfrm>
                    <a:off x="10860260" y="3131224"/>
                    <a:ext cx="217264" cy="208048"/>
                    <a:chOff x="10860260" y="3131224"/>
                    <a:chExt cx="217264" cy="208048"/>
                  </a:xfrm>
                </p:grpSpPr>
                <p:sp>
                  <p:nvSpPr>
                    <p:cNvPr id="306" name="AutoShape 306"/>
                    <p:cNvSpPr/>
                    <p:nvPr/>
                  </p:nvSpPr>
                  <p:spPr>
                    <a:xfrm>
                      <a:off x="10860260" y="3131224"/>
                      <a:ext cx="217264" cy="2078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264" h="207899">
                          <a:moveTo>
                            <a:pt x="82136" y="1192"/>
                          </a:moveTo>
                          <a:cubicBezTo>
                            <a:pt x="77295" y="6702"/>
                            <a:pt x="80869" y="29041"/>
                            <a:pt x="85337" y="34774"/>
                          </a:cubicBezTo>
                          <a:cubicBezTo>
                            <a:pt x="89879" y="40508"/>
                            <a:pt x="92411" y="45422"/>
                            <a:pt x="99113" y="48326"/>
                          </a:cubicBezTo>
                          <a:cubicBezTo>
                            <a:pt x="125547" y="59942"/>
                            <a:pt x="152950" y="69474"/>
                            <a:pt x="180948" y="76771"/>
                          </a:cubicBezTo>
                          <a:cubicBezTo>
                            <a:pt x="194053" y="80196"/>
                            <a:pt x="208946" y="84441"/>
                            <a:pt x="214753" y="96578"/>
                          </a:cubicBezTo>
                          <a:cubicBezTo>
                            <a:pt x="218774" y="104992"/>
                            <a:pt x="217211" y="114970"/>
                            <a:pt x="215275" y="124129"/>
                          </a:cubicBezTo>
                          <a:cubicBezTo>
                            <a:pt x="209317" y="152648"/>
                            <a:pt x="200903" y="180721"/>
                            <a:pt x="190255" y="207899"/>
                          </a:cubicBezTo>
                          <a:cubicBezTo>
                            <a:pt x="158311" y="206038"/>
                            <a:pt x="126069" y="209910"/>
                            <a:pt x="94273" y="206112"/>
                          </a:cubicBezTo>
                          <a:cubicBezTo>
                            <a:pt x="62477" y="202315"/>
                            <a:pt x="29565" y="188912"/>
                            <a:pt x="12811" y="161658"/>
                          </a:cubicBezTo>
                          <a:cubicBezTo>
                            <a:pt x="1492" y="143192"/>
                            <a:pt x="-965" y="120555"/>
                            <a:pt x="301" y="98961"/>
                          </a:cubicBezTo>
                          <a:cubicBezTo>
                            <a:pt x="1567" y="76771"/>
                            <a:pt x="6929" y="54060"/>
                            <a:pt x="20853" y="36785"/>
                          </a:cubicBezTo>
                          <a:cubicBezTo>
                            <a:pt x="34852" y="19584"/>
                            <a:pt x="61062" y="-5808"/>
                            <a:pt x="82136" y="1192"/>
                          </a:cubicBezTo>
                          <a:close/>
                        </a:path>
                      </a:pathLst>
                    </a:custGeom>
                    <a:solidFill>
                      <a:srgbClr val="E6723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07" name="AutoShape 307"/>
                    <p:cNvSpPr/>
                    <p:nvPr/>
                  </p:nvSpPr>
                  <p:spPr>
                    <a:xfrm>
                      <a:off x="10907919" y="3131314"/>
                      <a:ext cx="169605" cy="2079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9605" h="207958">
                          <a:moveTo>
                            <a:pt x="167094" y="96562"/>
                          </a:moveTo>
                          <a:cubicBezTo>
                            <a:pt x="161212" y="84350"/>
                            <a:pt x="146319" y="80106"/>
                            <a:pt x="133288" y="76755"/>
                          </a:cubicBezTo>
                          <a:cubicBezTo>
                            <a:pt x="105290" y="69458"/>
                            <a:pt x="77962" y="59926"/>
                            <a:pt x="51454" y="48310"/>
                          </a:cubicBezTo>
                          <a:cubicBezTo>
                            <a:pt x="44752" y="45406"/>
                            <a:pt x="42220" y="40492"/>
                            <a:pt x="37678" y="34758"/>
                          </a:cubicBezTo>
                          <a:cubicBezTo>
                            <a:pt x="33135" y="29025"/>
                            <a:pt x="29636" y="6611"/>
                            <a:pt x="34476" y="1175"/>
                          </a:cubicBezTo>
                          <a:cubicBezTo>
                            <a:pt x="25689" y="-1729"/>
                            <a:pt x="16010" y="1027"/>
                            <a:pt x="6702" y="6388"/>
                          </a:cubicBezTo>
                          <a:cubicBezTo>
                            <a:pt x="-6255" y="54639"/>
                            <a:pt x="60835" y="82712"/>
                            <a:pt x="74164" y="122773"/>
                          </a:cubicBezTo>
                          <a:cubicBezTo>
                            <a:pt x="89206" y="179215"/>
                            <a:pt x="51007" y="191874"/>
                            <a:pt x="0" y="192619"/>
                          </a:cubicBezTo>
                          <a:cubicBezTo>
                            <a:pt x="14371" y="199916"/>
                            <a:pt x="30604" y="204235"/>
                            <a:pt x="46614" y="206171"/>
                          </a:cubicBezTo>
                          <a:cubicBezTo>
                            <a:pt x="78409" y="209968"/>
                            <a:pt x="110651" y="206096"/>
                            <a:pt x="142596" y="207958"/>
                          </a:cubicBezTo>
                          <a:cubicBezTo>
                            <a:pt x="153244" y="180779"/>
                            <a:pt x="161583" y="152781"/>
                            <a:pt x="167615" y="124188"/>
                          </a:cubicBezTo>
                          <a:cubicBezTo>
                            <a:pt x="169551" y="114954"/>
                            <a:pt x="171115" y="104976"/>
                            <a:pt x="167094" y="96562"/>
                          </a:cubicBezTo>
                          <a:close/>
                        </a:path>
                      </a:pathLst>
                    </a:custGeom>
                    <a:solidFill>
                      <a:srgbClr val="C65C26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08" name="AutoShape 308"/>
                    <p:cNvSpPr/>
                    <p:nvPr/>
                  </p:nvSpPr>
                  <p:spPr>
                    <a:xfrm>
                      <a:off x="10860274" y="3162647"/>
                      <a:ext cx="41395" cy="12442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395" h="124426">
                          <a:moveTo>
                            <a:pt x="288" y="67537"/>
                          </a:moveTo>
                          <a:cubicBezTo>
                            <a:pt x="1553" y="45348"/>
                            <a:pt x="6915" y="22636"/>
                            <a:pt x="20839" y="5361"/>
                          </a:cubicBezTo>
                          <a:cubicBezTo>
                            <a:pt x="22328" y="3574"/>
                            <a:pt x="24115" y="1787"/>
                            <a:pt x="26126" y="0"/>
                          </a:cubicBezTo>
                          <a:cubicBezTo>
                            <a:pt x="7808" y="41103"/>
                            <a:pt x="69910" y="91589"/>
                            <a:pt x="24264" y="118917"/>
                          </a:cubicBezTo>
                          <a:cubicBezTo>
                            <a:pt x="19350" y="122193"/>
                            <a:pt x="14509" y="123831"/>
                            <a:pt x="9670" y="124427"/>
                          </a:cubicBezTo>
                          <a:cubicBezTo>
                            <a:pt x="1107" y="107151"/>
                            <a:pt x="-830" y="86972"/>
                            <a:pt x="288" y="67537"/>
                          </a:cubicBezTo>
                          <a:close/>
                        </a:path>
                      </a:pathLst>
                    </a:custGeom>
                    <a:solidFill>
                      <a:srgbClr val="06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309" name="AutoShape 309"/>
                  <p:cNvSpPr/>
                  <p:nvPr/>
                </p:nvSpPr>
                <p:spPr>
                  <a:xfrm>
                    <a:off x="11004348" y="3222916"/>
                    <a:ext cx="147951" cy="1343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7951" h="134332">
                        <a:moveTo>
                          <a:pt x="42816" y="13895"/>
                        </a:moveTo>
                        <a:cubicBezTo>
                          <a:pt x="45050" y="8757"/>
                          <a:pt x="47805" y="3247"/>
                          <a:pt x="52943" y="1013"/>
                        </a:cubicBezTo>
                        <a:cubicBezTo>
                          <a:pt x="58156" y="-1221"/>
                          <a:pt x="64112" y="641"/>
                          <a:pt x="69325" y="2726"/>
                        </a:cubicBezTo>
                        <a:cubicBezTo>
                          <a:pt x="85557" y="9279"/>
                          <a:pt x="100748" y="18140"/>
                          <a:pt x="114374" y="29086"/>
                        </a:cubicBezTo>
                        <a:cubicBezTo>
                          <a:pt x="127183" y="39436"/>
                          <a:pt x="138873" y="51946"/>
                          <a:pt x="144607" y="67434"/>
                        </a:cubicBezTo>
                        <a:cubicBezTo>
                          <a:pt x="150340" y="82848"/>
                          <a:pt x="149000" y="101612"/>
                          <a:pt x="138277" y="114122"/>
                        </a:cubicBezTo>
                        <a:cubicBezTo>
                          <a:pt x="128299" y="125664"/>
                          <a:pt x="112364" y="129908"/>
                          <a:pt x="97249" y="132067"/>
                        </a:cubicBezTo>
                        <a:cubicBezTo>
                          <a:pt x="64783" y="136684"/>
                          <a:pt x="31423" y="134227"/>
                          <a:pt x="0" y="124844"/>
                        </a:cubicBezTo>
                        <a:cubicBezTo>
                          <a:pt x="12510" y="87166"/>
                          <a:pt x="26806" y="50159"/>
                          <a:pt x="42816" y="13895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10" name="AutoShape 310"/>
                  <p:cNvSpPr/>
                  <p:nvPr/>
                </p:nvSpPr>
                <p:spPr>
                  <a:xfrm>
                    <a:off x="11036077" y="3249768"/>
                    <a:ext cx="77805" cy="88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805" h="88610">
                        <a:moveTo>
                          <a:pt x="38564" y="88610"/>
                        </a:moveTo>
                        <a:lnTo>
                          <a:pt x="38564" y="88610"/>
                        </a:lnTo>
                        <a:cubicBezTo>
                          <a:pt x="24192" y="88610"/>
                          <a:pt x="10342" y="79600"/>
                          <a:pt x="4013" y="66123"/>
                        </a:cubicBezTo>
                        <a:cubicBezTo>
                          <a:pt x="-2540" y="52124"/>
                          <a:pt x="-976" y="34700"/>
                          <a:pt x="8033" y="20552"/>
                        </a:cubicBezTo>
                        <a:cubicBezTo>
                          <a:pt x="15927" y="8265"/>
                          <a:pt x="30447" y="0"/>
                          <a:pt x="44148" y="0"/>
                        </a:cubicBezTo>
                        <a:cubicBezTo>
                          <a:pt x="50701" y="0"/>
                          <a:pt x="56807" y="1862"/>
                          <a:pt x="61945" y="5436"/>
                        </a:cubicBezTo>
                        <a:cubicBezTo>
                          <a:pt x="72072" y="12435"/>
                          <a:pt x="77806" y="25392"/>
                          <a:pt x="77806" y="40954"/>
                        </a:cubicBezTo>
                        <a:cubicBezTo>
                          <a:pt x="77806" y="61059"/>
                          <a:pt x="66487" y="83696"/>
                          <a:pt x="45042" y="88015"/>
                        </a:cubicBezTo>
                        <a:cubicBezTo>
                          <a:pt x="42957" y="88387"/>
                          <a:pt x="40797" y="88610"/>
                          <a:pt x="38564" y="88610"/>
                        </a:cubicBezTo>
                        <a:close/>
                        <a:moveTo>
                          <a:pt x="44148" y="14893"/>
                        </a:moveTo>
                        <a:cubicBezTo>
                          <a:pt x="35436" y="14893"/>
                          <a:pt x="25756" y="20552"/>
                          <a:pt x="20618" y="28594"/>
                        </a:cubicBezTo>
                        <a:cubicBezTo>
                          <a:pt x="14438" y="38274"/>
                          <a:pt x="13246" y="50560"/>
                          <a:pt x="17565" y="59793"/>
                        </a:cubicBezTo>
                        <a:cubicBezTo>
                          <a:pt x="21363" y="67835"/>
                          <a:pt x="30224" y="73718"/>
                          <a:pt x="38638" y="73718"/>
                        </a:cubicBezTo>
                        <a:lnTo>
                          <a:pt x="38638" y="73718"/>
                        </a:lnTo>
                        <a:cubicBezTo>
                          <a:pt x="39829" y="73718"/>
                          <a:pt x="41021" y="73644"/>
                          <a:pt x="42138" y="73346"/>
                        </a:cubicBezTo>
                        <a:cubicBezTo>
                          <a:pt x="55094" y="70739"/>
                          <a:pt x="62913" y="54805"/>
                          <a:pt x="62913" y="40880"/>
                        </a:cubicBezTo>
                        <a:cubicBezTo>
                          <a:pt x="62913" y="30455"/>
                          <a:pt x="59413" y="21743"/>
                          <a:pt x="53456" y="17648"/>
                        </a:cubicBezTo>
                        <a:cubicBezTo>
                          <a:pt x="50776" y="15861"/>
                          <a:pt x="47648" y="14893"/>
                          <a:pt x="44148" y="14893"/>
                        </a:cubicBezTo>
                        <a:close/>
                      </a:path>
                    </a:pathLst>
                  </a:custGeom>
                  <a:solidFill>
                    <a:srgbClr val="06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11" name="AutoShape 311"/>
                  <p:cNvSpPr/>
                  <p:nvPr/>
                </p:nvSpPr>
                <p:spPr>
                  <a:xfrm>
                    <a:off x="11134286" y="3280447"/>
                    <a:ext cx="158615" cy="658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8615" h="65873">
                        <a:moveTo>
                          <a:pt x="108193" y="65527"/>
                        </a:moveTo>
                        <a:cubicBezTo>
                          <a:pt x="120405" y="64857"/>
                          <a:pt x="133287" y="62846"/>
                          <a:pt x="142744" y="54953"/>
                        </a:cubicBezTo>
                        <a:cubicBezTo>
                          <a:pt x="157637" y="42518"/>
                          <a:pt x="158754" y="20403"/>
                          <a:pt x="158605" y="1043"/>
                        </a:cubicBezTo>
                        <a:cubicBezTo>
                          <a:pt x="111247" y="25168"/>
                          <a:pt x="52198" y="24796"/>
                          <a:pt x="5137" y="0"/>
                        </a:cubicBezTo>
                        <a:cubicBezTo>
                          <a:pt x="8116" y="14818"/>
                          <a:pt x="6255" y="30530"/>
                          <a:pt x="0" y="44231"/>
                        </a:cubicBezTo>
                        <a:cubicBezTo>
                          <a:pt x="33583" y="60240"/>
                          <a:pt x="71111" y="67612"/>
                          <a:pt x="108193" y="65527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312" name="Group 312"/>
                <p:cNvGrpSpPr/>
                <p:nvPr/>
              </p:nvGrpSpPr>
              <p:grpSpPr>
                <a:xfrm>
                  <a:off x="10909036" y="3056137"/>
                  <a:ext cx="360855" cy="156743"/>
                  <a:chOff x="10909036" y="3056137"/>
                  <a:chExt cx="360855" cy="156743"/>
                </a:xfrm>
              </p:grpSpPr>
              <p:sp>
                <p:nvSpPr>
                  <p:cNvPr id="313" name="AutoShape 313"/>
                  <p:cNvSpPr/>
                  <p:nvPr/>
                </p:nvSpPr>
                <p:spPr>
                  <a:xfrm>
                    <a:off x="10909036" y="3056137"/>
                    <a:ext cx="124128" cy="1540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128" h="154017">
                        <a:moveTo>
                          <a:pt x="33210" y="109861"/>
                        </a:moveTo>
                        <a:cubicBezTo>
                          <a:pt x="30082" y="124679"/>
                          <a:pt x="40805" y="139720"/>
                          <a:pt x="54432" y="146422"/>
                        </a:cubicBezTo>
                        <a:cubicBezTo>
                          <a:pt x="68058" y="153198"/>
                          <a:pt x="83770" y="153645"/>
                          <a:pt x="98960" y="154017"/>
                        </a:cubicBezTo>
                        <a:cubicBezTo>
                          <a:pt x="82355" y="104946"/>
                          <a:pt x="92110" y="47685"/>
                          <a:pt x="124128" y="6954"/>
                        </a:cubicBezTo>
                        <a:cubicBezTo>
                          <a:pt x="101343" y="-2205"/>
                          <a:pt x="75058" y="-2354"/>
                          <a:pt x="52272" y="6730"/>
                        </a:cubicBezTo>
                        <a:cubicBezTo>
                          <a:pt x="29487" y="15740"/>
                          <a:pt x="10349" y="33760"/>
                          <a:pt x="0" y="56025"/>
                        </a:cubicBezTo>
                        <a:cubicBezTo>
                          <a:pt x="5212" y="53567"/>
                          <a:pt x="10424" y="51110"/>
                          <a:pt x="15637" y="48653"/>
                        </a:cubicBezTo>
                        <a:cubicBezTo>
                          <a:pt x="-447" y="80448"/>
                          <a:pt x="3649" y="121403"/>
                          <a:pt x="25764" y="149400"/>
                        </a:cubicBezTo>
                        <a:cubicBezTo>
                          <a:pt x="21593" y="136072"/>
                          <a:pt x="24423" y="120733"/>
                          <a:pt x="33210" y="109861"/>
                        </a:cubicBezTo>
                        <a:close/>
                      </a:path>
                    </a:pathLst>
                  </a:custGeom>
                  <a:solidFill>
                    <a:srgbClr val="06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314" name="Group 314"/>
                  <p:cNvGrpSpPr/>
                  <p:nvPr/>
                </p:nvGrpSpPr>
                <p:grpSpPr>
                  <a:xfrm>
                    <a:off x="10931184" y="3068542"/>
                    <a:ext cx="338707" cy="144338"/>
                    <a:chOff x="10931184" y="3068542"/>
                    <a:chExt cx="338707" cy="144338"/>
                  </a:xfrm>
                  <a:solidFill>
                    <a:srgbClr val="005361">
                      <a:alpha val="100000"/>
                    </a:srgbClr>
                  </a:solidFill>
                </p:grpSpPr>
                <p:sp>
                  <p:nvSpPr>
                    <p:cNvPr id="315" name="AutoShape 315"/>
                    <p:cNvSpPr/>
                    <p:nvPr/>
                  </p:nvSpPr>
                  <p:spPr>
                    <a:xfrm>
                      <a:off x="10939715" y="3068542"/>
                      <a:ext cx="44825" cy="215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4825" h="21578">
                          <a:moveTo>
                            <a:pt x="0" y="21578"/>
                          </a:moveTo>
                          <a:cubicBezTo>
                            <a:pt x="12882" y="10930"/>
                            <a:pt x="28444" y="3633"/>
                            <a:pt x="44826" y="506"/>
                          </a:cubicBezTo>
                          <a:cubicBezTo>
                            <a:pt x="27551" y="-2249"/>
                            <a:pt x="8935" y="6463"/>
                            <a:pt x="0" y="21578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16" name="AutoShape 316"/>
                    <p:cNvSpPr/>
                    <p:nvPr/>
                  </p:nvSpPr>
                  <p:spPr>
                    <a:xfrm>
                      <a:off x="10931184" y="3087589"/>
                      <a:ext cx="43379" cy="6738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79" h="67388">
                          <a:moveTo>
                            <a:pt x="43379" y="0"/>
                          </a:moveTo>
                          <a:cubicBezTo>
                            <a:pt x="24466" y="7670"/>
                            <a:pt x="9127" y="23605"/>
                            <a:pt x="2201" y="42816"/>
                          </a:cubicBezTo>
                          <a:cubicBezTo>
                            <a:pt x="-777" y="51156"/>
                            <a:pt x="-1596" y="61878"/>
                            <a:pt x="5329" y="67389"/>
                          </a:cubicBezTo>
                          <a:cubicBezTo>
                            <a:pt x="12105" y="39465"/>
                            <a:pt x="16871" y="10946"/>
                            <a:pt x="43379" y="0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17" name="AutoShape 317"/>
                    <p:cNvSpPr/>
                    <p:nvPr/>
                  </p:nvSpPr>
                  <p:spPr>
                    <a:xfrm>
                      <a:off x="10975750" y="3107396"/>
                      <a:ext cx="43639" cy="7677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639" h="76770">
                          <a:moveTo>
                            <a:pt x="26215" y="60985"/>
                          </a:moveTo>
                          <a:cubicBezTo>
                            <a:pt x="26587" y="57857"/>
                            <a:pt x="28672" y="54953"/>
                            <a:pt x="31502" y="53539"/>
                          </a:cubicBezTo>
                          <a:cubicBezTo>
                            <a:pt x="30981" y="58528"/>
                            <a:pt x="34629" y="63665"/>
                            <a:pt x="39543" y="64783"/>
                          </a:cubicBezTo>
                          <a:cubicBezTo>
                            <a:pt x="38203" y="46762"/>
                            <a:pt x="39618" y="28594"/>
                            <a:pt x="43639" y="10946"/>
                          </a:cubicBezTo>
                          <a:cubicBezTo>
                            <a:pt x="37310" y="12659"/>
                            <a:pt x="30906" y="14446"/>
                            <a:pt x="24577" y="16158"/>
                          </a:cubicBezTo>
                          <a:cubicBezTo>
                            <a:pt x="22119" y="11095"/>
                            <a:pt x="20780" y="5585"/>
                            <a:pt x="20556" y="0"/>
                          </a:cubicBezTo>
                          <a:cubicBezTo>
                            <a:pt x="302" y="19062"/>
                            <a:pt x="-5879" y="51602"/>
                            <a:pt x="6035" y="76771"/>
                          </a:cubicBezTo>
                          <a:cubicBezTo>
                            <a:pt x="7376" y="58081"/>
                            <a:pt x="9685" y="37306"/>
                            <a:pt x="23757" y="24945"/>
                          </a:cubicBezTo>
                          <a:cubicBezTo>
                            <a:pt x="22641" y="37008"/>
                            <a:pt x="23460" y="49220"/>
                            <a:pt x="26215" y="60985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18" name="AutoShape 318"/>
                    <p:cNvSpPr/>
                    <p:nvPr/>
                  </p:nvSpPr>
                  <p:spPr>
                    <a:xfrm>
                      <a:off x="11047401" y="3124373"/>
                      <a:ext cx="222490" cy="8850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2490" h="88506">
                          <a:moveTo>
                            <a:pt x="67971" y="55326"/>
                          </a:moveTo>
                          <a:cubicBezTo>
                            <a:pt x="76683" y="70069"/>
                            <a:pt x="87853" y="86377"/>
                            <a:pt x="104904" y="88313"/>
                          </a:cubicBezTo>
                          <a:cubicBezTo>
                            <a:pt x="112127" y="89132"/>
                            <a:pt x="119350" y="87196"/>
                            <a:pt x="126424" y="85557"/>
                          </a:cubicBezTo>
                          <a:cubicBezTo>
                            <a:pt x="151294" y="79973"/>
                            <a:pt x="177133" y="78781"/>
                            <a:pt x="202376" y="82207"/>
                          </a:cubicBezTo>
                          <a:cubicBezTo>
                            <a:pt x="208854" y="83100"/>
                            <a:pt x="216672" y="83696"/>
                            <a:pt x="220619" y="78484"/>
                          </a:cubicBezTo>
                          <a:cubicBezTo>
                            <a:pt x="224789" y="72973"/>
                            <a:pt x="221289" y="65006"/>
                            <a:pt x="216971" y="59570"/>
                          </a:cubicBezTo>
                          <a:cubicBezTo>
                            <a:pt x="212651" y="54134"/>
                            <a:pt x="207290" y="48401"/>
                            <a:pt x="207886" y="41476"/>
                          </a:cubicBezTo>
                          <a:cubicBezTo>
                            <a:pt x="206247" y="50560"/>
                            <a:pt x="204535" y="59570"/>
                            <a:pt x="202897" y="68654"/>
                          </a:cubicBezTo>
                          <a:cubicBezTo>
                            <a:pt x="195972" y="64410"/>
                            <a:pt x="189047" y="60166"/>
                            <a:pt x="182047" y="55921"/>
                          </a:cubicBezTo>
                          <a:cubicBezTo>
                            <a:pt x="180409" y="60315"/>
                            <a:pt x="178771" y="64633"/>
                            <a:pt x="177208" y="69027"/>
                          </a:cubicBezTo>
                          <a:cubicBezTo>
                            <a:pt x="175346" y="63666"/>
                            <a:pt x="173336" y="58230"/>
                            <a:pt x="169463" y="54060"/>
                          </a:cubicBezTo>
                          <a:cubicBezTo>
                            <a:pt x="165666" y="49890"/>
                            <a:pt x="159486" y="47358"/>
                            <a:pt x="154198" y="49369"/>
                          </a:cubicBezTo>
                          <a:cubicBezTo>
                            <a:pt x="148912" y="51454"/>
                            <a:pt x="146306" y="59198"/>
                            <a:pt x="150401" y="63144"/>
                          </a:cubicBezTo>
                          <a:cubicBezTo>
                            <a:pt x="148242" y="55326"/>
                            <a:pt x="139008" y="50709"/>
                            <a:pt x="131040" y="52347"/>
                          </a:cubicBezTo>
                          <a:cubicBezTo>
                            <a:pt x="123073" y="53985"/>
                            <a:pt x="116744" y="60687"/>
                            <a:pt x="113988" y="68357"/>
                          </a:cubicBezTo>
                          <a:cubicBezTo>
                            <a:pt x="113169" y="56964"/>
                            <a:pt x="97756" y="49667"/>
                            <a:pt x="88374" y="56294"/>
                          </a:cubicBezTo>
                          <a:cubicBezTo>
                            <a:pt x="81970" y="46837"/>
                            <a:pt x="75641" y="37455"/>
                            <a:pt x="69237" y="27998"/>
                          </a:cubicBezTo>
                          <a:cubicBezTo>
                            <a:pt x="65216" y="31498"/>
                            <a:pt x="61864" y="35816"/>
                            <a:pt x="59557" y="40656"/>
                          </a:cubicBezTo>
                          <a:cubicBezTo>
                            <a:pt x="63280" y="34253"/>
                            <a:pt x="59631" y="24796"/>
                            <a:pt x="52557" y="22562"/>
                          </a:cubicBezTo>
                          <a:cubicBezTo>
                            <a:pt x="45483" y="20328"/>
                            <a:pt x="37069" y="25913"/>
                            <a:pt x="36324" y="33285"/>
                          </a:cubicBezTo>
                          <a:cubicBezTo>
                            <a:pt x="25379" y="24647"/>
                            <a:pt x="16741" y="13031"/>
                            <a:pt x="11751" y="0"/>
                          </a:cubicBezTo>
                          <a:cubicBezTo>
                            <a:pt x="-534" y="18541"/>
                            <a:pt x="-3438" y="42965"/>
                            <a:pt x="4231" y="63889"/>
                          </a:cubicBezTo>
                          <a:cubicBezTo>
                            <a:pt x="14581" y="54060"/>
                            <a:pt x="23368" y="42667"/>
                            <a:pt x="30367" y="30232"/>
                          </a:cubicBezTo>
                          <a:cubicBezTo>
                            <a:pt x="31633" y="41029"/>
                            <a:pt x="33420" y="52868"/>
                            <a:pt x="41462" y="60240"/>
                          </a:cubicBezTo>
                          <a:cubicBezTo>
                            <a:pt x="49430" y="67612"/>
                            <a:pt x="65737" y="65974"/>
                            <a:pt x="67971" y="55326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</p:grpSp>
          <p:grpSp>
            <p:nvGrpSpPr>
              <p:cNvPr id="319" name="Group 319"/>
              <p:cNvGrpSpPr/>
              <p:nvPr/>
            </p:nvGrpSpPr>
            <p:grpSpPr>
              <a:xfrm>
                <a:off x="10510736" y="3522636"/>
                <a:ext cx="748575" cy="1036283"/>
                <a:chOff x="10510736" y="3522636"/>
                <a:chExt cx="748575" cy="1036283"/>
              </a:xfrm>
            </p:grpSpPr>
            <p:sp>
              <p:nvSpPr>
                <p:cNvPr id="320" name="AutoShape 320"/>
                <p:cNvSpPr/>
                <p:nvPr/>
              </p:nvSpPr>
              <p:spPr>
                <a:xfrm>
                  <a:off x="10876496" y="3522636"/>
                  <a:ext cx="324731" cy="106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731" h="106741">
                      <a:moveTo>
                        <a:pt x="109161" y="13887"/>
                      </a:moveTo>
                      <a:cubicBezTo>
                        <a:pt x="174093" y="3686"/>
                        <a:pt x="240067" y="-4580"/>
                        <a:pt x="305370" y="2867"/>
                      </a:cubicBezTo>
                      <a:cubicBezTo>
                        <a:pt x="311849" y="37492"/>
                        <a:pt x="318253" y="72117"/>
                        <a:pt x="324731" y="106742"/>
                      </a:cubicBezTo>
                      <a:cubicBezTo>
                        <a:pt x="275213" y="82690"/>
                        <a:pt x="219962" y="72191"/>
                        <a:pt x="164934" y="69362"/>
                      </a:cubicBezTo>
                      <a:cubicBezTo>
                        <a:pt x="109906" y="66532"/>
                        <a:pt x="54879" y="71000"/>
                        <a:pt x="0" y="75542"/>
                      </a:cubicBezTo>
                      <a:cubicBezTo>
                        <a:pt x="7520" y="54841"/>
                        <a:pt x="25540" y="39353"/>
                        <a:pt x="45571" y="30194"/>
                      </a:cubicBezTo>
                      <a:cubicBezTo>
                        <a:pt x="65377" y="21035"/>
                        <a:pt x="87419" y="17312"/>
                        <a:pt x="109161" y="13887"/>
                      </a:cubicBezTo>
                      <a:close/>
                    </a:path>
                  </a:pathLst>
                </a:custGeom>
                <a:solidFill>
                  <a:srgbClr val="E6723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321" name="Group 321"/>
                <p:cNvGrpSpPr/>
                <p:nvPr/>
              </p:nvGrpSpPr>
              <p:grpSpPr>
                <a:xfrm>
                  <a:off x="10510736" y="3558969"/>
                  <a:ext cx="748575" cy="999951"/>
                  <a:chOff x="10510736" y="3558969"/>
                  <a:chExt cx="748575" cy="999951"/>
                </a:xfrm>
              </p:grpSpPr>
              <p:sp>
                <p:nvSpPr>
                  <p:cNvPr id="322" name="AutoShape 322"/>
                  <p:cNvSpPr/>
                  <p:nvPr/>
                </p:nvSpPr>
                <p:spPr>
                  <a:xfrm>
                    <a:off x="10510736" y="3558969"/>
                    <a:ext cx="748575" cy="9999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8575" h="999951">
                        <a:moveTo>
                          <a:pt x="572989" y="1382"/>
                        </a:moveTo>
                        <a:cubicBezTo>
                          <a:pt x="632037" y="5925"/>
                          <a:pt x="668748" y="21040"/>
                          <a:pt x="706277" y="69218"/>
                        </a:cubicBezTo>
                        <a:cubicBezTo>
                          <a:pt x="738966" y="111215"/>
                          <a:pt x="748349" y="168253"/>
                          <a:pt x="748571" y="222536"/>
                        </a:cubicBezTo>
                        <a:cubicBezTo>
                          <a:pt x="749614" y="478911"/>
                          <a:pt x="575968" y="715851"/>
                          <a:pt x="602625" y="970736"/>
                        </a:cubicBezTo>
                        <a:cubicBezTo>
                          <a:pt x="362260" y="1027923"/>
                          <a:pt x="141106" y="998436"/>
                          <a:pt x="0" y="906028"/>
                        </a:cubicBezTo>
                        <a:cubicBezTo>
                          <a:pt x="50932" y="680555"/>
                          <a:pt x="58602" y="416958"/>
                          <a:pt x="165232" y="214122"/>
                        </a:cubicBezTo>
                        <a:cubicBezTo>
                          <a:pt x="244535" y="63261"/>
                          <a:pt x="409544" y="-11276"/>
                          <a:pt x="572989" y="1382"/>
                        </a:cubicBezTo>
                        <a:close/>
                      </a:path>
                    </a:pathLst>
                  </a:custGeom>
                  <a:solidFill>
                    <a:srgbClr val="E6723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23" name="AutoShape 323"/>
                  <p:cNvSpPr/>
                  <p:nvPr/>
                </p:nvSpPr>
                <p:spPr>
                  <a:xfrm>
                    <a:off x="10724667" y="3558972"/>
                    <a:ext cx="534645" cy="999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4645" h="999918">
                        <a:moveTo>
                          <a:pt x="534641" y="222534"/>
                        </a:moveTo>
                        <a:cubicBezTo>
                          <a:pt x="534418" y="168250"/>
                          <a:pt x="525110" y="111212"/>
                          <a:pt x="492346" y="69215"/>
                        </a:cubicBezTo>
                        <a:cubicBezTo>
                          <a:pt x="454891" y="21112"/>
                          <a:pt x="418106" y="5997"/>
                          <a:pt x="359058" y="1380"/>
                        </a:cubicBezTo>
                        <a:cubicBezTo>
                          <a:pt x="314901" y="-2045"/>
                          <a:pt x="270671" y="933"/>
                          <a:pt x="228079" y="10017"/>
                        </a:cubicBezTo>
                        <a:cubicBezTo>
                          <a:pt x="224356" y="17091"/>
                          <a:pt x="222717" y="25208"/>
                          <a:pt x="227632" y="30122"/>
                        </a:cubicBezTo>
                        <a:cubicBezTo>
                          <a:pt x="249970" y="67354"/>
                          <a:pt x="302094" y="97139"/>
                          <a:pt x="279755" y="141816"/>
                        </a:cubicBezTo>
                        <a:cubicBezTo>
                          <a:pt x="205293" y="305634"/>
                          <a:pt x="153169" y="462005"/>
                          <a:pt x="138277" y="648162"/>
                        </a:cubicBezTo>
                        <a:cubicBezTo>
                          <a:pt x="128820" y="767599"/>
                          <a:pt x="66345" y="876463"/>
                          <a:pt x="0" y="987041"/>
                        </a:cubicBezTo>
                        <a:cubicBezTo>
                          <a:pt x="114970" y="1007890"/>
                          <a:pt x="248556" y="1004092"/>
                          <a:pt x="388620" y="970733"/>
                        </a:cubicBezTo>
                        <a:cubicBezTo>
                          <a:pt x="362037" y="715774"/>
                          <a:pt x="535683" y="478908"/>
                          <a:pt x="534641" y="222534"/>
                        </a:cubicBezTo>
                        <a:close/>
                      </a:path>
                    </a:pathLst>
                  </a:custGeom>
                  <a:solidFill>
                    <a:srgbClr val="C65C26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24" name="AutoShape 324"/>
                  <p:cNvSpPr/>
                  <p:nvPr/>
                </p:nvSpPr>
                <p:spPr>
                  <a:xfrm>
                    <a:off x="10624986" y="3626921"/>
                    <a:ext cx="297939" cy="4602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939" h="460251">
                        <a:moveTo>
                          <a:pt x="257690" y="0"/>
                        </a:moveTo>
                        <a:cubicBezTo>
                          <a:pt x="242872" y="1489"/>
                          <a:pt x="228203" y="5361"/>
                          <a:pt x="214949" y="11616"/>
                        </a:cubicBezTo>
                        <a:cubicBezTo>
                          <a:pt x="169601" y="32987"/>
                          <a:pt x="137209" y="74165"/>
                          <a:pt x="108318" y="115045"/>
                        </a:cubicBezTo>
                        <a:cubicBezTo>
                          <a:pt x="53067" y="193082"/>
                          <a:pt x="2358" y="280426"/>
                          <a:pt x="50" y="376036"/>
                        </a:cubicBezTo>
                        <a:cubicBezTo>
                          <a:pt x="-695" y="406268"/>
                          <a:pt x="6752" y="441414"/>
                          <a:pt x="33781" y="454966"/>
                        </a:cubicBezTo>
                        <a:cubicBezTo>
                          <a:pt x="61630" y="468965"/>
                          <a:pt x="94840" y="452658"/>
                          <a:pt x="120530" y="435085"/>
                        </a:cubicBezTo>
                        <a:cubicBezTo>
                          <a:pt x="132146" y="427117"/>
                          <a:pt x="143539" y="418777"/>
                          <a:pt x="154634" y="410140"/>
                        </a:cubicBezTo>
                        <a:cubicBezTo>
                          <a:pt x="197226" y="346474"/>
                          <a:pt x="239298" y="282437"/>
                          <a:pt x="275263" y="215346"/>
                        </a:cubicBezTo>
                        <a:cubicBezTo>
                          <a:pt x="309665" y="160169"/>
                          <a:pt x="305792" y="66719"/>
                          <a:pt x="257690" y="0"/>
                        </a:cubicBezTo>
                        <a:close/>
                      </a:path>
                    </a:pathLst>
                  </a:custGeom>
                  <a:solidFill>
                    <a:srgbClr val="C65C26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25" name="AutoShape 325"/>
                  <p:cNvSpPr/>
                  <p:nvPr/>
                </p:nvSpPr>
                <p:spPr>
                  <a:xfrm>
                    <a:off x="10510736" y="3634293"/>
                    <a:ext cx="288615" cy="8553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615" h="855351">
                        <a:moveTo>
                          <a:pt x="165232" y="138724"/>
                        </a:moveTo>
                        <a:cubicBezTo>
                          <a:pt x="58602" y="341560"/>
                          <a:pt x="50932" y="605231"/>
                          <a:pt x="0" y="830630"/>
                        </a:cubicBezTo>
                        <a:cubicBezTo>
                          <a:pt x="13477" y="839491"/>
                          <a:pt x="27700" y="847681"/>
                          <a:pt x="42592" y="855351"/>
                        </a:cubicBezTo>
                        <a:cubicBezTo>
                          <a:pt x="80792" y="553554"/>
                          <a:pt x="110799" y="245652"/>
                          <a:pt x="288616" y="0"/>
                        </a:cubicBezTo>
                        <a:cubicBezTo>
                          <a:pt x="238206" y="34774"/>
                          <a:pt x="195464" y="81164"/>
                          <a:pt x="165232" y="138724"/>
                        </a:cubicBezTo>
                        <a:close/>
                      </a:path>
                    </a:pathLst>
                  </a:custGeom>
                  <a:solidFill>
                    <a:srgbClr val="FFBE69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326" name="Group 326"/>
              <p:cNvGrpSpPr/>
              <p:nvPr/>
            </p:nvGrpSpPr>
            <p:grpSpPr>
              <a:xfrm>
                <a:off x="10325250" y="3615295"/>
                <a:ext cx="594547" cy="471507"/>
                <a:chOff x="10325250" y="3615295"/>
                <a:chExt cx="594547" cy="471507"/>
              </a:xfrm>
            </p:grpSpPr>
            <p:sp>
              <p:nvSpPr>
                <p:cNvPr id="327" name="AutoShape 327"/>
                <p:cNvSpPr/>
                <p:nvPr/>
              </p:nvSpPr>
              <p:spPr>
                <a:xfrm>
                  <a:off x="10325250" y="3615295"/>
                  <a:ext cx="594547" cy="471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547" h="471506">
                      <a:moveTo>
                        <a:pt x="126363" y="187656"/>
                      </a:moveTo>
                      <a:cubicBezTo>
                        <a:pt x="144680" y="201133"/>
                        <a:pt x="162999" y="214685"/>
                        <a:pt x="181391" y="228163"/>
                      </a:cubicBezTo>
                      <a:cubicBezTo>
                        <a:pt x="274245" y="155860"/>
                        <a:pt x="370078" y="87429"/>
                        <a:pt x="468592" y="22944"/>
                      </a:cubicBezTo>
                      <a:cubicBezTo>
                        <a:pt x="487060" y="10882"/>
                        <a:pt x="507462" y="-1554"/>
                        <a:pt x="529429" y="159"/>
                      </a:cubicBezTo>
                      <a:cubicBezTo>
                        <a:pt x="559586" y="2542"/>
                        <a:pt x="581478" y="31359"/>
                        <a:pt x="589519" y="60474"/>
                      </a:cubicBezTo>
                      <a:cubicBezTo>
                        <a:pt x="605305" y="117735"/>
                        <a:pt x="582222" y="180135"/>
                        <a:pt x="544023" y="225706"/>
                      </a:cubicBezTo>
                      <a:cubicBezTo>
                        <a:pt x="505824" y="271277"/>
                        <a:pt x="454222" y="303147"/>
                        <a:pt x="403587" y="334198"/>
                      </a:cubicBezTo>
                      <a:cubicBezTo>
                        <a:pt x="324731" y="382599"/>
                        <a:pt x="255555" y="407916"/>
                        <a:pt x="176774" y="456316"/>
                      </a:cubicBezTo>
                      <a:cubicBezTo>
                        <a:pt x="164711" y="463763"/>
                        <a:pt x="151829" y="471358"/>
                        <a:pt x="137681" y="471507"/>
                      </a:cubicBezTo>
                      <a:cubicBezTo>
                        <a:pt x="117204" y="471656"/>
                        <a:pt x="100226" y="456391"/>
                        <a:pt x="85781" y="441871"/>
                      </a:cubicBezTo>
                      <a:cubicBezTo>
                        <a:pt x="56293" y="412309"/>
                        <a:pt x="27774" y="381854"/>
                        <a:pt x="0" y="350728"/>
                      </a:cubicBezTo>
                      <a:cubicBezTo>
                        <a:pt x="17275" y="266139"/>
                        <a:pt x="51677" y="213419"/>
                        <a:pt x="126363" y="187656"/>
                      </a:cubicBezTo>
                      <a:close/>
                    </a:path>
                  </a:pathLst>
                </a:custGeom>
                <a:solidFill>
                  <a:srgbClr val="E6723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28" name="AutoShape 328"/>
                <p:cNvSpPr/>
                <p:nvPr/>
              </p:nvSpPr>
              <p:spPr>
                <a:xfrm>
                  <a:off x="10420264" y="3615356"/>
                  <a:ext cx="466805" cy="316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805" h="316265">
                      <a:moveTo>
                        <a:pt x="55474" y="234357"/>
                      </a:moveTo>
                      <a:cubicBezTo>
                        <a:pt x="55474" y="264142"/>
                        <a:pt x="33135" y="286481"/>
                        <a:pt x="40582" y="316266"/>
                      </a:cubicBezTo>
                      <a:cubicBezTo>
                        <a:pt x="62920" y="308820"/>
                        <a:pt x="92706" y="249249"/>
                        <a:pt x="115044" y="286481"/>
                      </a:cubicBezTo>
                      <a:cubicBezTo>
                        <a:pt x="230238" y="198391"/>
                        <a:pt x="326891" y="61083"/>
                        <a:pt x="466805" y="14544"/>
                      </a:cubicBezTo>
                      <a:cubicBezTo>
                        <a:pt x="457646" y="6576"/>
                        <a:pt x="446701" y="1140"/>
                        <a:pt x="434414" y="172"/>
                      </a:cubicBezTo>
                      <a:cubicBezTo>
                        <a:pt x="412374" y="-1615"/>
                        <a:pt x="392045" y="10821"/>
                        <a:pt x="373578" y="22958"/>
                      </a:cubicBezTo>
                      <a:cubicBezTo>
                        <a:pt x="275064" y="87368"/>
                        <a:pt x="179231" y="155873"/>
                        <a:pt x="86376" y="228176"/>
                      </a:cubicBezTo>
                      <a:cubicBezTo>
                        <a:pt x="68059" y="214699"/>
                        <a:pt x="49666" y="201147"/>
                        <a:pt x="31348" y="187669"/>
                      </a:cubicBezTo>
                      <a:cubicBezTo>
                        <a:pt x="19955" y="191616"/>
                        <a:pt x="9605" y="196232"/>
                        <a:pt x="0" y="201445"/>
                      </a:cubicBezTo>
                      <a:cubicBezTo>
                        <a:pt x="12287" y="220805"/>
                        <a:pt x="25466" y="239346"/>
                        <a:pt x="55474" y="234357"/>
                      </a:cubicBezTo>
                      <a:close/>
                    </a:path>
                  </a:pathLst>
                </a:custGeom>
                <a:solidFill>
                  <a:srgbClr val="FFBE69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29" name="AutoShape 329"/>
                <p:cNvSpPr/>
                <p:nvPr/>
              </p:nvSpPr>
              <p:spPr>
                <a:xfrm>
                  <a:off x="10349152" y="3816279"/>
                  <a:ext cx="113406" cy="1790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06" h="179082">
                      <a:moveTo>
                        <a:pt x="7372" y="179082"/>
                      </a:moveTo>
                      <a:lnTo>
                        <a:pt x="0" y="178189"/>
                      </a:lnTo>
                      <a:cubicBezTo>
                        <a:pt x="8787" y="106854"/>
                        <a:pt x="49667" y="40210"/>
                        <a:pt x="109237" y="0"/>
                      </a:cubicBezTo>
                      <a:lnTo>
                        <a:pt x="113406" y="6181"/>
                      </a:lnTo>
                      <a:cubicBezTo>
                        <a:pt x="55549" y="45199"/>
                        <a:pt x="15935" y="109832"/>
                        <a:pt x="7372" y="179082"/>
                      </a:cubicBezTo>
                      <a:close/>
                    </a:path>
                  </a:pathLst>
                </a:custGeom>
                <a:solidFill>
                  <a:srgbClr val="C65C26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Closing">
    <p:bg>
      <p:bgPr>
        <a:gradFill>
          <a:gsLst>
            <a:gs pos="0">
              <a:srgbClr val="1CBCD3">
                <a:alpha val="100000"/>
                <a:lumMod val="5000"/>
                <a:lumOff val="95000"/>
              </a:srgbClr>
            </a:gs>
            <a:gs pos="100000">
              <a:srgbClr val="1CBCD3">
                <a:alpha val="100000"/>
                <a:lumMod val="30000"/>
                <a:lumOff val="7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flipH="1">
            <a:off x="0" y="0"/>
            <a:ext cx="9588913" cy="6858073"/>
            <a:chOff x="2601225" y="0"/>
            <a:chExt cx="9588913" cy="6858073"/>
          </a:xfrm>
        </p:grpSpPr>
        <p:sp>
          <p:nvSpPr>
            <p:cNvPr id="3" name="AutoShape 3"/>
            <p:cNvSpPr/>
            <p:nvPr/>
          </p:nvSpPr>
          <p:spPr>
            <a:xfrm>
              <a:off x="4555091" y="356896"/>
              <a:ext cx="7619335" cy="6262823"/>
            </a:xfrm>
            <a:custGeom>
              <a:avLst/>
              <a:gdLst/>
              <a:ahLst/>
              <a:cxnLst/>
              <a:rect l="l" t="t" r="r" b="b"/>
              <a:pathLst>
                <a:path w="7619335" h="6262823">
                  <a:moveTo>
                    <a:pt x="146573" y="6262824"/>
                  </a:moveTo>
                  <a:cubicBezTo>
                    <a:pt x="48654" y="6003098"/>
                    <a:pt x="-29680" y="5732949"/>
                    <a:pt x="10976" y="5461607"/>
                  </a:cubicBezTo>
                  <a:cubicBezTo>
                    <a:pt x="60345" y="5132631"/>
                    <a:pt x="355664" y="4815868"/>
                    <a:pt x="683894" y="4870077"/>
                  </a:cubicBezTo>
                  <a:cubicBezTo>
                    <a:pt x="806832" y="4890405"/>
                    <a:pt x="916739" y="4958240"/>
                    <a:pt x="1037219" y="4990333"/>
                  </a:cubicBezTo>
                  <a:cubicBezTo>
                    <a:pt x="1157625" y="5022427"/>
                    <a:pt x="1308933" y="5005524"/>
                    <a:pt x="1372747" y="4898521"/>
                  </a:cubicBezTo>
                  <a:cubicBezTo>
                    <a:pt x="1458081" y="4755255"/>
                    <a:pt x="1330378" y="4581013"/>
                    <a:pt x="1318539" y="4414663"/>
                  </a:cubicBezTo>
                  <a:cubicBezTo>
                    <a:pt x="1302827" y="4194329"/>
                    <a:pt x="1506557" y="4007353"/>
                    <a:pt x="1722796" y="3962006"/>
                  </a:cubicBezTo>
                  <a:cubicBezTo>
                    <a:pt x="1745135" y="3957315"/>
                    <a:pt x="1767473" y="3953740"/>
                    <a:pt x="1789961" y="3951209"/>
                  </a:cubicBezTo>
                  <a:cubicBezTo>
                    <a:pt x="2129585" y="3912413"/>
                    <a:pt x="2326092" y="3545313"/>
                    <a:pt x="2167784" y="3242400"/>
                  </a:cubicBezTo>
                  <a:cubicBezTo>
                    <a:pt x="2166518" y="3239942"/>
                    <a:pt x="2165178" y="3237411"/>
                    <a:pt x="2163912" y="3234953"/>
                  </a:cubicBezTo>
                  <a:cubicBezTo>
                    <a:pt x="2033602" y="2986621"/>
                    <a:pt x="1883560" y="2739777"/>
                    <a:pt x="1842085" y="2462404"/>
                  </a:cubicBezTo>
                  <a:cubicBezTo>
                    <a:pt x="1800684" y="2185032"/>
                    <a:pt x="1901655" y="1862236"/>
                    <a:pt x="2155572" y="1743171"/>
                  </a:cubicBezTo>
                  <a:cubicBezTo>
                    <a:pt x="2363993" y="1645401"/>
                    <a:pt x="2607188" y="1707578"/>
                    <a:pt x="2835415" y="1737512"/>
                  </a:cubicBezTo>
                  <a:cubicBezTo>
                    <a:pt x="3063643" y="1767446"/>
                    <a:pt x="3339080" y="1739894"/>
                    <a:pt x="3455613" y="1541377"/>
                  </a:cubicBezTo>
                  <a:cubicBezTo>
                    <a:pt x="3593518" y="1306597"/>
                    <a:pt x="3415702" y="1015672"/>
                    <a:pt x="3412127" y="743437"/>
                  </a:cubicBezTo>
                  <a:cubicBezTo>
                    <a:pt x="3406394" y="301129"/>
                    <a:pt x="3892783" y="-19209"/>
                    <a:pt x="4334719" y="896"/>
                  </a:cubicBezTo>
                  <a:cubicBezTo>
                    <a:pt x="4776654" y="21001"/>
                    <a:pt x="5168178" y="279163"/>
                    <a:pt x="5526566" y="538516"/>
                  </a:cubicBezTo>
                  <a:cubicBezTo>
                    <a:pt x="5696490" y="661453"/>
                    <a:pt x="5869764" y="789231"/>
                    <a:pt x="6071929" y="845227"/>
                  </a:cubicBezTo>
                  <a:cubicBezTo>
                    <a:pt x="6274095" y="901148"/>
                    <a:pt x="6515279" y="869427"/>
                    <a:pt x="6653184" y="711418"/>
                  </a:cubicBezTo>
                  <a:cubicBezTo>
                    <a:pt x="6707393" y="649316"/>
                    <a:pt x="6742092" y="572620"/>
                    <a:pt x="6792876" y="507688"/>
                  </a:cubicBezTo>
                  <a:cubicBezTo>
                    <a:pt x="6979851" y="268887"/>
                    <a:pt x="7343005" y="255707"/>
                    <a:pt x="7619336" y="392197"/>
                  </a:cubicBezTo>
                  <a:lnTo>
                    <a:pt x="7619336" y="6262824"/>
                  </a:lnTo>
                  <a:lnTo>
                    <a:pt x="146573" y="6262824"/>
                  </a:lnTo>
                  <a:close/>
                </a:path>
              </a:pathLst>
            </a:custGeom>
            <a:solidFill>
              <a:srgbClr val="1CBCD3">
                <a:alpha val="41176"/>
                <a:lumMod val="40000"/>
                <a:lumOff val="6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7924030" y="2729275"/>
              <a:ext cx="4250172" cy="3442701"/>
            </a:xfrm>
            <a:custGeom>
              <a:avLst/>
              <a:gdLst/>
              <a:ahLst/>
              <a:cxnLst/>
              <a:rect l="l" t="t" r="r" b="b"/>
              <a:pathLst>
                <a:path w="4250172" h="3442701">
                  <a:moveTo>
                    <a:pt x="4250173" y="0"/>
                  </a:moveTo>
                  <a:cubicBezTo>
                    <a:pt x="3815908" y="272086"/>
                    <a:pt x="3467273" y="668227"/>
                    <a:pt x="3254087" y="1138756"/>
                  </a:cubicBezTo>
                  <a:cubicBezTo>
                    <a:pt x="2909549" y="786995"/>
                    <a:pt x="2429340" y="568596"/>
                    <a:pt x="1898050" y="568596"/>
                  </a:cubicBezTo>
                  <a:cubicBezTo>
                    <a:pt x="849766" y="568596"/>
                    <a:pt x="0" y="1418363"/>
                    <a:pt x="0" y="2466646"/>
                  </a:cubicBezTo>
                  <a:cubicBezTo>
                    <a:pt x="0" y="2823620"/>
                    <a:pt x="98588" y="3157510"/>
                    <a:pt x="270001" y="3442701"/>
                  </a:cubicBezTo>
                  <a:lnTo>
                    <a:pt x="4250173" y="3442701"/>
                  </a:lnTo>
                  <a:lnTo>
                    <a:pt x="4250173" y="0"/>
                  </a:lnTo>
                  <a:close/>
                </a:path>
              </a:pathLst>
            </a:custGeom>
            <a:solidFill>
              <a:srgbClr val="FFB574">
                <a:alpha val="100000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>
              <a:off x="2601225" y="5897878"/>
              <a:ext cx="9588913" cy="960195"/>
              <a:chOff x="2601225" y="5897878"/>
              <a:chExt cx="9588913" cy="960195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2604948" y="5897878"/>
                <a:ext cx="9569255" cy="960121"/>
              </a:xfrm>
              <a:custGeom>
                <a:avLst/>
                <a:gdLst/>
                <a:ahLst/>
                <a:cxnLst/>
                <a:rect l="l" t="t" r="r" b="b"/>
                <a:pathLst>
                  <a:path w="9569255" h="960121">
                    <a:moveTo>
                      <a:pt x="9569255" y="156298"/>
                    </a:moveTo>
                    <a:cubicBezTo>
                      <a:pt x="8413894" y="8118"/>
                      <a:pt x="7292191" y="-12285"/>
                      <a:pt x="6151425" y="5288"/>
                    </a:cubicBezTo>
                    <a:cubicBezTo>
                      <a:pt x="5168519" y="18021"/>
                      <a:pt x="4222845" y="145203"/>
                      <a:pt x="3225047" y="291448"/>
                    </a:cubicBezTo>
                    <a:cubicBezTo>
                      <a:pt x="2069910" y="463456"/>
                      <a:pt x="1017754" y="754530"/>
                      <a:pt x="0" y="960121"/>
                    </a:cubicBezTo>
                    <a:lnTo>
                      <a:pt x="9569255" y="960121"/>
                    </a:lnTo>
                    <a:lnTo>
                      <a:pt x="9569255" y="156298"/>
                    </a:lnTo>
                    <a:close/>
                  </a:path>
                </a:pathLst>
              </a:custGeom>
              <a:solidFill>
                <a:srgbClr val="F4E8D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/>
            </p:nvSpPr>
            <p:spPr>
              <a:xfrm>
                <a:off x="2601225" y="6031957"/>
                <a:ext cx="9572978" cy="826042"/>
              </a:xfrm>
              <a:custGeom>
                <a:avLst/>
                <a:gdLst/>
                <a:ahLst/>
                <a:cxnLst/>
                <a:rect l="l" t="t" r="r" b="b"/>
                <a:pathLst>
                  <a:path w="9572978" h="826042">
                    <a:moveTo>
                      <a:pt x="9572978" y="134881"/>
                    </a:moveTo>
                    <a:cubicBezTo>
                      <a:pt x="8416278" y="7029"/>
                      <a:pt x="7293382" y="-10619"/>
                      <a:pt x="6151425" y="4572"/>
                    </a:cubicBezTo>
                    <a:cubicBezTo>
                      <a:pt x="5168519" y="15518"/>
                      <a:pt x="4222845" y="124903"/>
                      <a:pt x="3225047" y="250745"/>
                    </a:cubicBezTo>
                    <a:cubicBezTo>
                      <a:pt x="2069910" y="398776"/>
                      <a:pt x="1017754" y="649194"/>
                      <a:pt x="0" y="826042"/>
                    </a:cubicBezTo>
                    <a:lnTo>
                      <a:pt x="9572978" y="826042"/>
                    </a:lnTo>
                    <a:lnTo>
                      <a:pt x="9572978" y="134881"/>
                    </a:lnTo>
                    <a:close/>
                  </a:path>
                </a:pathLst>
              </a:custGeom>
              <a:solidFill>
                <a:srgbClr val="00788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8" name="Group 8"/>
              <p:cNvGrpSpPr/>
              <p:nvPr/>
            </p:nvGrpSpPr>
            <p:grpSpPr>
              <a:xfrm>
                <a:off x="4426376" y="6032359"/>
                <a:ext cx="7763762" cy="825715"/>
                <a:chOff x="4426376" y="6032359"/>
                <a:chExt cx="7763762" cy="825715"/>
              </a:xfrm>
              <a:solidFill>
                <a:srgbClr val="005361">
                  <a:alpha val="100000"/>
                </a:srgbClr>
              </a:solidFill>
            </p:grpSpPr>
            <p:sp>
              <p:nvSpPr>
                <p:cNvPr id="9" name="AutoShape 9"/>
                <p:cNvSpPr/>
                <p:nvPr/>
              </p:nvSpPr>
              <p:spPr>
                <a:xfrm>
                  <a:off x="4773222" y="6096545"/>
                  <a:ext cx="2748263" cy="7614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263" h="761454">
                      <a:moveTo>
                        <a:pt x="2535077" y="18467"/>
                      </a:moveTo>
                      <a:cubicBezTo>
                        <a:pt x="2419139" y="38423"/>
                        <a:pt x="2303350" y="60091"/>
                        <a:pt x="2187709" y="83696"/>
                      </a:cubicBezTo>
                      <a:cubicBezTo>
                        <a:pt x="1433329" y="237312"/>
                        <a:pt x="701363" y="464348"/>
                        <a:pt x="0" y="761454"/>
                      </a:cubicBezTo>
                      <a:lnTo>
                        <a:pt x="40210" y="761454"/>
                      </a:lnTo>
                      <a:cubicBezTo>
                        <a:pt x="907996" y="397853"/>
                        <a:pt x="1820162" y="142075"/>
                        <a:pt x="2748264" y="0"/>
                      </a:cubicBezTo>
                      <a:cubicBezTo>
                        <a:pt x="2677226" y="5808"/>
                        <a:pt x="2606189" y="11988"/>
                        <a:pt x="2535077" y="18467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0" name="AutoShape 10"/>
                <p:cNvSpPr/>
                <p:nvPr/>
              </p:nvSpPr>
              <p:spPr>
                <a:xfrm>
                  <a:off x="5973037" y="6052166"/>
                  <a:ext cx="2233801" cy="80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3801" h="805833">
                      <a:moveTo>
                        <a:pt x="2133203" y="4914"/>
                      </a:moveTo>
                      <a:cubicBezTo>
                        <a:pt x="1939600" y="47730"/>
                        <a:pt x="1747338" y="97546"/>
                        <a:pt x="1557384" y="154510"/>
                      </a:cubicBezTo>
                      <a:cubicBezTo>
                        <a:pt x="1090951" y="294425"/>
                        <a:pt x="635016" y="477454"/>
                        <a:pt x="202315" y="698607"/>
                      </a:cubicBezTo>
                      <a:cubicBezTo>
                        <a:pt x="134330" y="733307"/>
                        <a:pt x="66942" y="769198"/>
                        <a:pt x="0" y="805833"/>
                      </a:cubicBezTo>
                      <a:lnTo>
                        <a:pt x="32540" y="805833"/>
                      </a:lnTo>
                      <a:cubicBezTo>
                        <a:pt x="722957" y="431734"/>
                        <a:pt x="1467806" y="159871"/>
                        <a:pt x="2233802" y="0"/>
                      </a:cubicBezTo>
                      <a:cubicBezTo>
                        <a:pt x="2200219" y="1563"/>
                        <a:pt x="2166711" y="3127"/>
                        <a:pt x="2133203" y="4914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1" name="AutoShape 11"/>
                <p:cNvSpPr/>
                <p:nvPr/>
              </p:nvSpPr>
              <p:spPr>
                <a:xfrm>
                  <a:off x="6961825" y="6036454"/>
                  <a:ext cx="1791345" cy="821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1345" h="821545">
                      <a:moveTo>
                        <a:pt x="1787101" y="75"/>
                      </a:moveTo>
                      <a:cubicBezTo>
                        <a:pt x="1770794" y="224"/>
                        <a:pt x="1754561" y="521"/>
                        <a:pt x="1738328" y="745"/>
                      </a:cubicBezTo>
                      <a:cubicBezTo>
                        <a:pt x="1142553" y="187423"/>
                        <a:pt x="517366" y="464870"/>
                        <a:pt x="0" y="821545"/>
                      </a:cubicBezTo>
                      <a:lnTo>
                        <a:pt x="82505" y="821545"/>
                      </a:lnTo>
                      <a:cubicBezTo>
                        <a:pt x="607912" y="461966"/>
                        <a:pt x="1186188" y="184146"/>
                        <a:pt x="1791345" y="0"/>
                      </a:cubicBezTo>
                      <a:cubicBezTo>
                        <a:pt x="1789931" y="0"/>
                        <a:pt x="1788516" y="0"/>
                        <a:pt x="1787101" y="75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2" name="AutoShape 12"/>
                <p:cNvSpPr/>
                <p:nvPr/>
              </p:nvSpPr>
              <p:spPr>
                <a:xfrm>
                  <a:off x="8313544" y="6032359"/>
                  <a:ext cx="1302200" cy="825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2200" h="825640">
                      <a:moveTo>
                        <a:pt x="1267129" y="0"/>
                      </a:moveTo>
                      <a:cubicBezTo>
                        <a:pt x="810078" y="213261"/>
                        <a:pt x="382663" y="491900"/>
                        <a:pt x="0" y="825641"/>
                      </a:cubicBezTo>
                      <a:lnTo>
                        <a:pt x="85408" y="825641"/>
                      </a:lnTo>
                      <a:cubicBezTo>
                        <a:pt x="471720" y="490857"/>
                        <a:pt x="840682" y="212144"/>
                        <a:pt x="1302201" y="224"/>
                      </a:cubicBezTo>
                      <a:cubicBezTo>
                        <a:pt x="1290510" y="149"/>
                        <a:pt x="1278820" y="75"/>
                        <a:pt x="1267129" y="0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3" name="AutoShape 13"/>
                <p:cNvSpPr/>
                <p:nvPr/>
              </p:nvSpPr>
              <p:spPr>
                <a:xfrm>
                  <a:off x="9702121" y="6048368"/>
                  <a:ext cx="782973" cy="809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2973" h="809705">
                      <a:moveTo>
                        <a:pt x="782974" y="744"/>
                      </a:moveTo>
                      <a:cubicBezTo>
                        <a:pt x="775602" y="521"/>
                        <a:pt x="768156" y="223"/>
                        <a:pt x="760784" y="0"/>
                      </a:cubicBezTo>
                      <a:cubicBezTo>
                        <a:pt x="478422" y="239918"/>
                        <a:pt x="223164" y="511706"/>
                        <a:pt x="0" y="809706"/>
                      </a:cubicBezTo>
                      <a:lnTo>
                        <a:pt x="18616" y="809706"/>
                      </a:lnTo>
                      <a:cubicBezTo>
                        <a:pt x="242822" y="511706"/>
                        <a:pt x="499271" y="240142"/>
                        <a:pt x="782974" y="744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4" name="AutoShape 14"/>
                <p:cNvSpPr/>
                <p:nvPr/>
              </p:nvSpPr>
              <p:spPr>
                <a:xfrm>
                  <a:off x="10887788" y="6077036"/>
                  <a:ext cx="224504" cy="7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504" h="780963">
                      <a:moveTo>
                        <a:pt x="209240" y="0"/>
                      </a:moveTo>
                      <a:cubicBezTo>
                        <a:pt x="132693" y="258013"/>
                        <a:pt x="62847" y="518780"/>
                        <a:pt x="0" y="780963"/>
                      </a:cubicBezTo>
                      <a:lnTo>
                        <a:pt x="15340" y="780963"/>
                      </a:lnTo>
                      <a:cubicBezTo>
                        <a:pt x="78186" y="519079"/>
                        <a:pt x="148032" y="258608"/>
                        <a:pt x="224505" y="894"/>
                      </a:cubicBezTo>
                      <a:cubicBezTo>
                        <a:pt x="219367" y="596"/>
                        <a:pt x="214303" y="298"/>
                        <a:pt x="209240" y="0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5" name="AutoShape 15"/>
                <p:cNvSpPr/>
                <p:nvPr/>
              </p:nvSpPr>
              <p:spPr>
                <a:xfrm>
                  <a:off x="11814996" y="6130947"/>
                  <a:ext cx="375142" cy="4055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142" h="405523">
                      <a:moveTo>
                        <a:pt x="375142" y="405523"/>
                      </a:moveTo>
                      <a:lnTo>
                        <a:pt x="374100" y="381323"/>
                      </a:lnTo>
                      <a:cubicBezTo>
                        <a:pt x="262480" y="249971"/>
                        <a:pt x="145426" y="123459"/>
                        <a:pt x="23232" y="2085"/>
                      </a:cubicBezTo>
                      <a:cubicBezTo>
                        <a:pt x="15488" y="1340"/>
                        <a:pt x="7744" y="670"/>
                        <a:pt x="0" y="0"/>
                      </a:cubicBezTo>
                      <a:cubicBezTo>
                        <a:pt x="131054" y="129341"/>
                        <a:pt x="256226" y="264640"/>
                        <a:pt x="375142" y="405523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6" name="AutoShape 16"/>
                <p:cNvSpPr/>
                <p:nvPr/>
              </p:nvSpPr>
              <p:spPr>
                <a:xfrm>
                  <a:off x="4426376" y="6172200"/>
                  <a:ext cx="2317348" cy="685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7348" h="685799">
                      <a:moveTo>
                        <a:pt x="2156435" y="18169"/>
                      </a:moveTo>
                      <a:cubicBezTo>
                        <a:pt x="1812642" y="96355"/>
                        <a:pt x="1428564" y="185039"/>
                        <a:pt x="1090876" y="294871"/>
                      </a:cubicBezTo>
                      <a:cubicBezTo>
                        <a:pt x="743434" y="407831"/>
                        <a:pt x="332922" y="541938"/>
                        <a:pt x="0" y="685800"/>
                      </a:cubicBezTo>
                      <a:lnTo>
                        <a:pt x="155403" y="685800"/>
                      </a:lnTo>
                      <a:cubicBezTo>
                        <a:pt x="851405" y="388396"/>
                        <a:pt x="1577489" y="158084"/>
                        <a:pt x="2317349" y="0"/>
                      </a:cubicBezTo>
                      <a:cubicBezTo>
                        <a:pt x="2263885" y="5957"/>
                        <a:pt x="2210197" y="11988"/>
                        <a:pt x="2156435" y="18169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7" name="AutoShape 17"/>
                <p:cNvSpPr/>
                <p:nvPr/>
              </p:nvSpPr>
              <p:spPr>
                <a:xfrm>
                  <a:off x="7277844" y="6033997"/>
                  <a:ext cx="1683746" cy="8239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3746" h="823926">
                      <a:moveTo>
                        <a:pt x="1630283" y="595"/>
                      </a:moveTo>
                      <a:cubicBezTo>
                        <a:pt x="1181795" y="140585"/>
                        <a:pt x="750136" y="339102"/>
                        <a:pt x="341038" y="594062"/>
                      </a:cubicBezTo>
                      <a:cubicBezTo>
                        <a:pt x="223983" y="667035"/>
                        <a:pt x="110279" y="743731"/>
                        <a:pt x="0" y="823928"/>
                      </a:cubicBezTo>
                      <a:lnTo>
                        <a:pt x="24349" y="823928"/>
                      </a:lnTo>
                      <a:cubicBezTo>
                        <a:pt x="526748" y="460104"/>
                        <a:pt x="1089313" y="179604"/>
                        <a:pt x="1683747" y="0"/>
                      </a:cubicBezTo>
                      <a:cubicBezTo>
                        <a:pt x="1665951" y="223"/>
                        <a:pt x="1648154" y="447"/>
                        <a:pt x="1630283" y="595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8" name="AutoShape 18"/>
                <p:cNvSpPr/>
                <p:nvPr/>
              </p:nvSpPr>
              <p:spPr>
                <a:xfrm>
                  <a:off x="9522145" y="6045241"/>
                  <a:ext cx="863914" cy="812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3914" h="812758">
                      <a:moveTo>
                        <a:pt x="863914" y="670"/>
                      </a:moveTo>
                      <a:cubicBezTo>
                        <a:pt x="856319" y="447"/>
                        <a:pt x="848724" y="224"/>
                        <a:pt x="841129" y="0"/>
                      </a:cubicBezTo>
                      <a:cubicBezTo>
                        <a:pt x="539332" y="247514"/>
                        <a:pt x="257789" y="519674"/>
                        <a:pt x="0" y="812759"/>
                      </a:cubicBezTo>
                      <a:lnTo>
                        <a:pt x="19956" y="812759"/>
                      </a:lnTo>
                      <a:cubicBezTo>
                        <a:pt x="278639" y="519749"/>
                        <a:pt x="561075" y="247812"/>
                        <a:pt x="863914" y="670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9" name="AutoShape 19"/>
                <p:cNvSpPr/>
                <p:nvPr/>
              </p:nvSpPr>
              <p:spPr>
                <a:xfrm>
                  <a:off x="11937710" y="6142563"/>
                  <a:ext cx="243493" cy="186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492" h="186528">
                      <a:moveTo>
                        <a:pt x="242673" y="166945"/>
                      </a:moveTo>
                      <a:cubicBezTo>
                        <a:pt x="171860" y="111396"/>
                        <a:pt x="100450" y="56666"/>
                        <a:pt x="28520" y="2830"/>
                      </a:cubicBezTo>
                      <a:cubicBezTo>
                        <a:pt x="18988" y="1862"/>
                        <a:pt x="9531" y="968"/>
                        <a:pt x="0" y="0"/>
                      </a:cubicBezTo>
                      <a:cubicBezTo>
                        <a:pt x="81909" y="61059"/>
                        <a:pt x="163073" y="123310"/>
                        <a:pt x="243493" y="186529"/>
                      </a:cubicBezTo>
                      <a:lnTo>
                        <a:pt x="242673" y="166945"/>
                      </a:ln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</p:grpSp>
        <p:grpSp>
          <p:nvGrpSpPr>
            <p:cNvPr id="20" name="Group 20"/>
            <p:cNvGrpSpPr/>
            <p:nvPr/>
          </p:nvGrpSpPr>
          <p:grpSpPr>
            <a:xfrm>
              <a:off x="7793274" y="1596253"/>
              <a:ext cx="4024476" cy="2785122"/>
              <a:chOff x="7793274" y="1596253"/>
              <a:chExt cx="4024476" cy="2785122"/>
            </a:xfrm>
          </p:grpSpPr>
          <p:grpSp>
            <p:nvGrpSpPr>
              <p:cNvPr id="21" name="Group 21"/>
              <p:cNvGrpSpPr/>
              <p:nvPr/>
            </p:nvGrpSpPr>
            <p:grpSpPr>
              <a:xfrm>
                <a:off x="10860163" y="2082493"/>
                <a:ext cx="430095" cy="423542"/>
                <a:chOff x="10860163" y="2082493"/>
                <a:chExt cx="430095" cy="423542"/>
              </a:xfrm>
            </p:grpSpPr>
            <p:sp>
              <p:nvSpPr>
                <p:cNvPr id="22" name="AutoShape 22"/>
                <p:cNvSpPr/>
                <p:nvPr/>
              </p:nvSpPr>
              <p:spPr>
                <a:xfrm>
                  <a:off x="10860163" y="2082493"/>
                  <a:ext cx="430095" cy="423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095" h="423541">
                      <a:moveTo>
                        <a:pt x="430096" y="140287"/>
                      </a:moveTo>
                      <a:lnTo>
                        <a:pt x="319146" y="423543"/>
                      </a:lnTo>
                      <a:cubicBezTo>
                        <a:pt x="214080" y="385716"/>
                        <a:pt x="107598" y="351910"/>
                        <a:pt x="0" y="322199"/>
                      </a:cubicBezTo>
                      <a:lnTo>
                        <a:pt x="119586" y="0"/>
                      </a:lnTo>
                      <a:cubicBezTo>
                        <a:pt x="224727" y="42965"/>
                        <a:pt x="328380" y="89727"/>
                        <a:pt x="430096" y="140287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23" name="Group 23"/>
                <p:cNvGrpSpPr/>
                <p:nvPr/>
              </p:nvGrpSpPr>
              <p:grpSpPr>
                <a:xfrm>
                  <a:off x="10916010" y="2137372"/>
                  <a:ext cx="318401" cy="313636"/>
                  <a:chOff x="10916010" y="2137372"/>
                  <a:chExt cx="318401" cy="313636"/>
                </a:xfrm>
              </p:grpSpPr>
              <p:sp>
                <p:nvSpPr>
                  <p:cNvPr id="24" name="AutoShape 24"/>
                  <p:cNvSpPr/>
                  <p:nvPr/>
                </p:nvSpPr>
                <p:spPr>
                  <a:xfrm>
                    <a:off x="10916010" y="2137372"/>
                    <a:ext cx="147361" cy="2586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7361" h="258682">
                        <a:moveTo>
                          <a:pt x="85259" y="214452"/>
                        </a:moveTo>
                        <a:cubicBezTo>
                          <a:pt x="106109" y="151680"/>
                          <a:pt x="124278" y="87121"/>
                          <a:pt x="147362" y="24721"/>
                        </a:cubicBezTo>
                        <a:cubicBezTo>
                          <a:pt x="127853" y="16307"/>
                          <a:pt x="108269" y="8116"/>
                          <a:pt x="88536" y="0"/>
                        </a:cubicBezTo>
                        <a:lnTo>
                          <a:pt x="0" y="238504"/>
                        </a:lnTo>
                        <a:cubicBezTo>
                          <a:pt x="23381" y="244982"/>
                          <a:pt x="46614" y="251758"/>
                          <a:pt x="69771" y="258683"/>
                        </a:cubicBezTo>
                        <a:cubicBezTo>
                          <a:pt x="75132" y="244088"/>
                          <a:pt x="80345" y="229345"/>
                          <a:pt x="85259" y="214452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5" name="AutoShape 25"/>
                  <p:cNvSpPr/>
                  <p:nvPr/>
                </p:nvSpPr>
                <p:spPr>
                  <a:xfrm>
                    <a:off x="11104623" y="2217941"/>
                    <a:ext cx="129788" cy="233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9788" h="233067">
                        <a:moveTo>
                          <a:pt x="81537" y="0"/>
                        </a:moveTo>
                        <a:cubicBezTo>
                          <a:pt x="60836" y="74314"/>
                          <a:pt x="29934" y="145202"/>
                          <a:pt x="0" y="216388"/>
                        </a:cubicBezTo>
                        <a:cubicBezTo>
                          <a:pt x="15935" y="221824"/>
                          <a:pt x="31870" y="227334"/>
                          <a:pt x="47731" y="233068"/>
                        </a:cubicBezTo>
                        <a:lnTo>
                          <a:pt x="129789" y="23381"/>
                        </a:lnTo>
                        <a:cubicBezTo>
                          <a:pt x="113779" y="15414"/>
                          <a:pt x="97695" y="7670"/>
                          <a:pt x="81537" y="0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26" name="Group 26"/>
                  <p:cNvGrpSpPr/>
                  <p:nvPr/>
                </p:nvGrpSpPr>
                <p:grpSpPr>
                  <a:xfrm>
                    <a:off x="10999705" y="2168274"/>
                    <a:ext cx="172752" cy="261363"/>
                    <a:chOff x="10999705" y="2168274"/>
                    <a:chExt cx="172752" cy="261363"/>
                  </a:xfrm>
                  <a:solidFill>
                    <a:srgbClr val="005361">
                      <a:alpha val="100000"/>
                    </a:srgbClr>
                  </a:solidFill>
                </p:grpSpPr>
                <p:sp>
                  <p:nvSpPr>
                    <p:cNvPr id="27" name="AutoShape 27"/>
                    <p:cNvSpPr/>
                    <p:nvPr/>
                  </p:nvSpPr>
                  <p:spPr>
                    <a:xfrm>
                      <a:off x="11035969" y="2168274"/>
                      <a:ext cx="78260" cy="137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8260" h="137904">
                          <a:moveTo>
                            <a:pt x="32167" y="137905"/>
                          </a:moveTo>
                          <a:cubicBezTo>
                            <a:pt x="46986" y="97174"/>
                            <a:pt x="62251" y="56592"/>
                            <a:pt x="78260" y="16382"/>
                          </a:cubicBezTo>
                          <a:cubicBezTo>
                            <a:pt x="65899" y="10871"/>
                            <a:pt x="53613" y="5361"/>
                            <a:pt x="41178" y="0"/>
                          </a:cubicBezTo>
                          <a:cubicBezTo>
                            <a:pt x="26136" y="41252"/>
                            <a:pt x="13255" y="83324"/>
                            <a:pt x="0" y="125172"/>
                          </a:cubicBezTo>
                          <a:cubicBezTo>
                            <a:pt x="10574" y="129863"/>
                            <a:pt x="21296" y="134107"/>
                            <a:pt x="32167" y="137905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8" name="AutoShape 28"/>
                    <p:cNvSpPr/>
                    <p:nvPr/>
                  </p:nvSpPr>
                  <p:spPr>
                    <a:xfrm>
                      <a:off x="11021671" y="2307594"/>
                      <a:ext cx="41401" cy="375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401" h="37529">
                          <a:moveTo>
                            <a:pt x="9755" y="0"/>
                          </a:moveTo>
                          <a:cubicBezTo>
                            <a:pt x="6553" y="10052"/>
                            <a:pt x="3351" y="20105"/>
                            <a:pt x="0" y="30083"/>
                          </a:cubicBezTo>
                          <a:cubicBezTo>
                            <a:pt x="10872" y="32242"/>
                            <a:pt x="21594" y="34700"/>
                            <a:pt x="32243" y="37529"/>
                          </a:cubicBezTo>
                          <a:cubicBezTo>
                            <a:pt x="35222" y="29115"/>
                            <a:pt x="38348" y="20775"/>
                            <a:pt x="41402" y="12435"/>
                          </a:cubicBezTo>
                          <a:cubicBezTo>
                            <a:pt x="30679" y="8712"/>
                            <a:pt x="20180" y="4542"/>
                            <a:pt x="9755" y="0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9" name="AutoShape 29"/>
                    <p:cNvSpPr/>
                    <p:nvPr/>
                  </p:nvSpPr>
                  <p:spPr>
                    <a:xfrm>
                      <a:off x="10999705" y="2361877"/>
                      <a:ext cx="45198" cy="4832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198" h="48326">
                          <a:moveTo>
                            <a:pt x="13775" y="0"/>
                          </a:moveTo>
                          <a:cubicBezTo>
                            <a:pt x="9308" y="12882"/>
                            <a:pt x="4691" y="25690"/>
                            <a:pt x="0" y="38497"/>
                          </a:cubicBezTo>
                          <a:cubicBezTo>
                            <a:pt x="10574" y="41699"/>
                            <a:pt x="21073" y="45050"/>
                            <a:pt x="31647" y="48326"/>
                          </a:cubicBezTo>
                          <a:cubicBezTo>
                            <a:pt x="36114" y="35221"/>
                            <a:pt x="40656" y="22115"/>
                            <a:pt x="45198" y="9010"/>
                          </a:cubicBezTo>
                          <a:cubicBezTo>
                            <a:pt x="34700" y="6031"/>
                            <a:pt x="24200" y="3053"/>
                            <a:pt x="13775" y="0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0" name="AutoShape 30"/>
                    <p:cNvSpPr/>
                    <p:nvPr/>
                  </p:nvSpPr>
                  <p:spPr>
                    <a:xfrm>
                      <a:off x="11085561" y="2190762"/>
                      <a:ext cx="86897" cy="13105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897" h="131054">
                          <a:moveTo>
                            <a:pt x="2755" y="111917"/>
                          </a:moveTo>
                          <a:cubicBezTo>
                            <a:pt x="17573" y="120108"/>
                            <a:pt x="33285" y="126140"/>
                            <a:pt x="49443" y="131054"/>
                          </a:cubicBezTo>
                          <a:cubicBezTo>
                            <a:pt x="63590" y="94865"/>
                            <a:pt x="76547" y="58230"/>
                            <a:pt x="86897" y="20701"/>
                          </a:cubicBezTo>
                          <a:cubicBezTo>
                            <a:pt x="72079" y="13701"/>
                            <a:pt x="57187" y="6776"/>
                            <a:pt x="42220" y="0"/>
                          </a:cubicBezTo>
                          <a:cubicBezTo>
                            <a:pt x="27551" y="36785"/>
                            <a:pt x="13626" y="73867"/>
                            <a:pt x="0" y="111024"/>
                          </a:cubicBezTo>
                          <a:cubicBezTo>
                            <a:pt x="968" y="111173"/>
                            <a:pt x="1862" y="111396"/>
                            <a:pt x="2755" y="111917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1" name="AutoShape 31"/>
                    <p:cNvSpPr/>
                    <p:nvPr/>
                  </p:nvSpPr>
                  <p:spPr>
                    <a:xfrm>
                      <a:off x="11045500" y="2375131"/>
                      <a:ext cx="61803" cy="5450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1803" h="54506">
                          <a:moveTo>
                            <a:pt x="13701" y="0"/>
                          </a:moveTo>
                          <a:cubicBezTo>
                            <a:pt x="9084" y="13180"/>
                            <a:pt x="4468" y="26434"/>
                            <a:pt x="0" y="39688"/>
                          </a:cubicBezTo>
                          <a:cubicBezTo>
                            <a:pt x="15042" y="44529"/>
                            <a:pt x="30082" y="49518"/>
                            <a:pt x="45049" y="54507"/>
                          </a:cubicBezTo>
                          <a:cubicBezTo>
                            <a:pt x="50634" y="41252"/>
                            <a:pt x="56219" y="27998"/>
                            <a:pt x="61803" y="14669"/>
                          </a:cubicBezTo>
                          <a:cubicBezTo>
                            <a:pt x="45868" y="9531"/>
                            <a:pt x="29785" y="4691"/>
                            <a:pt x="13701" y="0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</p:grpSp>
          <p:grpSp>
            <p:nvGrpSpPr>
              <p:cNvPr id="32" name="Group 32"/>
              <p:cNvGrpSpPr/>
              <p:nvPr/>
            </p:nvGrpSpPr>
            <p:grpSpPr>
              <a:xfrm>
                <a:off x="11322575" y="2255842"/>
                <a:ext cx="453029" cy="482889"/>
                <a:chOff x="11322575" y="2255842"/>
                <a:chExt cx="453029" cy="482889"/>
              </a:xfrm>
            </p:grpSpPr>
            <p:sp>
              <p:nvSpPr>
                <p:cNvPr id="33" name="AutoShape 33"/>
                <p:cNvSpPr/>
                <p:nvPr/>
              </p:nvSpPr>
              <p:spPr>
                <a:xfrm>
                  <a:off x="11322575" y="2255842"/>
                  <a:ext cx="453029" cy="482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028" h="482888">
                      <a:moveTo>
                        <a:pt x="453030" y="167243"/>
                      </a:moveTo>
                      <a:cubicBezTo>
                        <a:pt x="396067" y="265459"/>
                        <a:pt x="353995" y="372238"/>
                        <a:pt x="328603" y="482889"/>
                      </a:cubicBezTo>
                      <a:cubicBezTo>
                        <a:pt x="220558" y="433968"/>
                        <a:pt x="110875" y="388620"/>
                        <a:pt x="0" y="346772"/>
                      </a:cubicBezTo>
                      <a:lnTo>
                        <a:pt x="151978" y="0"/>
                      </a:lnTo>
                      <a:cubicBezTo>
                        <a:pt x="253917" y="52794"/>
                        <a:pt x="354292" y="108566"/>
                        <a:pt x="453030" y="167243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34" name="Group 34"/>
                <p:cNvGrpSpPr/>
                <p:nvPr/>
              </p:nvGrpSpPr>
              <p:grpSpPr>
                <a:xfrm>
                  <a:off x="11378422" y="2315412"/>
                  <a:ext cx="341261" cy="363749"/>
                  <a:chOff x="11378422" y="2315412"/>
                  <a:chExt cx="341261" cy="363749"/>
                </a:xfrm>
              </p:grpSpPr>
              <p:sp>
                <p:nvSpPr>
                  <p:cNvPr id="35" name="AutoShape 35"/>
                  <p:cNvSpPr/>
                  <p:nvPr/>
                </p:nvSpPr>
                <p:spPr>
                  <a:xfrm>
                    <a:off x="11378422" y="2315412"/>
                    <a:ext cx="198517" cy="303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8517" h="303955">
                        <a:moveTo>
                          <a:pt x="137830" y="222271"/>
                        </a:moveTo>
                        <a:cubicBezTo>
                          <a:pt x="158307" y="166647"/>
                          <a:pt x="175211" y="103801"/>
                          <a:pt x="198517" y="44752"/>
                        </a:cubicBezTo>
                        <a:cubicBezTo>
                          <a:pt x="170668" y="29562"/>
                          <a:pt x="142670" y="14595"/>
                          <a:pt x="114523" y="0"/>
                        </a:cubicBezTo>
                        <a:lnTo>
                          <a:pt x="0" y="261215"/>
                        </a:lnTo>
                        <a:cubicBezTo>
                          <a:pt x="36338" y="274916"/>
                          <a:pt x="72452" y="289287"/>
                          <a:pt x="108492" y="303956"/>
                        </a:cubicBezTo>
                        <a:cubicBezTo>
                          <a:pt x="118023" y="276628"/>
                          <a:pt x="127853" y="249450"/>
                          <a:pt x="137830" y="222271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6" name="AutoShape 36"/>
                  <p:cNvSpPr/>
                  <p:nvPr/>
                </p:nvSpPr>
                <p:spPr>
                  <a:xfrm>
                    <a:off x="11538293" y="2489953"/>
                    <a:ext cx="54358" cy="765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357" h="76547">
                        <a:moveTo>
                          <a:pt x="28817" y="1042"/>
                        </a:moveTo>
                        <a:cubicBezTo>
                          <a:pt x="27998" y="744"/>
                          <a:pt x="27254" y="372"/>
                          <a:pt x="26435" y="0"/>
                        </a:cubicBezTo>
                        <a:cubicBezTo>
                          <a:pt x="17648" y="24573"/>
                          <a:pt x="8862" y="49145"/>
                          <a:pt x="0" y="73718"/>
                        </a:cubicBezTo>
                        <a:cubicBezTo>
                          <a:pt x="1862" y="72824"/>
                          <a:pt x="4096" y="72229"/>
                          <a:pt x="6702" y="72303"/>
                        </a:cubicBezTo>
                        <a:cubicBezTo>
                          <a:pt x="15711" y="72452"/>
                          <a:pt x="24349" y="73867"/>
                          <a:pt x="32615" y="76547"/>
                        </a:cubicBezTo>
                        <a:cubicBezTo>
                          <a:pt x="39764" y="54804"/>
                          <a:pt x="46912" y="33061"/>
                          <a:pt x="54358" y="11393"/>
                        </a:cubicBezTo>
                        <a:cubicBezTo>
                          <a:pt x="45869" y="7893"/>
                          <a:pt x="37529" y="4095"/>
                          <a:pt x="28817" y="1042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7" name="AutoShape 37"/>
                  <p:cNvSpPr/>
                  <p:nvPr/>
                </p:nvSpPr>
                <p:spPr>
                  <a:xfrm>
                    <a:off x="11595852" y="2375801"/>
                    <a:ext cx="38795" cy="46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795" h="46464">
                        <a:moveTo>
                          <a:pt x="23010" y="41922"/>
                        </a:moveTo>
                        <a:cubicBezTo>
                          <a:pt x="24498" y="43337"/>
                          <a:pt x="25467" y="44901"/>
                          <a:pt x="26211" y="46465"/>
                        </a:cubicBezTo>
                        <a:cubicBezTo>
                          <a:pt x="30232" y="36412"/>
                          <a:pt x="34403" y="26360"/>
                          <a:pt x="38796" y="16382"/>
                        </a:cubicBezTo>
                        <a:cubicBezTo>
                          <a:pt x="29115" y="10946"/>
                          <a:pt x="19436" y="5361"/>
                          <a:pt x="9755" y="0"/>
                        </a:cubicBezTo>
                        <a:cubicBezTo>
                          <a:pt x="6479" y="8712"/>
                          <a:pt x="3351" y="17424"/>
                          <a:pt x="298" y="26062"/>
                        </a:cubicBezTo>
                        <a:cubicBezTo>
                          <a:pt x="224" y="26360"/>
                          <a:pt x="75" y="26583"/>
                          <a:pt x="0" y="26881"/>
                        </a:cubicBezTo>
                        <a:cubicBezTo>
                          <a:pt x="8414" y="30604"/>
                          <a:pt x="16159" y="35221"/>
                          <a:pt x="23010" y="41922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8" name="AutoShape 38"/>
                  <p:cNvSpPr/>
                  <p:nvPr/>
                </p:nvSpPr>
                <p:spPr>
                  <a:xfrm>
                    <a:off x="11574705" y="2430755"/>
                    <a:ext cx="39837" cy="427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837" h="42741">
                        <a:moveTo>
                          <a:pt x="23083" y="8042"/>
                        </a:moveTo>
                        <a:cubicBezTo>
                          <a:pt x="19435" y="4468"/>
                          <a:pt x="15562" y="2010"/>
                          <a:pt x="11169" y="0"/>
                        </a:cubicBezTo>
                        <a:cubicBezTo>
                          <a:pt x="7446" y="10499"/>
                          <a:pt x="3723" y="20998"/>
                          <a:pt x="0" y="31498"/>
                        </a:cubicBezTo>
                        <a:cubicBezTo>
                          <a:pt x="149" y="31572"/>
                          <a:pt x="224" y="31498"/>
                          <a:pt x="373" y="31572"/>
                        </a:cubicBezTo>
                        <a:cubicBezTo>
                          <a:pt x="9755" y="34774"/>
                          <a:pt x="18690" y="39018"/>
                          <a:pt x="27849" y="42741"/>
                        </a:cubicBezTo>
                        <a:cubicBezTo>
                          <a:pt x="31721" y="31944"/>
                          <a:pt x="35742" y="21222"/>
                          <a:pt x="39837" y="10574"/>
                        </a:cubicBezTo>
                        <a:cubicBezTo>
                          <a:pt x="34774" y="13180"/>
                          <a:pt x="28371" y="13180"/>
                          <a:pt x="23083" y="8042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9" name="AutoShape 39"/>
                  <p:cNvSpPr/>
                  <p:nvPr/>
                </p:nvSpPr>
                <p:spPr>
                  <a:xfrm>
                    <a:off x="11514465" y="2582584"/>
                    <a:ext cx="47208" cy="61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208" h="61357">
                        <a:moveTo>
                          <a:pt x="30529" y="9457"/>
                        </a:moveTo>
                        <a:cubicBezTo>
                          <a:pt x="23381" y="9382"/>
                          <a:pt x="18914" y="5138"/>
                          <a:pt x="17127" y="0"/>
                        </a:cubicBezTo>
                        <a:cubicBezTo>
                          <a:pt x="11393" y="16010"/>
                          <a:pt x="5659" y="32094"/>
                          <a:pt x="0" y="48177"/>
                        </a:cubicBezTo>
                        <a:cubicBezTo>
                          <a:pt x="10350" y="52496"/>
                          <a:pt x="20626" y="56964"/>
                          <a:pt x="30977" y="61357"/>
                        </a:cubicBezTo>
                        <a:cubicBezTo>
                          <a:pt x="36487" y="45050"/>
                          <a:pt x="41848" y="28668"/>
                          <a:pt x="47209" y="12287"/>
                        </a:cubicBezTo>
                        <a:cubicBezTo>
                          <a:pt x="41997" y="10499"/>
                          <a:pt x="36561" y="9531"/>
                          <a:pt x="30529" y="9457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40" name="AutoShape 40"/>
                  <p:cNvSpPr/>
                  <p:nvPr/>
                </p:nvSpPr>
                <p:spPr>
                  <a:xfrm>
                    <a:off x="11618862" y="2406927"/>
                    <a:ext cx="100821" cy="140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821" h="140361">
                        <a:moveTo>
                          <a:pt x="49071" y="140362"/>
                        </a:moveTo>
                        <a:cubicBezTo>
                          <a:pt x="63889" y="103950"/>
                          <a:pt x="81164" y="68506"/>
                          <a:pt x="100822" y="34476"/>
                        </a:cubicBezTo>
                        <a:cubicBezTo>
                          <a:pt x="81238" y="22860"/>
                          <a:pt x="61581" y="11318"/>
                          <a:pt x="41773" y="0"/>
                        </a:cubicBezTo>
                        <a:cubicBezTo>
                          <a:pt x="26136" y="36189"/>
                          <a:pt x="12658" y="73197"/>
                          <a:pt x="0" y="110502"/>
                        </a:cubicBezTo>
                        <a:cubicBezTo>
                          <a:pt x="17126" y="118991"/>
                          <a:pt x="32837" y="130161"/>
                          <a:pt x="49071" y="140362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41" name="AutoShape 41"/>
                  <p:cNvSpPr/>
                  <p:nvPr/>
                </p:nvSpPr>
                <p:spPr>
                  <a:xfrm>
                    <a:off x="11598310" y="2545948"/>
                    <a:ext cx="58900" cy="555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900" h="55548">
                        <a:moveTo>
                          <a:pt x="11020" y="0"/>
                        </a:moveTo>
                        <a:cubicBezTo>
                          <a:pt x="7297" y="11169"/>
                          <a:pt x="3649" y="22339"/>
                          <a:pt x="0" y="33583"/>
                        </a:cubicBezTo>
                        <a:cubicBezTo>
                          <a:pt x="16381" y="41327"/>
                          <a:pt x="32912" y="48475"/>
                          <a:pt x="49592" y="55549"/>
                        </a:cubicBezTo>
                        <a:cubicBezTo>
                          <a:pt x="52570" y="46614"/>
                          <a:pt x="55698" y="37827"/>
                          <a:pt x="58900" y="29040"/>
                        </a:cubicBezTo>
                        <a:cubicBezTo>
                          <a:pt x="43040" y="19286"/>
                          <a:pt x="27551" y="8712"/>
                          <a:pt x="11020" y="0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42" name="AutoShape 42"/>
                  <p:cNvSpPr/>
                  <p:nvPr/>
                </p:nvSpPr>
                <p:spPr>
                  <a:xfrm>
                    <a:off x="11572918" y="2607901"/>
                    <a:ext cx="66048" cy="712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048" h="71260">
                        <a:moveTo>
                          <a:pt x="16010" y="0"/>
                        </a:moveTo>
                        <a:cubicBezTo>
                          <a:pt x="10798" y="15935"/>
                          <a:pt x="5510" y="31870"/>
                          <a:pt x="0" y="47805"/>
                        </a:cubicBezTo>
                        <a:cubicBezTo>
                          <a:pt x="17722" y="55474"/>
                          <a:pt x="35370" y="63293"/>
                          <a:pt x="53017" y="71260"/>
                        </a:cubicBezTo>
                        <a:cubicBezTo>
                          <a:pt x="56815" y="54655"/>
                          <a:pt x="61283" y="38274"/>
                          <a:pt x="66048" y="21892"/>
                        </a:cubicBezTo>
                        <a:cubicBezTo>
                          <a:pt x="49294" y="14818"/>
                          <a:pt x="32540" y="7670"/>
                          <a:pt x="16010" y="0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sp>
            <p:nvSpPr>
              <p:cNvPr id="43" name="AutoShape 43"/>
              <p:cNvSpPr/>
              <p:nvPr/>
            </p:nvSpPr>
            <p:spPr>
              <a:xfrm>
                <a:off x="10740055" y="2659131"/>
                <a:ext cx="848203" cy="784835"/>
              </a:xfrm>
              <a:custGeom>
                <a:avLst/>
                <a:gdLst/>
                <a:ahLst/>
                <a:cxnLst/>
                <a:rect l="l" t="t" r="r" b="b"/>
                <a:pathLst>
                  <a:path w="848203" h="784835">
                    <a:moveTo>
                      <a:pt x="848203" y="182582"/>
                    </a:moveTo>
                    <a:cubicBezTo>
                      <a:pt x="796451" y="383333"/>
                      <a:pt x="744625" y="584084"/>
                      <a:pt x="692874" y="784835"/>
                    </a:cubicBezTo>
                    <a:cubicBezTo>
                      <a:pt x="463157" y="742466"/>
                      <a:pt x="232026" y="707767"/>
                      <a:pt x="0" y="680513"/>
                    </a:cubicBezTo>
                    <a:lnTo>
                      <a:pt x="209240" y="0"/>
                    </a:lnTo>
                    <a:cubicBezTo>
                      <a:pt x="413342" y="49965"/>
                      <a:pt x="648345" y="117651"/>
                      <a:pt x="848203" y="182582"/>
                    </a:cubicBezTo>
                    <a:close/>
                  </a:path>
                </a:pathLst>
              </a:custGeom>
              <a:solidFill>
                <a:srgbClr val="5FBBB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11266877" y="2854149"/>
                <a:ext cx="248034" cy="533375"/>
                <a:chOff x="11266877" y="2854149"/>
                <a:chExt cx="248034" cy="533375"/>
              </a:xfrm>
              <a:solidFill>
                <a:srgbClr val="E0DBD5">
                  <a:alpha val="100000"/>
                </a:srgbClr>
              </a:solidFill>
            </p:grpSpPr>
            <p:sp>
              <p:nvSpPr>
                <p:cNvPr id="45" name="AutoShape 45"/>
                <p:cNvSpPr/>
                <p:nvPr/>
              </p:nvSpPr>
              <p:spPr>
                <a:xfrm>
                  <a:off x="11379166" y="2854149"/>
                  <a:ext cx="135745" cy="70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45" h="70292">
                      <a:moveTo>
                        <a:pt x="126289" y="70293"/>
                      </a:moveTo>
                      <a:cubicBezTo>
                        <a:pt x="129416" y="58826"/>
                        <a:pt x="132618" y="47284"/>
                        <a:pt x="135745" y="35816"/>
                      </a:cubicBezTo>
                      <a:cubicBezTo>
                        <a:pt x="93600" y="22786"/>
                        <a:pt x="51305" y="10499"/>
                        <a:pt x="8414" y="0"/>
                      </a:cubicBezTo>
                      <a:cubicBezTo>
                        <a:pt x="5659" y="11765"/>
                        <a:pt x="2830" y="23679"/>
                        <a:pt x="0" y="35593"/>
                      </a:cubicBezTo>
                      <a:cubicBezTo>
                        <a:pt x="42667" y="45348"/>
                        <a:pt x="84441" y="57932"/>
                        <a:pt x="126289" y="70293"/>
                      </a:cubicBezTo>
                      <a:close/>
                    </a:path>
                  </a:pathLst>
                </a:custGeom>
                <a:solidFill>
                  <a:srgbClr val="E0DBD5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6" name="AutoShape 46"/>
                <p:cNvSpPr/>
                <p:nvPr/>
              </p:nvSpPr>
              <p:spPr>
                <a:xfrm>
                  <a:off x="11266877" y="2918708"/>
                  <a:ext cx="230610" cy="468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610" h="468816">
                      <a:moveTo>
                        <a:pt x="105514" y="0"/>
                      </a:moveTo>
                      <a:cubicBezTo>
                        <a:pt x="70665" y="147585"/>
                        <a:pt x="34104" y="299712"/>
                        <a:pt x="0" y="445137"/>
                      </a:cubicBezTo>
                      <a:cubicBezTo>
                        <a:pt x="38348" y="441191"/>
                        <a:pt x="77813" y="449605"/>
                        <a:pt x="111172" y="468816"/>
                      </a:cubicBezTo>
                      <a:lnTo>
                        <a:pt x="230610" y="34402"/>
                      </a:lnTo>
                      <a:cubicBezTo>
                        <a:pt x="189210" y="22190"/>
                        <a:pt x="147733" y="9680"/>
                        <a:pt x="105514" y="0"/>
                      </a:cubicBezTo>
                      <a:close/>
                    </a:path>
                  </a:pathLst>
                </a:custGeom>
                <a:solidFill>
                  <a:srgbClr val="E0DBD5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47" name="AutoShape 47"/>
              <p:cNvSpPr/>
              <p:nvPr/>
            </p:nvSpPr>
            <p:spPr>
              <a:xfrm>
                <a:off x="10305715" y="3453125"/>
                <a:ext cx="846340" cy="467624"/>
              </a:xfrm>
              <a:custGeom>
                <a:avLst/>
                <a:gdLst/>
                <a:ahLst/>
                <a:cxnLst/>
                <a:rect l="l" t="t" r="r" b="b"/>
                <a:pathLst>
                  <a:path w="846340" h="467624">
                    <a:moveTo>
                      <a:pt x="846341" y="99408"/>
                    </a:moveTo>
                    <a:lnTo>
                      <a:pt x="753635" y="467625"/>
                    </a:lnTo>
                    <a:cubicBezTo>
                      <a:pt x="503367" y="442903"/>
                      <a:pt x="251237" y="437170"/>
                      <a:pt x="0" y="450126"/>
                    </a:cubicBezTo>
                    <a:lnTo>
                      <a:pt x="78557" y="0"/>
                    </a:lnTo>
                    <a:cubicBezTo>
                      <a:pt x="335826" y="20924"/>
                      <a:pt x="592200" y="54060"/>
                      <a:pt x="846341" y="99408"/>
                    </a:cubicBezTo>
                    <a:close/>
                  </a:path>
                </a:pathLst>
              </a:custGeom>
              <a:solidFill>
                <a:srgbClr val="5FBBB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8" name="AutoShape 48"/>
              <p:cNvSpPr/>
              <p:nvPr/>
            </p:nvSpPr>
            <p:spPr>
              <a:xfrm>
                <a:off x="10499317" y="3560054"/>
                <a:ext cx="459135" cy="253693"/>
              </a:xfrm>
              <a:custGeom>
                <a:avLst/>
                <a:gdLst/>
                <a:ahLst/>
                <a:cxnLst/>
                <a:rect l="l" t="t" r="r" b="b"/>
                <a:pathLst>
                  <a:path w="459135" h="253693">
                    <a:moveTo>
                      <a:pt x="459135" y="53985"/>
                    </a:moveTo>
                    <a:lnTo>
                      <a:pt x="408799" y="253694"/>
                    </a:lnTo>
                    <a:cubicBezTo>
                      <a:pt x="273054" y="240291"/>
                      <a:pt x="136266" y="237163"/>
                      <a:pt x="0" y="244237"/>
                    </a:cubicBezTo>
                    <a:lnTo>
                      <a:pt x="42592" y="0"/>
                    </a:lnTo>
                    <a:cubicBezTo>
                      <a:pt x="182210" y="11393"/>
                      <a:pt x="321231" y="29338"/>
                      <a:pt x="459135" y="53985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8986462" y="2423234"/>
                <a:ext cx="931153" cy="853862"/>
                <a:chOff x="8986462" y="2423234"/>
                <a:chExt cx="931153" cy="853862"/>
              </a:xfrm>
            </p:grpSpPr>
            <p:sp>
              <p:nvSpPr>
                <p:cNvPr id="50" name="AutoShape 50"/>
                <p:cNvSpPr/>
                <p:nvPr/>
              </p:nvSpPr>
              <p:spPr>
                <a:xfrm>
                  <a:off x="8986462" y="2423234"/>
                  <a:ext cx="931153" cy="853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1153" h="853862">
                      <a:moveTo>
                        <a:pt x="931154" y="55549"/>
                      </a:moveTo>
                      <a:lnTo>
                        <a:pt x="754156" y="846118"/>
                      </a:lnTo>
                      <a:cubicBezTo>
                        <a:pt x="502771" y="839938"/>
                        <a:pt x="251237" y="842618"/>
                        <a:pt x="0" y="853862"/>
                      </a:cubicBezTo>
                      <a:lnTo>
                        <a:pt x="132915" y="0"/>
                      </a:lnTo>
                      <a:cubicBezTo>
                        <a:pt x="399640" y="6255"/>
                        <a:pt x="666142" y="24796"/>
                        <a:pt x="931154" y="55549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51" name="AutoShape 51"/>
                <p:cNvSpPr/>
                <p:nvPr/>
              </p:nvSpPr>
              <p:spPr>
                <a:xfrm>
                  <a:off x="9563025" y="2456668"/>
                  <a:ext cx="354590" cy="726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590" h="726605">
                      <a:moveTo>
                        <a:pt x="354591" y="22115"/>
                      </a:moveTo>
                      <a:cubicBezTo>
                        <a:pt x="296286" y="15339"/>
                        <a:pt x="237908" y="9308"/>
                        <a:pt x="142298" y="0"/>
                      </a:cubicBezTo>
                      <a:lnTo>
                        <a:pt x="0" y="711564"/>
                      </a:lnTo>
                      <a:lnTo>
                        <a:pt x="196879" y="726605"/>
                      </a:lnTo>
                      <a:lnTo>
                        <a:pt x="354591" y="22115"/>
                      </a:ln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52" name="Group 52"/>
                <p:cNvGrpSpPr/>
                <p:nvPr/>
              </p:nvGrpSpPr>
              <p:grpSpPr>
                <a:xfrm>
                  <a:off x="9154596" y="2572905"/>
                  <a:ext cx="333147" cy="541415"/>
                  <a:chOff x="9154596" y="2572905"/>
                  <a:chExt cx="333147" cy="541415"/>
                </a:xfrm>
                <a:solidFill>
                  <a:srgbClr val="E0DBD5">
                    <a:alpha val="100000"/>
                  </a:srgbClr>
                </a:solidFill>
              </p:grpSpPr>
              <p:sp>
                <p:nvSpPr>
                  <p:cNvPr id="53" name="AutoShape 53"/>
                  <p:cNvSpPr/>
                  <p:nvPr/>
                </p:nvSpPr>
                <p:spPr>
                  <a:xfrm>
                    <a:off x="9390920" y="2833523"/>
                    <a:ext cx="49762" cy="1374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762" h="137457">
                        <a:moveTo>
                          <a:pt x="49763" y="0"/>
                        </a:moveTo>
                        <a:cubicBezTo>
                          <a:pt x="-7946" y="12286"/>
                          <a:pt x="-14126" y="104024"/>
                          <a:pt x="24297" y="137458"/>
                        </a:cubicBezTo>
                        <a:cubicBezTo>
                          <a:pt x="26307" y="126586"/>
                          <a:pt x="28392" y="115640"/>
                          <a:pt x="30402" y="104769"/>
                        </a:cubicBezTo>
                        <a:cubicBezTo>
                          <a:pt x="36881" y="69846"/>
                          <a:pt x="43359" y="34923"/>
                          <a:pt x="49763" y="0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54" name="AutoShape 54"/>
                  <p:cNvSpPr/>
                  <p:nvPr/>
                </p:nvSpPr>
                <p:spPr>
                  <a:xfrm>
                    <a:off x="9154596" y="2572905"/>
                    <a:ext cx="333147" cy="5414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147" h="541415">
                        <a:moveTo>
                          <a:pt x="293235" y="221971"/>
                        </a:moveTo>
                        <a:cubicBezTo>
                          <a:pt x="298522" y="193452"/>
                          <a:pt x="303735" y="165008"/>
                          <a:pt x="309022" y="136488"/>
                        </a:cubicBezTo>
                        <a:cubicBezTo>
                          <a:pt x="316095" y="98215"/>
                          <a:pt x="324137" y="60015"/>
                          <a:pt x="330318" y="21593"/>
                        </a:cubicBezTo>
                        <a:cubicBezTo>
                          <a:pt x="331286" y="15412"/>
                          <a:pt x="332254" y="9158"/>
                          <a:pt x="333147" y="2977"/>
                        </a:cubicBezTo>
                        <a:cubicBezTo>
                          <a:pt x="283332" y="-5809"/>
                          <a:pt x="230389" y="5583"/>
                          <a:pt x="184297" y="27550"/>
                        </a:cubicBezTo>
                        <a:cubicBezTo>
                          <a:pt x="111249" y="62398"/>
                          <a:pt x="50711" y="124128"/>
                          <a:pt x="20777" y="199261"/>
                        </a:cubicBezTo>
                        <a:cubicBezTo>
                          <a:pt x="-9157" y="274393"/>
                          <a:pt x="-7147" y="362482"/>
                          <a:pt x="29414" y="434636"/>
                        </a:cubicBezTo>
                        <a:cubicBezTo>
                          <a:pt x="43712" y="462783"/>
                          <a:pt x="63369" y="488845"/>
                          <a:pt x="89431" y="506716"/>
                        </a:cubicBezTo>
                        <a:cubicBezTo>
                          <a:pt x="130832" y="535161"/>
                          <a:pt x="182882" y="540076"/>
                          <a:pt x="233665" y="541416"/>
                        </a:cubicBezTo>
                        <a:cubicBezTo>
                          <a:pt x="240069" y="507237"/>
                          <a:pt x="246547" y="473059"/>
                          <a:pt x="252951" y="438881"/>
                        </a:cubicBezTo>
                        <a:cubicBezTo>
                          <a:pt x="174319" y="396958"/>
                          <a:pt x="181318" y="225769"/>
                          <a:pt x="293235" y="221971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55" name="Group 55"/>
              <p:cNvGrpSpPr/>
              <p:nvPr/>
            </p:nvGrpSpPr>
            <p:grpSpPr>
              <a:xfrm>
                <a:off x="10278461" y="1827310"/>
                <a:ext cx="675077" cy="608507"/>
                <a:chOff x="10278461" y="1827310"/>
                <a:chExt cx="675077" cy="608507"/>
              </a:xfrm>
            </p:grpSpPr>
            <p:sp>
              <p:nvSpPr>
                <p:cNvPr id="56" name="AutoShape 56"/>
                <p:cNvSpPr/>
                <p:nvPr/>
              </p:nvSpPr>
              <p:spPr>
                <a:xfrm>
                  <a:off x="10278461" y="1827310"/>
                  <a:ext cx="675077" cy="608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077" h="608507">
                      <a:moveTo>
                        <a:pt x="675078" y="189954"/>
                      </a:moveTo>
                      <a:lnTo>
                        <a:pt x="527194" y="608508"/>
                      </a:lnTo>
                      <a:cubicBezTo>
                        <a:pt x="353473" y="561448"/>
                        <a:pt x="177444" y="522801"/>
                        <a:pt x="0" y="492421"/>
                      </a:cubicBezTo>
                      <a:lnTo>
                        <a:pt x="127926" y="0"/>
                      </a:lnTo>
                      <a:cubicBezTo>
                        <a:pt x="313189" y="54581"/>
                        <a:pt x="495920" y="117874"/>
                        <a:pt x="675078" y="189954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57" name="Group 57"/>
                <p:cNvGrpSpPr/>
                <p:nvPr/>
              </p:nvGrpSpPr>
              <p:grpSpPr>
                <a:xfrm>
                  <a:off x="10313607" y="1858882"/>
                  <a:ext cx="604859" cy="545289"/>
                  <a:chOff x="10313607" y="1858882"/>
                  <a:chExt cx="604859" cy="545289"/>
                </a:xfrm>
                <a:solidFill>
                  <a:srgbClr val="E0DBD5">
                    <a:alpha val="100000"/>
                  </a:srgbClr>
                </a:solidFill>
              </p:grpSpPr>
              <p:grpSp>
                <p:nvGrpSpPr>
                  <p:cNvPr id="58" name="Group 58"/>
                  <p:cNvGrpSpPr/>
                  <p:nvPr/>
                </p:nvGrpSpPr>
                <p:grpSpPr>
                  <a:xfrm>
                    <a:off x="10313607" y="1858882"/>
                    <a:ext cx="604859" cy="545289"/>
                    <a:chOff x="10313607" y="1858882"/>
                    <a:chExt cx="604859" cy="545289"/>
                  </a:xfrm>
                  <a:solidFill>
                    <a:srgbClr val="E0DBD5">
                      <a:alpha val="100000"/>
                    </a:srgbClr>
                  </a:solidFill>
                </p:grpSpPr>
                <p:sp>
                  <p:nvSpPr>
                    <p:cNvPr id="59" name="AutoShape 59"/>
                    <p:cNvSpPr/>
                    <p:nvPr/>
                  </p:nvSpPr>
                  <p:spPr>
                    <a:xfrm>
                      <a:off x="10367369" y="2077058"/>
                      <a:ext cx="91067" cy="364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1067" h="36486">
                          <a:moveTo>
                            <a:pt x="91068" y="21073"/>
                          </a:moveTo>
                          <a:cubicBezTo>
                            <a:pt x="61953" y="14744"/>
                            <a:pt x="32243" y="9159"/>
                            <a:pt x="4170" y="0"/>
                          </a:cubicBezTo>
                          <a:lnTo>
                            <a:pt x="0" y="16158"/>
                          </a:lnTo>
                          <a:cubicBezTo>
                            <a:pt x="28520" y="21817"/>
                            <a:pt x="56815" y="28817"/>
                            <a:pt x="84962" y="36487"/>
                          </a:cubicBezTo>
                          <a:cubicBezTo>
                            <a:pt x="86377" y="31274"/>
                            <a:pt x="88462" y="25987"/>
                            <a:pt x="91068" y="21073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0" name="AutoShape 60"/>
                    <p:cNvSpPr/>
                    <p:nvPr/>
                  </p:nvSpPr>
                  <p:spPr>
                    <a:xfrm>
                      <a:off x="10791061" y="2192921"/>
                      <a:ext cx="63591" cy="3559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3591" h="35593">
                          <a:moveTo>
                            <a:pt x="6925" y="0"/>
                          </a:moveTo>
                          <a:cubicBezTo>
                            <a:pt x="5808" y="5734"/>
                            <a:pt x="3723" y="10871"/>
                            <a:pt x="1415" y="16456"/>
                          </a:cubicBezTo>
                          <a:cubicBezTo>
                            <a:pt x="968" y="17573"/>
                            <a:pt x="522" y="18690"/>
                            <a:pt x="0" y="19733"/>
                          </a:cubicBezTo>
                          <a:cubicBezTo>
                            <a:pt x="18988" y="25019"/>
                            <a:pt x="37976" y="30306"/>
                            <a:pt x="56964" y="35593"/>
                          </a:cubicBezTo>
                          <a:lnTo>
                            <a:pt x="63591" y="16829"/>
                          </a:lnTo>
                          <a:cubicBezTo>
                            <a:pt x="44678" y="11169"/>
                            <a:pt x="25838" y="5585"/>
                            <a:pt x="6925" y="0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1" name="AutoShape 61"/>
                    <p:cNvSpPr/>
                    <p:nvPr/>
                  </p:nvSpPr>
                  <p:spPr>
                    <a:xfrm>
                      <a:off x="10770435" y="2253832"/>
                      <a:ext cx="65154" cy="960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154" h="96056">
                          <a:moveTo>
                            <a:pt x="29562" y="0"/>
                          </a:moveTo>
                          <a:cubicBezTo>
                            <a:pt x="20255" y="29040"/>
                            <a:pt x="9755" y="57783"/>
                            <a:pt x="0" y="86675"/>
                          </a:cubicBezTo>
                          <a:cubicBezTo>
                            <a:pt x="11542" y="89951"/>
                            <a:pt x="23083" y="93078"/>
                            <a:pt x="34700" y="96057"/>
                          </a:cubicBezTo>
                          <a:lnTo>
                            <a:pt x="65155" y="9904"/>
                          </a:lnTo>
                          <a:cubicBezTo>
                            <a:pt x="53241" y="6627"/>
                            <a:pt x="41402" y="3276"/>
                            <a:pt x="29562" y="0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2" name="AutoShape 62"/>
                    <p:cNvSpPr/>
                    <p:nvPr/>
                  </p:nvSpPr>
                  <p:spPr>
                    <a:xfrm>
                      <a:off x="10313607" y="2258299"/>
                      <a:ext cx="479166" cy="14587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79166" h="145872">
                          <a:moveTo>
                            <a:pt x="280947" y="68506"/>
                          </a:moveTo>
                          <a:cubicBezTo>
                            <a:pt x="191220" y="44603"/>
                            <a:pt x="100674" y="23902"/>
                            <a:pt x="10871" y="0"/>
                          </a:cubicBezTo>
                          <a:lnTo>
                            <a:pt x="0" y="41848"/>
                          </a:lnTo>
                          <a:cubicBezTo>
                            <a:pt x="158977" y="69027"/>
                            <a:pt x="316689" y="103652"/>
                            <a:pt x="472391" y="145872"/>
                          </a:cubicBezTo>
                          <a:lnTo>
                            <a:pt x="479166" y="126586"/>
                          </a:lnTo>
                          <a:cubicBezTo>
                            <a:pt x="412597" y="109385"/>
                            <a:pt x="347592" y="86228"/>
                            <a:pt x="280947" y="68506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3" name="AutoShape 63"/>
                    <p:cNvSpPr/>
                    <p:nvPr/>
                  </p:nvSpPr>
                  <p:spPr>
                    <a:xfrm>
                      <a:off x="10418525" y="1858882"/>
                      <a:ext cx="499941" cy="1964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99940" h="196432">
                          <a:moveTo>
                            <a:pt x="3351" y="37604"/>
                          </a:moveTo>
                          <a:cubicBezTo>
                            <a:pt x="57634" y="46986"/>
                            <a:pt x="108269" y="70367"/>
                            <a:pt x="160616" y="86674"/>
                          </a:cubicBezTo>
                          <a:cubicBezTo>
                            <a:pt x="216240" y="103950"/>
                            <a:pt x="272980" y="118619"/>
                            <a:pt x="327412" y="139468"/>
                          </a:cubicBezTo>
                          <a:cubicBezTo>
                            <a:pt x="379462" y="159424"/>
                            <a:pt x="433596" y="174242"/>
                            <a:pt x="485496" y="194347"/>
                          </a:cubicBezTo>
                          <a:cubicBezTo>
                            <a:pt x="487209" y="195017"/>
                            <a:pt x="488996" y="195762"/>
                            <a:pt x="490708" y="196432"/>
                          </a:cubicBezTo>
                          <a:lnTo>
                            <a:pt x="499942" y="170221"/>
                          </a:lnTo>
                          <a:cubicBezTo>
                            <a:pt x="339401" y="105662"/>
                            <a:pt x="175658" y="48922"/>
                            <a:pt x="9680" y="0"/>
                          </a:cubicBezTo>
                          <a:lnTo>
                            <a:pt x="0" y="37306"/>
                          </a:lnTo>
                          <a:cubicBezTo>
                            <a:pt x="1043" y="37380"/>
                            <a:pt x="2160" y="37455"/>
                            <a:pt x="3351" y="37604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64" name="Group 64"/>
                  <p:cNvGrpSpPr/>
                  <p:nvPr/>
                </p:nvGrpSpPr>
                <p:grpSpPr>
                  <a:xfrm>
                    <a:off x="10475797" y="1996510"/>
                    <a:ext cx="320773" cy="318513"/>
                    <a:chOff x="10475797" y="1996510"/>
                    <a:chExt cx="320773" cy="318513"/>
                  </a:xfrm>
                  <a:solidFill>
                    <a:srgbClr val="E0DBD5">
                      <a:alpha val="100000"/>
                    </a:srgbClr>
                  </a:solidFill>
                </p:grpSpPr>
                <p:sp>
                  <p:nvSpPr>
                    <p:cNvPr id="65" name="AutoShape 65"/>
                    <p:cNvSpPr/>
                    <p:nvPr/>
                  </p:nvSpPr>
                  <p:spPr>
                    <a:xfrm>
                      <a:off x="10538223" y="2058591"/>
                      <a:ext cx="195869" cy="1944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5869" h="194496">
                          <a:moveTo>
                            <a:pt x="155665" y="16307"/>
                          </a:moveTo>
                          <a:cubicBezTo>
                            <a:pt x="140325" y="5808"/>
                            <a:pt x="120965" y="0"/>
                            <a:pt x="101158" y="0"/>
                          </a:cubicBezTo>
                          <a:cubicBezTo>
                            <a:pt x="83064" y="0"/>
                            <a:pt x="65639" y="4617"/>
                            <a:pt x="50747" y="13478"/>
                          </a:cubicBezTo>
                          <a:cubicBezTo>
                            <a:pt x="19398" y="32019"/>
                            <a:pt x="-1004" y="69474"/>
                            <a:pt x="38" y="106705"/>
                          </a:cubicBezTo>
                          <a:cubicBezTo>
                            <a:pt x="857" y="137383"/>
                            <a:pt x="15824" y="165903"/>
                            <a:pt x="38907" y="181167"/>
                          </a:cubicBezTo>
                          <a:cubicBezTo>
                            <a:pt x="52087" y="189879"/>
                            <a:pt x="68320" y="194496"/>
                            <a:pt x="85819" y="194496"/>
                          </a:cubicBezTo>
                          <a:cubicBezTo>
                            <a:pt x="106594" y="194496"/>
                            <a:pt x="127964" y="188167"/>
                            <a:pt x="145985" y="176625"/>
                          </a:cubicBezTo>
                          <a:cubicBezTo>
                            <a:pt x="170334" y="161063"/>
                            <a:pt x="187683" y="137830"/>
                            <a:pt x="193641" y="112960"/>
                          </a:cubicBezTo>
                          <a:cubicBezTo>
                            <a:pt x="202055" y="77665"/>
                            <a:pt x="186045" y="37082"/>
                            <a:pt x="155665" y="16307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6" name="AutoShape 66"/>
                    <p:cNvSpPr/>
                    <p:nvPr/>
                  </p:nvSpPr>
                  <p:spPr>
                    <a:xfrm>
                      <a:off x="10475797" y="1996510"/>
                      <a:ext cx="320773" cy="31851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0773" h="318513">
                          <a:moveTo>
                            <a:pt x="254652" y="26786"/>
                          </a:moveTo>
                          <a:cubicBezTo>
                            <a:pt x="204762" y="-7392"/>
                            <a:pt x="134916" y="-8733"/>
                            <a:pt x="82792" y="22020"/>
                          </a:cubicBezTo>
                          <a:cubicBezTo>
                            <a:pt x="30743" y="52773"/>
                            <a:pt x="-1648" y="113535"/>
                            <a:pt x="65" y="173998"/>
                          </a:cubicBezTo>
                          <a:cubicBezTo>
                            <a:pt x="1405" y="221878"/>
                            <a:pt x="24340" y="270055"/>
                            <a:pt x="64326" y="296415"/>
                          </a:cubicBezTo>
                          <a:cubicBezTo>
                            <a:pt x="115928" y="330444"/>
                            <a:pt x="187561" y="322849"/>
                            <a:pt x="239610" y="289490"/>
                          </a:cubicBezTo>
                          <a:cubicBezTo>
                            <a:pt x="276841" y="265662"/>
                            <a:pt x="306776" y="228728"/>
                            <a:pt x="317051" y="185689"/>
                          </a:cubicBezTo>
                          <a:cubicBezTo>
                            <a:pt x="331050" y="126864"/>
                            <a:pt x="304542" y="60964"/>
                            <a:pt x="254652" y="26786"/>
                          </a:cubicBezTo>
                          <a:close/>
                          <a:moveTo>
                            <a:pt x="270587" y="178391"/>
                          </a:moveTo>
                          <a:cubicBezTo>
                            <a:pt x="263810" y="206985"/>
                            <a:pt x="244079" y="233494"/>
                            <a:pt x="216452" y="251142"/>
                          </a:cubicBezTo>
                          <a:cubicBezTo>
                            <a:pt x="196050" y="264172"/>
                            <a:pt x="171849" y="271395"/>
                            <a:pt x="148245" y="271395"/>
                          </a:cubicBezTo>
                          <a:cubicBezTo>
                            <a:pt x="127842" y="271395"/>
                            <a:pt x="108780" y="265960"/>
                            <a:pt x="93143" y="255609"/>
                          </a:cubicBezTo>
                          <a:cubicBezTo>
                            <a:pt x="66038" y="237738"/>
                            <a:pt x="48540" y="204602"/>
                            <a:pt x="47572" y="169158"/>
                          </a:cubicBezTo>
                          <a:cubicBezTo>
                            <a:pt x="46380" y="126044"/>
                            <a:pt x="69166" y="84271"/>
                            <a:pt x="105578" y="62677"/>
                          </a:cubicBezTo>
                          <a:cubicBezTo>
                            <a:pt x="122779" y="52550"/>
                            <a:pt x="142809" y="47189"/>
                            <a:pt x="163584" y="47189"/>
                          </a:cubicBezTo>
                          <a:cubicBezTo>
                            <a:pt x="186370" y="47189"/>
                            <a:pt x="208709" y="53890"/>
                            <a:pt x="226505" y="66102"/>
                          </a:cubicBezTo>
                          <a:cubicBezTo>
                            <a:pt x="262396" y="90600"/>
                            <a:pt x="280490" y="136767"/>
                            <a:pt x="270587" y="178391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</p:grpSp>
          <p:grpSp>
            <p:nvGrpSpPr>
              <p:cNvPr id="67" name="Group 67"/>
              <p:cNvGrpSpPr/>
              <p:nvPr/>
            </p:nvGrpSpPr>
            <p:grpSpPr>
              <a:xfrm>
                <a:off x="8306917" y="3442030"/>
                <a:ext cx="916335" cy="939345"/>
                <a:chOff x="8306917" y="3442030"/>
                <a:chExt cx="916335" cy="939345"/>
              </a:xfrm>
            </p:grpSpPr>
            <p:sp>
              <p:nvSpPr>
                <p:cNvPr id="68" name="AutoShape 68"/>
                <p:cNvSpPr/>
                <p:nvPr/>
              </p:nvSpPr>
              <p:spPr>
                <a:xfrm>
                  <a:off x="8306917" y="3442030"/>
                  <a:ext cx="916335" cy="939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6335" h="939345">
                      <a:moveTo>
                        <a:pt x="0" y="109311"/>
                      </a:moveTo>
                      <a:cubicBezTo>
                        <a:pt x="302988" y="55177"/>
                        <a:pt x="609104" y="18914"/>
                        <a:pt x="916336" y="0"/>
                      </a:cubicBezTo>
                      <a:lnTo>
                        <a:pt x="916336" y="636133"/>
                      </a:lnTo>
                      <a:cubicBezTo>
                        <a:pt x="636729" y="713053"/>
                        <a:pt x="363824" y="814099"/>
                        <a:pt x="102088" y="939345"/>
                      </a:cubicBezTo>
                      <a:cubicBezTo>
                        <a:pt x="81462" y="661227"/>
                        <a:pt x="47433" y="384078"/>
                        <a:pt x="0" y="109311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69" name="Group 69"/>
                <p:cNvGrpSpPr/>
                <p:nvPr/>
              </p:nvGrpSpPr>
              <p:grpSpPr>
                <a:xfrm>
                  <a:off x="8423302" y="3566308"/>
                  <a:ext cx="292116" cy="692873"/>
                  <a:chOff x="8423302" y="3566308"/>
                  <a:chExt cx="292116" cy="692873"/>
                </a:xfrm>
                <a:solidFill>
                  <a:srgbClr val="E0DBD5">
                    <a:alpha val="100000"/>
                  </a:srgbClr>
                </a:solidFill>
              </p:grpSpPr>
              <p:sp>
                <p:nvSpPr>
                  <p:cNvPr id="70" name="AutoShape 70"/>
                  <p:cNvSpPr/>
                  <p:nvPr/>
                </p:nvSpPr>
                <p:spPr>
                  <a:xfrm>
                    <a:off x="8423302" y="3566308"/>
                    <a:ext cx="252428" cy="1105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2428" h="110575">
                        <a:moveTo>
                          <a:pt x="252428" y="48177"/>
                        </a:moveTo>
                        <a:cubicBezTo>
                          <a:pt x="250790" y="32093"/>
                          <a:pt x="249152" y="16084"/>
                          <a:pt x="247364" y="0"/>
                        </a:cubicBezTo>
                        <a:cubicBezTo>
                          <a:pt x="167243" y="28892"/>
                          <a:pt x="84292" y="49666"/>
                          <a:pt x="0" y="61878"/>
                        </a:cubicBezTo>
                        <a:cubicBezTo>
                          <a:pt x="1862" y="78111"/>
                          <a:pt x="3798" y="94344"/>
                          <a:pt x="5659" y="110577"/>
                        </a:cubicBezTo>
                        <a:cubicBezTo>
                          <a:pt x="86525" y="84887"/>
                          <a:pt x="169253" y="65676"/>
                          <a:pt x="252428" y="48177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71" name="AutoShape 71"/>
                  <p:cNvSpPr/>
                  <p:nvPr/>
                </p:nvSpPr>
                <p:spPr>
                  <a:xfrm>
                    <a:off x="8434247" y="3659089"/>
                    <a:ext cx="248779" cy="97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779" h="97173">
                        <a:moveTo>
                          <a:pt x="248780" y="28743"/>
                        </a:moveTo>
                        <a:cubicBezTo>
                          <a:pt x="247886" y="19137"/>
                          <a:pt x="246993" y="9606"/>
                          <a:pt x="246025" y="0"/>
                        </a:cubicBezTo>
                        <a:cubicBezTo>
                          <a:pt x="163073" y="17573"/>
                          <a:pt x="80494" y="36933"/>
                          <a:pt x="0" y="62995"/>
                        </a:cubicBezTo>
                        <a:cubicBezTo>
                          <a:pt x="1341" y="74388"/>
                          <a:pt x="2681" y="85781"/>
                          <a:pt x="3947" y="97174"/>
                        </a:cubicBezTo>
                        <a:cubicBezTo>
                          <a:pt x="83994" y="68952"/>
                          <a:pt x="166200" y="48326"/>
                          <a:pt x="248780" y="28743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72" name="AutoShape 72"/>
                  <p:cNvSpPr/>
                  <p:nvPr/>
                </p:nvSpPr>
                <p:spPr>
                  <a:xfrm>
                    <a:off x="8452789" y="3806599"/>
                    <a:ext cx="251236" cy="2133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236" h="213335">
                        <a:moveTo>
                          <a:pt x="36561" y="207602"/>
                        </a:moveTo>
                        <a:cubicBezTo>
                          <a:pt x="97695" y="191369"/>
                          <a:pt x="158605" y="175732"/>
                          <a:pt x="219515" y="158680"/>
                        </a:cubicBezTo>
                        <a:cubicBezTo>
                          <a:pt x="230089" y="155701"/>
                          <a:pt x="240663" y="152872"/>
                          <a:pt x="251237" y="149967"/>
                        </a:cubicBezTo>
                        <a:cubicBezTo>
                          <a:pt x="248035" y="99929"/>
                          <a:pt x="244535" y="49964"/>
                          <a:pt x="240514" y="0"/>
                        </a:cubicBezTo>
                        <a:cubicBezTo>
                          <a:pt x="160318" y="24945"/>
                          <a:pt x="80494" y="51007"/>
                          <a:pt x="0" y="74835"/>
                        </a:cubicBezTo>
                        <a:cubicBezTo>
                          <a:pt x="5361" y="121002"/>
                          <a:pt x="10723" y="167168"/>
                          <a:pt x="16084" y="213335"/>
                        </a:cubicBezTo>
                        <a:cubicBezTo>
                          <a:pt x="22860" y="211325"/>
                          <a:pt x="29710" y="209389"/>
                          <a:pt x="36561" y="207602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73" name="AutoShape 73"/>
                  <p:cNvSpPr/>
                  <p:nvPr/>
                </p:nvSpPr>
                <p:spPr>
                  <a:xfrm>
                    <a:off x="8474085" y="4001989"/>
                    <a:ext cx="241332" cy="257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332" h="257192">
                        <a:moveTo>
                          <a:pt x="64708" y="45869"/>
                        </a:moveTo>
                        <a:cubicBezTo>
                          <a:pt x="44156" y="50784"/>
                          <a:pt x="21371" y="55177"/>
                          <a:pt x="0" y="62251"/>
                        </a:cubicBezTo>
                        <a:cubicBezTo>
                          <a:pt x="7595" y="127256"/>
                          <a:pt x="15116" y="192188"/>
                          <a:pt x="22711" y="257193"/>
                        </a:cubicBezTo>
                        <a:cubicBezTo>
                          <a:pt x="92780" y="224132"/>
                          <a:pt x="166126" y="197922"/>
                          <a:pt x="241333" y="179157"/>
                        </a:cubicBezTo>
                        <a:cubicBezTo>
                          <a:pt x="239174" y="119438"/>
                          <a:pt x="236344" y="59719"/>
                          <a:pt x="232844" y="0"/>
                        </a:cubicBezTo>
                        <a:cubicBezTo>
                          <a:pt x="176774" y="15562"/>
                          <a:pt x="121299" y="32391"/>
                          <a:pt x="64708" y="45869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sp>
              <p:nvSpPr>
                <p:cNvPr id="74" name="AutoShape 74"/>
                <p:cNvSpPr/>
                <p:nvPr/>
              </p:nvSpPr>
              <p:spPr>
                <a:xfrm>
                  <a:off x="8779009" y="3528333"/>
                  <a:ext cx="388098" cy="6163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098" h="616326">
                      <a:moveTo>
                        <a:pt x="377153" y="0"/>
                      </a:moveTo>
                      <a:cubicBezTo>
                        <a:pt x="250492" y="3053"/>
                        <a:pt x="124129" y="17350"/>
                        <a:pt x="0" y="42741"/>
                      </a:cubicBezTo>
                      <a:cubicBezTo>
                        <a:pt x="1191" y="233961"/>
                        <a:pt x="2382" y="425107"/>
                        <a:pt x="3649" y="616326"/>
                      </a:cubicBezTo>
                      <a:cubicBezTo>
                        <a:pt x="128224" y="572394"/>
                        <a:pt x="257268" y="541194"/>
                        <a:pt x="388099" y="523472"/>
                      </a:cubicBezTo>
                      <a:cubicBezTo>
                        <a:pt x="379982" y="349155"/>
                        <a:pt x="376334" y="174615"/>
                        <a:pt x="377153" y="0"/>
                      </a:cubicBezTo>
                      <a:close/>
                    </a:path>
                  </a:pathLst>
                </a:custGeom>
                <a:solidFill>
                  <a:srgbClr val="00536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75" name="Group 75"/>
                <p:cNvGrpSpPr/>
                <p:nvPr/>
              </p:nvGrpSpPr>
              <p:grpSpPr>
                <a:xfrm>
                  <a:off x="8809092" y="3580382"/>
                  <a:ext cx="322422" cy="504781"/>
                  <a:chOff x="8809092" y="3580382"/>
                  <a:chExt cx="322422" cy="504781"/>
                </a:xfrm>
                <a:solidFill>
                  <a:srgbClr val="5FBBBF">
                    <a:alpha val="100000"/>
                  </a:srgbClr>
                </a:solidFill>
              </p:grpSpPr>
              <p:sp>
                <p:nvSpPr>
                  <p:cNvPr id="76" name="AutoShape 76"/>
                  <p:cNvSpPr/>
                  <p:nvPr/>
                </p:nvSpPr>
                <p:spPr>
                  <a:xfrm>
                    <a:off x="8809092" y="3580382"/>
                    <a:ext cx="322422" cy="3369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2422" h="336943">
                        <a:moveTo>
                          <a:pt x="1936" y="336943"/>
                        </a:moveTo>
                        <a:lnTo>
                          <a:pt x="0" y="35966"/>
                        </a:lnTo>
                        <a:lnTo>
                          <a:pt x="5957" y="34774"/>
                        </a:lnTo>
                        <a:cubicBezTo>
                          <a:pt x="106332" y="14222"/>
                          <a:pt x="209091" y="2606"/>
                          <a:pt x="311477" y="149"/>
                        </a:cubicBezTo>
                        <a:lnTo>
                          <a:pt x="319146" y="0"/>
                        </a:lnTo>
                        <a:lnTo>
                          <a:pt x="319146" y="7670"/>
                        </a:lnTo>
                        <a:cubicBezTo>
                          <a:pt x="318774" y="90472"/>
                          <a:pt x="319817" y="178040"/>
                          <a:pt x="322274" y="267916"/>
                        </a:cubicBezTo>
                        <a:lnTo>
                          <a:pt x="322423" y="274544"/>
                        </a:lnTo>
                        <a:lnTo>
                          <a:pt x="315870" y="275512"/>
                        </a:lnTo>
                        <a:cubicBezTo>
                          <a:pt x="212218" y="290553"/>
                          <a:pt x="110875" y="306339"/>
                          <a:pt x="11318" y="334411"/>
                        </a:cubicBezTo>
                        <a:lnTo>
                          <a:pt x="1936" y="336943"/>
                        </a:lnTo>
                        <a:close/>
                        <a:moveTo>
                          <a:pt x="14967" y="48103"/>
                        </a:moveTo>
                        <a:lnTo>
                          <a:pt x="16680" y="317285"/>
                        </a:lnTo>
                        <a:cubicBezTo>
                          <a:pt x="111991" y="291223"/>
                          <a:pt x="208570" y="275884"/>
                          <a:pt x="307233" y="261587"/>
                        </a:cubicBezTo>
                        <a:cubicBezTo>
                          <a:pt x="304999" y="176625"/>
                          <a:pt x="303956" y="93823"/>
                          <a:pt x="304254" y="15116"/>
                        </a:cubicBezTo>
                        <a:cubicBezTo>
                          <a:pt x="207304" y="17946"/>
                          <a:pt x="110055" y="29041"/>
                          <a:pt x="14967" y="48103"/>
                        </a:cubicBezTo>
                        <a:close/>
                      </a:path>
                    </a:pathLst>
                  </a:custGeom>
                  <a:solidFill>
                    <a:srgbClr val="5FBBBF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77" name="AutoShape 77"/>
                  <p:cNvSpPr/>
                  <p:nvPr/>
                </p:nvSpPr>
                <p:spPr>
                  <a:xfrm>
                    <a:off x="8818772" y="3915091"/>
                    <a:ext cx="312050" cy="1700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2050" h="170072">
                        <a:moveTo>
                          <a:pt x="127852" y="33210"/>
                        </a:moveTo>
                        <a:cubicBezTo>
                          <a:pt x="85036" y="42220"/>
                          <a:pt x="42369" y="52049"/>
                          <a:pt x="0" y="63219"/>
                        </a:cubicBezTo>
                        <a:cubicBezTo>
                          <a:pt x="224" y="98811"/>
                          <a:pt x="447" y="134479"/>
                          <a:pt x="670" y="170072"/>
                        </a:cubicBezTo>
                        <a:cubicBezTo>
                          <a:pt x="101120" y="134628"/>
                          <a:pt x="205219" y="109460"/>
                          <a:pt x="310807" y="95163"/>
                        </a:cubicBezTo>
                        <a:cubicBezTo>
                          <a:pt x="310583" y="63516"/>
                          <a:pt x="315572" y="31870"/>
                          <a:pt x="307009" y="0"/>
                        </a:cubicBezTo>
                        <a:cubicBezTo>
                          <a:pt x="247513" y="12510"/>
                          <a:pt x="187869" y="24498"/>
                          <a:pt x="127852" y="33210"/>
                        </a:cubicBezTo>
                        <a:close/>
                      </a:path>
                    </a:pathLst>
                  </a:custGeom>
                  <a:solidFill>
                    <a:srgbClr val="5FBBBF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78" name="Group 78"/>
              <p:cNvGrpSpPr/>
              <p:nvPr/>
            </p:nvGrpSpPr>
            <p:grpSpPr>
              <a:xfrm>
                <a:off x="9625276" y="1673247"/>
                <a:ext cx="557799" cy="612379"/>
                <a:chOff x="9625276" y="1673247"/>
                <a:chExt cx="557799" cy="612379"/>
              </a:xfrm>
            </p:grpSpPr>
            <p:sp>
              <p:nvSpPr>
                <p:cNvPr id="79" name="AutoShape 79"/>
                <p:cNvSpPr/>
                <p:nvPr/>
              </p:nvSpPr>
              <p:spPr>
                <a:xfrm>
                  <a:off x="9625276" y="1673247"/>
                  <a:ext cx="557799" cy="6123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799" h="612379">
                      <a:moveTo>
                        <a:pt x="557799" y="93004"/>
                      </a:moveTo>
                      <a:lnTo>
                        <a:pt x="426224" y="612380"/>
                      </a:lnTo>
                      <a:cubicBezTo>
                        <a:pt x="284671" y="593988"/>
                        <a:pt x="142447" y="581031"/>
                        <a:pt x="0" y="573361"/>
                      </a:cubicBezTo>
                      <a:lnTo>
                        <a:pt x="123757" y="0"/>
                      </a:lnTo>
                      <a:cubicBezTo>
                        <a:pt x="269480" y="25690"/>
                        <a:pt x="414310" y="56666"/>
                        <a:pt x="557799" y="93004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80" name="Group 80"/>
                <p:cNvGrpSpPr/>
                <p:nvPr/>
              </p:nvGrpSpPr>
              <p:grpSpPr>
                <a:xfrm>
                  <a:off x="9716996" y="1756069"/>
                  <a:ext cx="350600" cy="418701"/>
                  <a:chOff x="9716996" y="1756069"/>
                  <a:chExt cx="350600" cy="418701"/>
                </a:xfrm>
                <a:solidFill>
                  <a:srgbClr val="E0DBD5">
                    <a:alpha val="100000"/>
                  </a:srgbClr>
                </a:solidFill>
              </p:grpSpPr>
              <p:sp>
                <p:nvSpPr>
                  <p:cNvPr id="81" name="AutoShape 81"/>
                  <p:cNvSpPr/>
                  <p:nvPr/>
                </p:nvSpPr>
                <p:spPr>
                  <a:xfrm>
                    <a:off x="9785502" y="1756069"/>
                    <a:ext cx="161898" cy="1234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898" h="123457">
                        <a:moveTo>
                          <a:pt x="15878" y="116068"/>
                        </a:moveTo>
                        <a:cubicBezTo>
                          <a:pt x="24813" y="122993"/>
                          <a:pt x="37025" y="124333"/>
                          <a:pt x="48269" y="122993"/>
                        </a:cubicBezTo>
                        <a:cubicBezTo>
                          <a:pt x="71054" y="120238"/>
                          <a:pt x="92649" y="106537"/>
                          <a:pt x="103371" y="86283"/>
                        </a:cubicBezTo>
                        <a:cubicBezTo>
                          <a:pt x="105530" y="82262"/>
                          <a:pt x="107020" y="77943"/>
                          <a:pt x="108211" y="73550"/>
                        </a:cubicBezTo>
                        <a:lnTo>
                          <a:pt x="158920" y="83975"/>
                        </a:lnTo>
                        <a:lnTo>
                          <a:pt x="161899" y="69380"/>
                        </a:lnTo>
                        <a:lnTo>
                          <a:pt x="110371" y="58732"/>
                        </a:lnTo>
                        <a:cubicBezTo>
                          <a:pt x="110743" y="45328"/>
                          <a:pt x="107094" y="31776"/>
                          <a:pt x="98903" y="21128"/>
                        </a:cubicBezTo>
                        <a:cubicBezTo>
                          <a:pt x="84979" y="2885"/>
                          <a:pt x="58545" y="-5232"/>
                          <a:pt x="37323" y="3555"/>
                        </a:cubicBezTo>
                        <a:cubicBezTo>
                          <a:pt x="9921" y="14948"/>
                          <a:pt x="-1547" y="48605"/>
                          <a:pt x="166" y="78166"/>
                        </a:cubicBezTo>
                        <a:cubicBezTo>
                          <a:pt x="911" y="92314"/>
                          <a:pt x="4708" y="107505"/>
                          <a:pt x="15878" y="116068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82" name="AutoShape 82"/>
                  <p:cNvSpPr/>
                  <p:nvPr/>
                </p:nvSpPr>
                <p:spPr>
                  <a:xfrm>
                    <a:off x="9716996" y="2051387"/>
                    <a:ext cx="164206" cy="1233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206" h="123382">
                        <a:moveTo>
                          <a:pt x="98904" y="21128"/>
                        </a:moveTo>
                        <a:cubicBezTo>
                          <a:pt x="84979" y="2885"/>
                          <a:pt x="58545" y="-5232"/>
                          <a:pt x="37323" y="3555"/>
                        </a:cubicBezTo>
                        <a:cubicBezTo>
                          <a:pt x="9921" y="14948"/>
                          <a:pt x="-1547" y="48605"/>
                          <a:pt x="166" y="78166"/>
                        </a:cubicBezTo>
                        <a:cubicBezTo>
                          <a:pt x="985" y="92240"/>
                          <a:pt x="4708" y="107356"/>
                          <a:pt x="15878" y="115993"/>
                        </a:cubicBezTo>
                        <a:cubicBezTo>
                          <a:pt x="24813" y="122918"/>
                          <a:pt x="37025" y="124259"/>
                          <a:pt x="48269" y="122918"/>
                        </a:cubicBezTo>
                        <a:cubicBezTo>
                          <a:pt x="71054" y="120163"/>
                          <a:pt x="92649" y="106462"/>
                          <a:pt x="103371" y="86208"/>
                        </a:cubicBezTo>
                        <a:cubicBezTo>
                          <a:pt x="103818" y="85389"/>
                          <a:pt x="104042" y="84570"/>
                          <a:pt x="104414" y="83751"/>
                        </a:cubicBezTo>
                        <a:cubicBezTo>
                          <a:pt x="123923" y="87176"/>
                          <a:pt x="143581" y="89559"/>
                          <a:pt x="163239" y="90825"/>
                        </a:cubicBezTo>
                        <a:lnTo>
                          <a:pt x="164207" y="75933"/>
                        </a:lnTo>
                        <a:cubicBezTo>
                          <a:pt x="145815" y="74741"/>
                          <a:pt x="127422" y="72507"/>
                          <a:pt x="109254" y="69380"/>
                        </a:cubicBezTo>
                        <a:cubicBezTo>
                          <a:pt x="112604" y="52700"/>
                          <a:pt x="109254" y="34680"/>
                          <a:pt x="98904" y="21128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83" name="AutoShape 83"/>
                  <p:cNvSpPr/>
                  <p:nvPr/>
                </p:nvSpPr>
                <p:spPr>
                  <a:xfrm>
                    <a:off x="10008407" y="1822917"/>
                    <a:ext cx="59189" cy="556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89" h="55697">
                        <a:moveTo>
                          <a:pt x="37806" y="1340"/>
                        </a:moveTo>
                        <a:cubicBezTo>
                          <a:pt x="34827" y="447"/>
                          <a:pt x="31700" y="0"/>
                          <a:pt x="28498" y="0"/>
                        </a:cubicBezTo>
                        <a:cubicBezTo>
                          <a:pt x="16733" y="0"/>
                          <a:pt x="6457" y="6106"/>
                          <a:pt x="2213" y="15488"/>
                        </a:cubicBezTo>
                        <a:cubicBezTo>
                          <a:pt x="53" y="20328"/>
                          <a:pt x="-543" y="26062"/>
                          <a:pt x="500" y="31647"/>
                        </a:cubicBezTo>
                        <a:cubicBezTo>
                          <a:pt x="2808" y="43635"/>
                          <a:pt x="12935" y="53390"/>
                          <a:pt x="24998" y="55326"/>
                        </a:cubicBezTo>
                        <a:cubicBezTo>
                          <a:pt x="26487" y="55549"/>
                          <a:pt x="27977" y="55698"/>
                          <a:pt x="29466" y="55698"/>
                        </a:cubicBezTo>
                        <a:cubicBezTo>
                          <a:pt x="40189" y="55698"/>
                          <a:pt x="50539" y="49741"/>
                          <a:pt x="55677" y="40508"/>
                        </a:cubicBezTo>
                        <a:cubicBezTo>
                          <a:pt x="57836" y="36710"/>
                          <a:pt x="59027" y="32615"/>
                          <a:pt x="59177" y="28594"/>
                        </a:cubicBezTo>
                        <a:cubicBezTo>
                          <a:pt x="59623" y="15116"/>
                          <a:pt x="48752" y="4691"/>
                          <a:pt x="37806" y="1340"/>
                        </a:cubicBezTo>
                        <a:close/>
                        <a:moveTo>
                          <a:pt x="42646" y="33136"/>
                        </a:moveTo>
                        <a:cubicBezTo>
                          <a:pt x="39742" y="38274"/>
                          <a:pt x="33412" y="41550"/>
                          <a:pt x="27306" y="40582"/>
                        </a:cubicBezTo>
                        <a:cubicBezTo>
                          <a:pt x="21499" y="39614"/>
                          <a:pt x="16212" y="34551"/>
                          <a:pt x="15095" y="28743"/>
                        </a:cubicBezTo>
                        <a:cubicBezTo>
                          <a:pt x="14574" y="26211"/>
                          <a:pt x="14797" y="23605"/>
                          <a:pt x="15765" y="21594"/>
                        </a:cubicBezTo>
                        <a:cubicBezTo>
                          <a:pt x="17850" y="16977"/>
                          <a:pt x="23658" y="14893"/>
                          <a:pt x="28498" y="14893"/>
                        </a:cubicBezTo>
                        <a:cubicBezTo>
                          <a:pt x="30211" y="14893"/>
                          <a:pt x="31923" y="15116"/>
                          <a:pt x="33487" y="15637"/>
                        </a:cubicBezTo>
                        <a:cubicBezTo>
                          <a:pt x="38997" y="17275"/>
                          <a:pt x="44507" y="22413"/>
                          <a:pt x="44284" y="28072"/>
                        </a:cubicBezTo>
                        <a:cubicBezTo>
                          <a:pt x="44209" y="29636"/>
                          <a:pt x="43614" y="31423"/>
                          <a:pt x="42646" y="33136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84" name="AutoShape 84"/>
                  <p:cNvSpPr/>
                  <p:nvPr/>
                </p:nvSpPr>
                <p:spPr>
                  <a:xfrm>
                    <a:off x="9751249" y="1903728"/>
                    <a:ext cx="307547" cy="1548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7547" h="154862">
                        <a:moveTo>
                          <a:pt x="143805" y="127907"/>
                        </a:moveTo>
                        <a:cubicBezTo>
                          <a:pt x="134273" y="106462"/>
                          <a:pt x="122732" y="85985"/>
                          <a:pt x="109626" y="66476"/>
                        </a:cubicBezTo>
                        <a:cubicBezTo>
                          <a:pt x="112009" y="50615"/>
                          <a:pt x="108658" y="33861"/>
                          <a:pt x="98904" y="21128"/>
                        </a:cubicBezTo>
                        <a:cubicBezTo>
                          <a:pt x="84979" y="2885"/>
                          <a:pt x="58545" y="-5232"/>
                          <a:pt x="37323" y="3555"/>
                        </a:cubicBezTo>
                        <a:cubicBezTo>
                          <a:pt x="9921" y="14948"/>
                          <a:pt x="-1546" y="48605"/>
                          <a:pt x="166" y="78166"/>
                        </a:cubicBezTo>
                        <a:cubicBezTo>
                          <a:pt x="985" y="92240"/>
                          <a:pt x="4708" y="107356"/>
                          <a:pt x="15878" y="115993"/>
                        </a:cubicBezTo>
                        <a:cubicBezTo>
                          <a:pt x="24813" y="122918"/>
                          <a:pt x="37025" y="124259"/>
                          <a:pt x="48269" y="122918"/>
                        </a:cubicBezTo>
                        <a:cubicBezTo>
                          <a:pt x="71055" y="120163"/>
                          <a:pt x="92648" y="106462"/>
                          <a:pt x="103371" y="86208"/>
                        </a:cubicBezTo>
                        <a:cubicBezTo>
                          <a:pt x="103595" y="85762"/>
                          <a:pt x="103744" y="85315"/>
                          <a:pt x="103967" y="84868"/>
                        </a:cubicBezTo>
                        <a:cubicBezTo>
                          <a:pt x="114764" y="101994"/>
                          <a:pt x="124221" y="119865"/>
                          <a:pt x="132188" y="138407"/>
                        </a:cubicBezTo>
                        <a:lnTo>
                          <a:pt x="134199" y="143023"/>
                        </a:lnTo>
                        <a:lnTo>
                          <a:pt x="139262" y="142874"/>
                        </a:lnTo>
                        <a:cubicBezTo>
                          <a:pt x="194588" y="141087"/>
                          <a:pt x="250361" y="145108"/>
                          <a:pt x="304941" y="154863"/>
                        </a:cubicBezTo>
                        <a:lnTo>
                          <a:pt x="307548" y="140194"/>
                        </a:lnTo>
                        <a:cubicBezTo>
                          <a:pt x="253637" y="130662"/>
                          <a:pt x="198534" y="126493"/>
                          <a:pt x="143805" y="127907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85" name="Group 85"/>
              <p:cNvGrpSpPr/>
              <p:nvPr/>
            </p:nvGrpSpPr>
            <p:grpSpPr>
              <a:xfrm>
                <a:off x="9624829" y="2343187"/>
                <a:ext cx="971363" cy="828917"/>
                <a:chOff x="9624829" y="2343187"/>
                <a:chExt cx="971363" cy="828917"/>
              </a:xfrm>
            </p:grpSpPr>
            <p:sp>
              <p:nvSpPr>
                <p:cNvPr id="86" name="AutoShape 86"/>
                <p:cNvSpPr/>
                <p:nvPr/>
              </p:nvSpPr>
              <p:spPr>
                <a:xfrm>
                  <a:off x="9624829" y="2343187"/>
                  <a:ext cx="971363" cy="828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1363" h="828916">
                      <a:moveTo>
                        <a:pt x="971363" y="142968"/>
                      </a:moveTo>
                      <a:lnTo>
                        <a:pt x="755869" y="828917"/>
                      </a:lnTo>
                      <a:cubicBezTo>
                        <a:pt x="504707" y="801217"/>
                        <a:pt x="252503" y="782601"/>
                        <a:pt x="0" y="772549"/>
                      </a:cubicBezTo>
                      <a:lnTo>
                        <a:pt x="195017" y="0"/>
                      </a:lnTo>
                      <a:cubicBezTo>
                        <a:pt x="455785" y="35816"/>
                        <a:pt x="714915" y="83547"/>
                        <a:pt x="971363" y="142968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87" name="Group 87"/>
                <p:cNvGrpSpPr/>
                <p:nvPr/>
              </p:nvGrpSpPr>
              <p:grpSpPr>
                <a:xfrm>
                  <a:off x="9748586" y="2428223"/>
                  <a:ext cx="774410" cy="739189"/>
                  <a:chOff x="9748586" y="2428223"/>
                  <a:chExt cx="774410" cy="739189"/>
                </a:xfrm>
              </p:grpSpPr>
              <p:grpSp>
                <p:nvGrpSpPr>
                  <p:cNvPr id="88" name="Group 88"/>
                  <p:cNvGrpSpPr/>
                  <p:nvPr/>
                </p:nvGrpSpPr>
                <p:grpSpPr>
                  <a:xfrm>
                    <a:off x="9912530" y="2600604"/>
                    <a:ext cx="477414" cy="422839"/>
                    <a:chOff x="9912530" y="2600604"/>
                    <a:chExt cx="477414" cy="422839"/>
                  </a:xfrm>
                </p:grpSpPr>
                <p:sp>
                  <p:nvSpPr>
                    <p:cNvPr id="89" name="AutoShape 89"/>
                    <p:cNvSpPr/>
                    <p:nvPr/>
                  </p:nvSpPr>
                  <p:spPr>
                    <a:xfrm>
                      <a:off x="10316213" y="2670748"/>
                      <a:ext cx="73731" cy="10901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731" h="109013">
                          <a:moveTo>
                            <a:pt x="1936" y="35519"/>
                          </a:moveTo>
                          <a:cubicBezTo>
                            <a:pt x="4691" y="50411"/>
                            <a:pt x="5287" y="65750"/>
                            <a:pt x="3574" y="80792"/>
                          </a:cubicBezTo>
                          <a:cubicBezTo>
                            <a:pt x="2830" y="87493"/>
                            <a:pt x="1490" y="94046"/>
                            <a:pt x="0" y="100599"/>
                          </a:cubicBezTo>
                          <a:cubicBezTo>
                            <a:pt x="21967" y="103056"/>
                            <a:pt x="43933" y="105886"/>
                            <a:pt x="65826" y="109013"/>
                          </a:cubicBezTo>
                          <a:cubicBezTo>
                            <a:pt x="68729" y="97695"/>
                            <a:pt x="71038" y="86228"/>
                            <a:pt x="72378" y="74611"/>
                          </a:cubicBezTo>
                          <a:cubicBezTo>
                            <a:pt x="75207" y="49741"/>
                            <a:pt x="73569" y="24424"/>
                            <a:pt x="67761" y="0"/>
                          </a:cubicBezTo>
                          <a:cubicBezTo>
                            <a:pt x="45720" y="11765"/>
                            <a:pt x="23754" y="23530"/>
                            <a:pt x="1936" y="35519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0" name="AutoShape 90"/>
                    <p:cNvSpPr/>
                    <p:nvPr/>
                  </p:nvSpPr>
                  <p:spPr>
                    <a:xfrm>
                      <a:off x="9923722" y="2600604"/>
                      <a:ext cx="123459" cy="14348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459" h="143489">
                          <a:moveTo>
                            <a:pt x="78335" y="0"/>
                          </a:moveTo>
                          <a:cubicBezTo>
                            <a:pt x="41476" y="39763"/>
                            <a:pt x="14222" y="88610"/>
                            <a:pt x="0" y="140958"/>
                          </a:cubicBezTo>
                          <a:cubicBezTo>
                            <a:pt x="22413" y="141479"/>
                            <a:pt x="44901" y="142298"/>
                            <a:pt x="67389" y="143489"/>
                          </a:cubicBezTo>
                          <a:cubicBezTo>
                            <a:pt x="78111" y="107226"/>
                            <a:pt x="97471" y="73494"/>
                            <a:pt x="123459" y="46092"/>
                          </a:cubicBezTo>
                          <a:cubicBezTo>
                            <a:pt x="108492" y="30604"/>
                            <a:pt x="93450" y="15265"/>
                            <a:pt x="78335" y="0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1" name="AutoShape 91"/>
                    <p:cNvSpPr/>
                    <p:nvPr/>
                  </p:nvSpPr>
                  <p:spPr>
                    <a:xfrm>
                      <a:off x="10077040" y="2879168"/>
                      <a:ext cx="228302" cy="1442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8301" h="144275">
                          <a:moveTo>
                            <a:pt x="184742" y="0"/>
                          </a:moveTo>
                          <a:cubicBezTo>
                            <a:pt x="174168" y="12435"/>
                            <a:pt x="162403" y="23754"/>
                            <a:pt x="149298" y="33508"/>
                          </a:cubicBezTo>
                          <a:cubicBezTo>
                            <a:pt x="114672" y="59198"/>
                            <a:pt x="70739" y="73420"/>
                            <a:pt x="27998" y="69101"/>
                          </a:cubicBezTo>
                          <a:cubicBezTo>
                            <a:pt x="18542" y="93376"/>
                            <a:pt x="9234" y="117725"/>
                            <a:pt x="0" y="142074"/>
                          </a:cubicBezTo>
                          <a:cubicBezTo>
                            <a:pt x="63070" y="151233"/>
                            <a:pt x="128746" y="131203"/>
                            <a:pt x="179976" y="93153"/>
                          </a:cubicBezTo>
                          <a:cubicBezTo>
                            <a:pt x="197847" y="79898"/>
                            <a:pt x="213856" y="64485"/>
                            <a:pt x="228302" y="47656"/>
                          </a:cubicBezTo>
                          <a:cubicBezTo>
                            <a:pt x="213783" y="31870"/>
                            <a:pt x="199262" y="15935"/>
                            <a:pt x="184742" y="0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2" name="AutoShape 92"/>
                    <p:cNvSpPr/>
                    <p:nvPr/>
                  </p:nvSpPr>
                  <p:spPr>
                    <a:xfrm>
                      <a:off x="9912530" y="2756305"/>
                      <a:ext cx="93323" cy="1822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323" h="182209">
                          <a:moveTo>
                            <a:pt x="30551" y="182210"/>
                          </a:moveTo>
                          <a:cubicBezTo>
                            <a:pt x="51401" y="166722"/>
                            <a:pt x="72325" y="151233"/>
                            <a:pt x="93323" y="135820"/>
                          </a:cubicBezTo>
                          <a:cubicBezTo>
                            <a:pt x="87366" y="127629"/>
                            <a:pt x="82377" y="118693"/>
                            <a:pt x="78729" y="109162"/>
                          </a:cubicBezTo>
                          <a:cubicBezTo>
                            <a:pt x="71952" y="91663"/>
                            <a:pt x="69346" y="72824"/>
                            <a:pt x="69123" y="54060"/>
                          </a:cubicBezTo>
                          <a:cubicBezTo>
                            <a:pt x="68900" y="36710"/>
                            <a:pt x="70910" y="19435"/>
                            <a:pt x="74708" y="2532"/>
                          </a:cubicBezTo>
                          <a:cubicBezTo>
                            <a:pt x="52369" y="1340"/>
                            <a:pt x="30030" y="521"/>
                            <a:pt x="7691" y="0"/>
                          </a:cubicBezTo>
                          <a:cubicBezTo>
                            <a:pt x="2479" y="23604"/>
                            <a:pt x="-276" y="47731"/>
                            <a:pt x="22" y="71931"/>
                          </a:cubicBezTo>
                          <a:cubicBezTo>
                            <a:pt x="394" y="98290"/>
                            <a:pt x="4043" y="124874"/>
                            <a:pt x="13574" y="149521"/>
                          </a:cubicBezTo>
                          <a:cubicBezTo>
                            <a:pt x="17967" y="161137"/>
                            <a:pt x="23775" y="172009"/>
                            <a:pt x="30551" y="182210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93" name="AutoShape 93"/>
                  <p:cNvSpPr/>
                  <p:nvPr/>
                </p:nvSpPr>
                <p:spPr>
                  <a:xfrm>
                    <a:off x="10040391" y="2647298"/>
                    <a:ext cx="221572" cy="2384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572" h="238481">
                        <a:moveTo>
                          <a:pt x="220943" y="109454"/>
                        </a:moveTo>
                        <a:cubicBezTo>
                          <a:pt x="219678" y="120772"/>
                          <a:pt x="216476" y="131792"/>
                          <a:pt x="212454" y="142440"/>
                        </a:cubicBezTo>
                        <a:cubicBezTo>
                          <a:pt x="201732" y="170662"/>
                          <a:pt x="184159" y="196798"/>
                          <a:pt x="159884" y="214744"/>
                        </a:cubicBezTo>
                        <a:cubicBezTo>
                          <a:pt x="135610" y="232689"/>
                          <a:pt x="104410" y="242146"/>
                          <a:pt x="74550" y="237157"/>
                        </a:cubicBezTo>
                        <a:cubicBezTo>
                          <a:pt x="44691" y="232168"/>
                          <a:pt x="17214" y="212063"/>
                          <a:pt x="6268" y="183842"/>
                        </a:cubicBezTo>
                        <a:cubicBezTo>
                          <a:pt x="1875" y="172449"/>
                          <a:pt x="162" y="160088"/>
                          <a:pt x="13" y="147876"/>
                        </a:cubicBezTo>
                        <a:cubicBezTo>
                          <a:pt x="-731" y="93593"/>
                          <a:pt x="30319" y="39980"/>
                          <a:pt x="77827" y="13620"/>
                        </a:cubicBezTo>
                        <a:cubicBezTo>
                          <a:pt x="86315" y="8929"/>
                          <a:pt x="95325" y="4983"/>
                          <a:pt x="104782" y="2600"/>
                        </a:cubicBezTo>
                        <a:cubicBezTo>
                          <a:pt x="134716" y="-4921"/>
                          <a:pt x="168150" y="4238"/>
                          <a:pt x="190637" y="25385"/>
                        </a:cubicBezTo>
                        <a:cubicBezTo>
                          <a:pt x="213200" y="46533"/>
                          <a:pt x="224443" y="78775"/>
                          <a:pt x="220943" y="109454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94" name="AutoShape 94"/>
                  <p:cNvSpPr/>
                  <p:nvPr/>
                </p:nvSpPr>
                <p:spPr>
                  <a:xfrm>
                    <a:off x="9748586" y="2863829"/>
                    <a:ext cx="139617" cy="521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9617" h="52123">
                        <a:moveTo>
                          <a:pt x="13031" y="0"/>
                        </a:moveTo>
                        <a:lnTo>
                          <a:pt x="0" y="40954"/>
                        </a:lnTo>
                        <a:lnTo>
                          <a:pt x="119140" y="52124"/>
                        </a:lnTo>
                        <a:lnTo>
                          <a:pt x="139617" y="14893"/>
                        </a:ln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95" name="AutoShape 95"/>
                  <p:cNvSpPr/>
                  <p:nvPr/>
                </p:nvSpPr>
                <p:spPr>
                  <a:xfrm>
                    <a:off x="9852833" y="2428223"/>
                    <a:ext cx="393534" cy="2079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3534" h="207973">
                        <a:moveTo>
                          <a:pt x="285415" y="86972"/>
                        </a:moveTo>
                        <a:cubicBezTo>
                          <a:pt x="265087" y="92110"/>
                          <a:pt x="245726" y="100524"/>
                          <a:pt x="227409" y="110651"/>
                        </a:cubicBezTo>
                        <a:cubicBezTo>
                          <a:pt x="216612" y="116608"/>
                          <a:pt x="206336" y="123384"/>
                          <a:pt x="196358" y="130607"/>
                        </a:cubicBezTo>
                        <a:lnTo>
                          <a:pt x="124799" y="41848"/>
                        </a:lnTo>
                        <a:lnTo>
                          <a:pt x="139617" y="14893"/>
                        </a:lnTo>
                        <a:lnTo>
                          <a:pt x="13031" y="0"/>
                        </a:lnTo>
                        <a:lnTo>
                          <a:pt x="0" y="40954"/>
                        </a:lnTo>
                        <a:lnTo>
                          <a:pt x="113481" y="51602"/>
                        </a:lnTo>
                        <a:lnTo>
                          <a:pt x="184518" y="139692"/>
                        </a:lnTo>
                        <a:cubicBezTo>
                          <a:pt x="175880" y="146617"/>
                          <a:pt x="167466" y="153914"/>
                          <a:pt x="159573" y="161658"/>
                        </a:cubicBezTo>
                        <a:cubicBezTo>
                          <a:pt x="174838" y="176997"/>
                          <a:pt x="189954" y="192411"/>
                          <a:pt x="204921" y="207974"/>
                        </a:cubicBezTo>
                        <a:cubicBezTo>
                          <a:pt x="217952" y="195911"/>
                          <a:pt x="232323" y="185263"/>
                          <a:pt x="247960" y="176625"/>
                        </a:cubicBezTo>
                        <a:cubicBezTo>
                          <a:pt x="260991" y="169402"/>
                          <a:pt x="274767" y="163445"/>
                          <a:pt x="289138" y="159797"/>
                        </a:cubicBezTo>
                        <a:cubicBezTo>
                          <a:pt x="315200" y="153244"/>
                          <a:pt x="343049" y="154957"/>
                          <a:pt x="368515" y="163594"/>
                        </a:cubicBezTo>
                        <a:cubicBezTo>
                          <a:pt x="376185" y="139171"/>
                          <a:pt x="384004" y="114747"/>
                          <a:pt x="393534" y="91142"/>
                        </a:cubicBezTo>
                        <a:cubicBezTo>
                          <a:pt x="358686" y="80047"/>
                          <a:pt x="320934" y="78037"/>
                          <a:pt x="285415" y="86972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96" name="AutoShape 96"/>
                  <p:cNvSpPr/>
                  <p:nvPr/>
                </p:nvSpPr>
                <p:spPr>
                  <a:xfrm>
                    <a:off x="10234305" y="2524280"/>
                    <a:ext cx="288691" cy="1673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691" h="167317">
                        <a:moveTo>
                          <a:pt x="268214" y="75207"/>
                        </a:moveTo>
                        <a:lnTo>
                          <a:pt x="288691" y="37976"/>
                        </a:lnTo>
                        <a:lnTo>
                          <a:pt x="162105" y="23083"/>
                        </a:lnTo>
                        <a:lnTo>
                          <a:pt x="152426" y="53613"/>
                        </a:lnTo>
                        <a:cubicBezTo>
                          <a:pt x="141926" y="61878"/>
                          <a:pt x="131203" y="69846"/>
                          <a:pt x="120257" y="77590"/>
                        </a:cubicBezTo>
                        <a:cubicBezTo>
                          <a:pt x="111397" y="63889"/>
                          <a:pt x="100972" y="51156"/>
                          <a:pt x="89058" y="39912"/>
                        </a:cubicBezTo>
                        <a:cubicBezTo>
                          <a:pt x="70814" y="22786"/>
                          <a:pt x="49220" y="9308"/>
                          <a:pt x="25913" y="0"/>
                        </a:cubicBezTo>
                        <a:cubicBezTo>
                          <a:pt x="16084" y="23456"/>
                          <a:pt x="7819" y="47954"/>
                          <a:pt x="0" y="72676"/>
                        </a:cubicBezTo>
                        <a:cubicBezTo>
                          <a:pt x="14372" y="79154"/>
                          <a:pt x="27701" y="87791"/>
                          <a:pt x="39167" y="98588"/>
                        </a:cubicBezTo>
                        <a:cubicBezTo>
                          <a:pt x="58900" y="117130"/>
                          <a:pt x="72974" y="141255"/>
                          <a:pt x="80420" y="167317"/>
                        </a:cubicBezTo>
                        <a:cubicBezTo>
                          <a:pt x="102163" y="155478"/>
                          <a:pt x="123980" y="143862"/>
                          <a:pt x="145798" y="132320"/>
                        </a:cubicBezTo>
                        <a:cubicBezTo>
                          <a:pt x="141330" y="117800"/>
                          <a:pt x="135299" y="103801"/>
                          <a:pt x="127927" y="90472"/>
                        </a:cubicBezTo>
                        <a:cubicBezTo>
                          <a:pt x="139468" y="82356"/>
                          <a:pt x="150712" y="73941"/>
                          <a:pt x="161733" y="65304"/>
                        </a:cubicBezTo>
                        <a:lnTo>
                          <a:pt x="268214" y="75207"/>
                        </a:ln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97" name="AutoShape 97"/>
                  <p:cNvSpPr/>
                  <p:nvPr/>
                </p:nvSpPr>
                <p:spPr>
                  <a:xfrm>
                    <a:off x="9908680" y="2903741"/>
                    <a:ext cx="181539" cy="1648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539" h="164860">
                        <a:moveTo>
                          <a:pt x="153691" y="114672"/>
                        </a:moveTo>
                        <a:cubicBezTo>
                          <a:pt x="162850" y="90472"/>
                          <a:pt x="172157" y="66272"/>
                          <a:pt x="181540" y="42146"/>
                        </a:cubicBezTo>
                        <a:cubicBezTo>
                          <a:pt x="153095" y="36189"/>
                          <a:pt x="126289" y="21296"/>
                          <a:pt x="106705" y="0"/>
                        </a:cubicBezTo>
                        <a:cubicBezTo>
                          <a:pt x="85483" y="15488"/>
                          <a:pt x="64336" y="31051"/>
                          <a:pt x="43263" y="46688"/>
                        </a:cubicBezTo>
                        <a:cubicBezTo>
                          <a:pt x="56443" y="63144"/>
                          <a:pt x="72676" y="77218"/>
                          <a:pt x="90695" y="88610"/>
                        </a:cubicBezTo>
                        <a:cubicBezTo>
                          <a:pt x="86600" y="99110"/>
                          <a:pt x="83026" y="109832"/>
                          <a:pt x="79973" y="120629"/>
                        </a:cubicBezTo>
                        <a:lnTo>
                          <a:pt x="13031" y="112736"/>
                        </a:lnTo>
                        <a:lnTo>
                          <a:pt x="0" y="153691"/>
                        </a:lnTo>
                        <a:lnTo>
                          <a:pt x="119140" y="164860"/>
                        </a:lnTo>
                        <a:lnTo>
                          <a:pt x="139617" y="127629"/>
                        </a:lnTo>
                        <a:lnTo>
                          <a:pt x="94940" y="122342"/>
                        </a:lnTo>
                        <a:cubicBezTo>
                          <a:pt x="97546" y="113481"/>
                          <a:pt x="100376" y="104694"/>
                          <a:pt x="103726" y="96057"/>
                        </a:cubicBezTo>
                        <a:cubicBezTo>
                          <a:pt x="119512" y="104397"/>
                          <a:pt x="136341" y="110800"/>
                          <a:pt x="153691" y="114672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98" name="AutoShape 98"/>
                  <p:cNvSpPr/>
                  <p:nvPr/>
                </p:nvSpPr>
                <p:spPr>
                  <a:xfrm>
                    <a:off x="10173022" y="2785718"/>
                    <a:ext cx="204921" cy="3257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4921" h="325773">
                        <a:moveTo>
                          <a:pt x="204921" y="8265"/>
                        </a:moveTo>
                        <a:cubicBezTo>
                          <a:pt x="183103" y="5212"/>
                          <a:pt x="161212" y="2457"/>
                          <a:pt x="139319" y="0"/>
                        </a:cubicBezTo>
                        <a:cubicBezTo>
                          <a:pt x="137607" y="5510"/>
                          <a:pt x="135820" y="10946"/>
                          <a:pt x="133809" y="16233"/>
                        </a:cubicBezTo>
                        <a:cubicBezTo>
                          <a:pt x="124948" y="39465"/>
                          <a:pt x="113035" y="61655"/>
                          <a:pt x="98142" y="81611"/>
                        </a:cubicBezTo>
                        <a:cubicBezTo>
                          <a:pt x="112662" y="97621"/>
                          <a:pt x="127256" y="113555"/>
                          <a:pt x="141926" y="129490"/>
                        </a:cubicBezTo>
                        <a:cubicBezTo>
                          <a:pt x="148032" y="121672"/>
                          <a:pt x="153840" y="113630"/>
                          <a:pt x="159275" y="105290"/>
                        </a:cubicBezTo>
                        <a:lnTo>
                          <a:pt x="169031" y="117576"/>
                        </a:lnTo>
                        <a:cubicBezTo>
                          <a:pt x="170668" y="119661"/>
                          <a:pt x="172754" y="122342"/>
                          <a:pt x="172976" y="124278"/>
                        </a:cubicBezTo>
                        <a:cubicBezTo>
                          <a:pt x="173200" y="126214"/>
                          <a:pt x="171786" y="129044"/>
                          <a:pt x="170519" y="131575"/>
                        </a:cubicBezTo>
                        <a:cubicBezTo>
                          <a:pt x="146245" y="180944"/>
                          <a:pt x="125320" y="232472"/>
                          <a:pt x="108045" y="284819"/>
                        </a:cubicBezTo>
                        <a:lnTo>
                          <a:pt x="13031" y="273650"/>
                        </a:lnTo>
                        <a:lnTo>
                          <a:pt x="0" y="314604"/>
                        </a:lnTo>
                        <a:lnTo>
                          <a:pt x="119140" y="325774"/>
                        </a:lnTo>
                        <a:lnTo>
                          <a:pt x="139617" y="288542"/>
                        </a:lnTo>
                        <a:lnTo>
                          <a:pt x="123161" y="286606"/>
                        </a:lnTo>
                        <a:cubicBezTo>
                          <a:pt x="139990" y="235898"/>
                          <a:pt x="160393" y="186082"/>
                          <a:pt x="183923" y="138203"/>
                        </a:cubicBezTo>
                        <a:cubicBezTo>
                          <a:pt x="185785" y="134330"/>
                          <a:pt x="188391" y="129044"/>
                          <a:pt x="187794" y="122863"/>
                        </a:cubicBezTo>
                        <a:cubicBezTo>
                          <a:pt x="187124" y="116534"/>
                          <a:pt x="183401" y="111843"/>
                          <a:pt x="180646" y="108418"/>
                        </a:cubicBezTo>
                        <a:lnTo>
                          <a:pt x="167615" y="92036"/>
                        </a:lnTo>
                        <a:cubicBezTo>
                          <a:pt x="179232" y="72527"/>
                          <a:pt x="189210" y="51975"/>
                          <a:pt x="197251" y="30828"/>
                        </a:cubicBezTo>
                        <a:cubicBezTo>
                          <a:pt x="200081" y="23381"/>
                          <a:pt x="202539" y="15861"/>
                          <a:pt x="204921" y="8265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99" name="AutoShape 99"/>
                  <p:cNvSpPr/>
                  <p:nvPr/>
                </p:nvSpPr>
                <p:spPr>
                  <a:xfrm>
                    <a:off x="10218546" y="3046154"/>
                    <a:ext cx="155549" cy="1212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549" h="121257">
                        <a:moveTo>
                          <a:pt x="12185" y="108228"/>
                        </a:moveTo>
                        <a:cubicBezTo>
                          <a:pt x="12185" y="108228"/>
                          <a:pt x="-8292" y="63550"/>
                          <a:pt x="3845" y="63550"/>
                        </a:cubicBezTo>
                        <a:cubicBezTo>
                          <a:pt x="15908" y="63550"/>
                          <a:pt x="35492" y="74719"/>
                          <a:pt x="46661" y="81272"/>
                        </a:cubicBezTo>
                        <a:cubicBezTo>
                          <a:pt x="57830" y="87825"/>
                          <a:pt x="78308" y="78443"/>
                          <a:pt x="75552" y="62657"/>
                        </a:cubicBezTo>
                        <a:cubicBezTo>
                          <a:pt x="72797" y="46871"/>
                          <a:pt x="38321" y="3086"/>
                          <a:pt x="45767" y="257"/>
                        </a:cubicBezTo>
                        <a:cubicBezTo>
                          <a:pt x="53214" y="-2573"/>
                          <a:pt x="89551" y="17979"/>
                          <a:pt x="127676" y="61688"/>
                        </a:cubicBezTo>
                        <a:cubicBezTo>
                          <a:pt x="165801" y="105398"/>
                          <a:pt x="153738" y="121259"/>
                          <a:pt x="153738" y="121259"/>
                        </a:cubicBezTo>
                        <a:lnTo>
                          <a:pt x="12185" y="108228"/>
                        </a:lnTo>
                        <a:close/>
                      </a:path>
                    </a:pathLst>
                  </a:custGeom>
                  <a:solidFill>
                    <a:srgbClr val="007888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100" name="Group 100"/>
              <p:cNvGrpSpPr/>
              <p:nvPr/>
            </p:nvGrpSpPr>
            <p:grpSpPr>
              <a:xfrm>
                <a:off x="9013789" y="1596253"/>
                <a:ext cx="652887" cy="651100"/>
                <a:chOff x="9013789" y="1596253"/>
                <a:chExt cx="652887" cy="651100"/>
              </a:xfrm>
            </p:grpSpPr>
            <p:sp>
              <p:nvSpPr>
                <p:cNvPr id="101" name="AutoShape 101"/>
                <p:cNvSpPr/>
                <p:nvPr/>
              </p:nvSpPr>
              <p:spPr>
                <a:xfrm>
                  <a:off x="9013789" y="1596253"/>
                  <a:ext cx="652887" cy="65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87" h="651100">
                      <a:moveTo>
                        <a:pt x="0" y="651101"/>
                      </a:moveTo>
                      <a:cubicBezTo>
                        <a:pt x="32317" y="434042"/>
                        <a:pt x="64708" y="217058"/>
                        <a:pt x="97025" y="0"/>
                      </a:cubicBezTo>
                      <a:cubicBezTo>
                        <a:pt x="283181" y="12137"/>
                        <a:pt x="468742" y="33359"/>
                        <a:pt x="652888" y="63144"/>
                      </a:cubicBezTo>
                      <a:lnTo>
                        <a:pt x="543353" y="647154"/>
                      </a:lnTo>
                      <a:cubicBezTo>
                        <a:pt x="362335" y="639633"/>
                        <a:pt x="180944" y="640825"/>
                        <a:pt x="0" y="651101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02" name="Group 102"/>
                <p:cNvGrpSpPr/>
                <p:nvPr/>
              </p:nvGrpSpPr>
              <p:grpSpPr>
                <a:xfrm>
                  <a:off x="9064796" y="1648005"/>
                  <a:ext cx="550873" cy="547746"/>
                  <a:chOff x="9064796" y="1648005"/>
                  <a:chExt cx="550873" cy="547746"/>
                </a:xfrm>
                <a:solidFill>
                  <a:srgbClr val="E0DBD5">
                    <a:alpha val="100000"/>
                  </a:srgbClr>
                </a:solidFill>
              </p:grpSpPr>
              <p:sp>
                <p:nvSpPr>
                  <p:cNvPr id="103" name="AutoShape 103"/>
                  <p:cNvSpPr/>
                  <p:nvPr/>
                </p:nvSpPr>
                <p:spPr>
                  <a:xfrm>
                    <a:off x="9064796" y="1648005"/>
                    <a:ext cx="249598" cy="547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598" h="547746">
                        <a:moveTo>
                          <a:pt x="249598" y="13776"/>
                        </a:moveTo>
                        <a:lnTo>
                          <a:pt x="241109" y="12956"/>
                        </a:lnTo>
                        <a:cubicBezTo>
                          <a:pt x="188837" y="7818"/>
                          <a:pt x="137458" y="3649"/>
                          <a:pt x="88461" y="447"/>
                        </a:cubicBezTo>
                        <a:lnTo>
                          <a:pt x="81611" y="0"/>
                        </a:lnTo>
                        <a:lnTo>
                          <a:pt x="0" y="547746"/>
                        </a:lnTo>
                        <a:lnTo>
                          <a:pt x="9159" y="547225"/>
                        </a:lnTo>
                        <a:cubicBezTo>
                          <a:pt x="51453" y="544842"/>
                          <a:pt x="94493" y="543055"/>
                          <a:pt x="140883" y="541789"/>
                        </a:cubicBezTo>
                        <a:lnTo>
                          <a:pt x="147138" y="541640"/>
                        </a:lnTo>
                        <a:lnTo>
                          <a:pt x="148031" y="535460"/>
                        </a:lnTo>
                        <a:cubicBezTo>
                          <a:pt x="173199" y="368738"/>
                          <a:pt x="206708" y="196060"/>
                          <a:pt x="247662" y="22041"/>
                        </a:cubicBezTo>
                        <a:lnTo>
                          <a:pt x="249598" y="13776"/>
                        </a:lnTo>
                        <a:close/>
                        <a:moveTo>
                          <a:pt x="134256" y="527046"/>
                        </a:moveTo>
                        <a:cubicBezTo>
                          <a:pt x="93376" y="528163"/>
                          <a:pt x="55027" y="529726"/>
                          <a:pt x="17424" y="531811"/>
                        </a:cubicBezTo>
                        <a:lnTo>
                          <a:pt x="94344" y="15711"/>
                        </a:lnTo>
                        <a:cubicBezTo>
                          <a:pt x="138500" y="18690"/>
                          <a:pt x="184443" y="22413"/>
                          <a:pt x="231206" y="26955"/>
                        </a:cubicBezTo>
                        <a:cubicBezTo>
                          <a:pt x="191592" y="196358"/>
                          <a:pt x="158977" y="364494"/>
                          <a:pt x="134256" y="527046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04" name="AutoShape 104"/>
                  <p:cNvSpPr/>
                  <p:nvPr/>
                </p:nvSpPr>
                <p:spPr>
                  <a:xfrm>
                    <a:off x="9313278" y="1664014"/>
                    <a:ext cx="302392" cy="132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392" h="132990">
                        <a:moveTo>
                          <a:pt x="294871" y="36040"/>
                        </a:moveTo>
                        <a:cubicBezTo>
                          <a:pt x="207899" y="21966"/>
                          <a:pt x="118842" y="10052"/>
                          <a:pt x="30083" y="670"/>
                        </a:cubicBezTo>
                        <a:lnTo>
                          <a:pt x="23530" y="0"/>
                        </a:lnTo>
                        <a:lnTo>
                          <a:pt x="22041" y="6404"/>
                        </a:lnTo>
                        <a:cubicBezTo>
                          <a:pt x="15861" y="32466"/>
                          <a:pt x="9531" y="60389"/>
                          <a:pt x="1936" y="94195"/>
                        </a:cubicBezTo>
                        <a:lnTo>
                          <a:pt x="0" y="102907"/>
                        </a:lnTo>
                        <a:lnTo>
                          <a:pt x="8935" y="103280"/>
                        </a:lnTo>
                        <a:cubicBezTo>
                          <a:pt x="94120" y="106556"/>
                          <a:pt x="179976" y="118470"/>
                          <a:pt x="263076" y="130012"/>
                        </a:cubicBezTo>
                        <a:lnTo>
                          <a:pt x="284447" y="132990"/>
                        </a:lnTo>
                        <a:lnTo>
                          <a:pt x="302392" y="37306"/>
                        </a:lnTo>
                        <a:lnTo>
                          <a:pt x="294871" y="36040"/>
                        </a:lnTo>
                        <a:close/>
                        <a:moveTo>
                          <a:pt x="272458" y="116310"/>
                        </a:moveTo>
                        <a:lnTo>
                          <a:pt x="265161" y="115268"/>
                        </a:lnTo>
                        <a:cubicBezTo>
                          <a:pt x="184592" y="104099"/>
                          <a:pt x="101418" y="92557"/>
                          <a:pt x="18467" y="88759"/>
                        </a:cubicBezTo>
                        <a:cubicBezTo>
                          <a:pt x="24573" y="61506"/>
                          <a:pt x="29934" y="38125"/>
                          <a:pt x="35072" y="16158"/>
                        </a:cubicBezTo>
                        <a:cubicBezTo>
                          <a:pt x="118842" y="25094"/>
                          <a:pt x="202836" y="36338"/>
                          <a:pt x="285042" y="49518"/>
                        </a:cubicBezTo>
                        <a:lnTo>
                          <a:pt x="272458" y="116310"/>
                        </a:ln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05" name="AutoShape 105"/>
                  <p:cNvSpPr/>
                  <p:nvPr/>
                </p:nvSpPr>
                <p:spPr>
                  <a:xfrm>
                    <a:off x="9265994" y="1789111"/>
                    <a:ext cx="327635" cy="2271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635" h="227110">
                        <a:moveTo>
                          <a:pt x="48550" y="223"/>
                        </a:moveTo>
                        <a:lnTo>
                          <a:pt x="42369" y="0"/>
                        </a:lnTo>
                        <a:lnTo>
                          <a:pt x="41029" y="6031"/>
                        </a:lnTo>
                        <a:cubicBezTo>
                          <a:pt x="26955" y="70963"/>
                          <a:pt x="13701" y="136937"/>
                          <a:pt x="1638" y="202017"/>
                        </a:cubicBezTo>
                        <a:lnTo>
                          <a:pt x="0" y="210803"/>
                        </a:lnTo>
                        <a:lnTo>
                          <a:pt x="10350" y="210803"/>
                        </a:lnTo>
                        <a:cubicBezTo>
                          <a:pt x="76026" y="210803"/>
                          <a:pt x="142745" y="215941"/>
                          <a:pt x="207229" y="221005"/>
                        </a:cubicBezTo>
                        <a:cubicBezTo>
                          <a:pt x="232845" y="223015"/>
                          <a:pt x="258385" y="224951"/>
                          <a:pt x="284000" y="226664"/>
                        </a:cubicBezTo>
                        <a:lnTo>
                          <a:pt x="290553" y="227111"/>
                        </a:lnTo>
                        <a:lnTo>
                          <a:pt x="327635" y="29413"/>
                        </a:lnTo>
                        <a:lnTo>
                          <a:pt x="312445" y="27328"/>
                        </a:lnTo>
                        <a:cubicBezTo>
                          <a:pt x="226366" y="15488"/>
                          <a:pt x="137309" y="3127"/>
                          <a:pt x="48550" y="223"/>
                        </a:cubicBezTo>
                        <a:close/>
                        <a:moveTo>
                          <a:pt x="278416" y="211474"/>
                        </a:moveTo>
                        <a:cubicBezTo>
                          <a:pt x="255109" y="209910"/>
                          <a:pt x="231727" y="208048"/>
                          <a:pt x="208421" y="206261"/>
                        </a:cubicBezTo>
                        <a:cubicBezTo>
                          <a:pt x="146095" y="201421"/>
                          <a:pt x="81760" y="196432"/>
                          <a:pt x="17946" y="196060"/>
                        </a:cubicBezTo>
                        <a:cubicBezTo>
                          <a:pt x="29115" y="135969"/>
                          <a:pt x="41327" y="75282"/>
                          <a:pt x="54283" y="15339"/>
                        </a:cubicBezTo>
                        <a:cubicBezTo>
                          <a:pt x="140064" y="18541"/>
                          <a:pt x="226515" y="30530"/>
                          <a:pt x="310211" y="42146"/>
                        </a:cubicBezTo>
                        <a:lnTo>
                          <a:pt x="278416" y="211474"/>
                        </a:ln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06" name="AutoShape 106"/>
                  <p:cNvSpPr/>
                  <p:nvPr/>
                </p:nvSpPr>
                <p:spPr>
                  <a:xfrm>
                    <a:off x="9234422" y="2022402"/>
                    <a:ext cx="318178" cy="1699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8178" h="169997">
                        <a:moveTo>
                          <a:pt x="239993" y="10201"/>
                        </a:moveTo>
                        <a:cubicBezTo>
                          <a:pt x="175285" y="5138"/>
                          <a:pt x="108268" y="0"/>
                          <a:pt x="42072" y="0"/>
                        </a:cubicBezTo>
                        <a:lnTo>
                          <a:pt x="27774" y="74"/>
                        </a:lnTo>
                        <a:lnTo>
                          <a:pt x="26658" y="6180"/>
                        </a:lnTo>
                        <a:cubicBezTo>
                          <a:pt x="16605" y="62251"/>
                          <a:pt x="8340" y="111917"/>
                          <a:pt x="1340" y="157935"/>
                        </a:cubicBezTo>
                        <a:lnTo>
                          <a:pt x="0" y="166647"/>
                        </a:lnTo>
                        <a:lnTo>
                          <a:pt x="8861" y="166498"/>
                        </a:lnTo>
                        <a:cubicBezTo>
                          <a:pt x="99556" y="164786"/>
                          <a:pt x="191741" y="165903"/>
                          <a:pt x="282809" y="169700"/>
                        </a:cubicBezTo>
                        <a:lnTo>
                          <a:pt x="289287" y="169998"/>
                        </a:lnTo>
                        <a:lnTo>
                          <a:pt x="318178" y="16084"/>
                        </a:lnTo>
                        <a:lnTo>
                          <a:pt x="309839" y="15488"/>
                        </a:lnTo>
                        <a:cubicBezTo>
                          <a:pt x="286458" y="13776"/>
                          <a:pt x="263225" y="11988"/>
                          <a:pt x="239993" y="10201"/>
                        </a:cubicBezTo>
                        <a:close/>
                        <a:moveTo>
                          <a:pt x="276926" y="154510"/>
                        </a:moveTo>
                        <a:cubicBezTo>
                          <a:pt x="215792" y="152052"/>
                          <a:pt x="153914" y="150787"/>
                          <a:pt x="92929" y="150787"/>
                        </a:cubicBezTo>
                        <a:cubicBezTo>
                          <a:pt x="67835" y="150787"/>
                          <a:pt x="42444" y="151010"/>
                          <a:pt x="17350" y="151382"/>
                        </a:cubicBezTo>
                        <a:cubicBezTo>
                          <a:pt x="23828" y="109609"/>
                          <a:pt x="31274" y="64782"/>
                          <a:pt x="40210" y="14818"/>
                        </a:cubicBezTo>
                        <a:lnTo>
                          <a:pt x="42072" y="14818"/>
                        </a:lnTo>
                        <a:cubicBezTo>
                          <a:pt x="107748" y="14818"/>
                          <a:pt x="174391" y="19956"/>
                          <a:pt x="238801" y="25019"/>
                        </a:cubicBezTo>
                        <a:cubicBezTo>
                          <a:pt x="259279" y="26583"/>
                          <a:pt x="279830" y="28221"/>
                          <a:pt x="300308" y="29636"/>
                        </a:cubicBezTo>
                        <a:lnTo>
                          <a:pt x="276926" y="154510"/>
                        </a:ln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07" name="AutoShape 107"/>
                  <p:cNvSpPr/>
                  <p:nvPr/>
                </p:nvSpPr>
                <p:spPr>
                  <a:xfrm>
                    <a:off x="9413504" y="1859701"/>
                    <a:ext cx="131128" cy="1019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128" h="101968">
                        <a:moveTo>
                          <a:pt x="106035" y="101120"/>
                        </a:moveTo>
                        <a:cubicBezTo>
                          <a:pt x="108417" y="99631"/>
                          <a:pt x="108939" y="96503"/>
                          <a:pt x="109311" y="93674"/>
                        </a:cubicBezTo>
                        <a:cubicBezTo>
                          <a:pt x="112885" y="63591"/>
                          <a:pt x="120183" y="33955"/>
                          <a:pt x="131128" y="5659"/>
                        </a:cubicBezTo>
                        <a:cubicBezTo>
                          <a:pt x="94717" y="5063"/>
                          <a:pt x="58304" y="3202"/>
                          <a:pt x="21967" y="0"/>
                        </a:cubicBezTo>
                        <a:cubicBezTo>
                          <a:pt x="11021" y="32987"/>
                          <a:pt x="3649" y="67165"/>
                          <a:pt x="0" y="101716"/>
                        </a:cubicBezTo>
                        <a:cubicBezTo>
                          <a:pt x="33732" y="101790"/>
                          <a:pt x="67463" y="101865"/>
                          <a:pt x="101195" y="101939"/>
                        </a:cubicBezTo>
                        <a:cubicBezTo>
                          <a:pt x="102833" y="102014"/>
                          <a:pt x="104620" y="102014"/>
                          <a:pt x="106035" y="101120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08" name="AutoShape 108"/>
                  <p:cNvSpPr/>
                  <p:nvPr/>
                </p:nvSpPr>
                <p:spPr>
                  <a:xfrm>
                    <a:off x="9426461" y="2081972"/>
                    <a:ext cx="71632" cy="565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632" h="56591">
                        <a:moveTo>
                          <a:pt x="0" y="54209"/>
                        </a:moveTo>
                        <a:cubicBezTo>
                          <a:pt x="21371" y="53241"/>
                          <a:pt x="42816" y="54060"/>
                          <a:pt x="64038" y="56592"/>
                        </a:cubicBezTo>
                        <a:cubicBezTo>
                          <a:pt x="66570" y="38050"/>
                          <a:pt x="69101" y="19584"/>
                          <a:pt x="71633" y="1042"/>
                        </a:cubicBezTo>
                        <a:cubicBezTo>
                          <a:pt x="52794" y="670"/>
                          <a:pt x="33881" y="372"/>
                          <a:pt x="15042" y="0"/>
                        </a:cubicBezTo>
                        <a:cubicBezTo>
                          <a:pt x="10053" y="18094"/>
                          <a:pt x="5064" y="36114"/>
                          <a:pt x="0" y="54209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109" name="Group 109"/>
              <p:cNvGrpSpPr/>
              <p:nvPr/>
            </p:nvGrpSpPr>
            <p:grpSpPr>
              <a:xfrm>
                <a:off x="11144237" y="3567798"/>
                <a:ext cx="673513" cy="472241"/>
                <a:chOff x="11144237" y="3567798"/>
                <a:chExt cx="673513" cy="472241"/>
              </a:xfrm>
            </p:grpSpPr>
            <p:sp>
              <p:nvSpPr>
                <p:cNvPr id="110" name="AutoShape 110"/>
                <p:cNvSpPr/>
                <p:nvPr/>
              </p:nvSpPr>
              <p:spPr>
                <a:xfrm>
                  <a:off x="11144237" y="3567798"/>
                  <a:ext cx="673513" cy="472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513" h="472241">
                      <a:moveTo>
                        <a:pt x="673513" y="132841"/>
                      </a:moveTo>
                      <a:cubicBezTo>
                        <a:pt x="652292" y="245950"/>
                        <a:pt x="631145" y="359133"/>
                        <a:pt x="609922" y="472241"/>
                      </a:cubicBezTo>
                      <a:cubicBezTo>
                        <a:pt x="409171" y="422500"/>
                        <a:pt x="205367" y="385939"/>
                        <a:pt x="0" y="362111"/>
                      </a:cubicBezTo>
                      <a:lnTo>
                        <a:pt x="90546" y="0"/>
                      </a:lnTo>
                      <a:cubicBezTo>
                        <a:pt x="286457" y="37008"/>
                        <a:pt x="480953" y="81238"/>
                        <a:pt x="673513" y="132841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11" name="AutoShape 111"/>
                <p:cNvSpPr/>
                <p:nvPr/>
              </p:nvSpPr>
              <p:spPr>
                <a:xfrm>
                  <a:off x="11377975" y="3654398"/>
                  <a:ext cx="396412" cy="2904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412" h="290404">
                      <a:moveTo>
                        <a:pt x="394130" y="81909"/>
                      </a:moveTo>
                      <a:cubicBezTo>
                        <a:pt x="389960" y="73048"/>
                        <a:pt x="380354" y="67389"/>
                        <a:pt x="369780" y="67389"/>
                      </a:cubicBezTo>
                      <a:cubicBezTo>
                        <a:pt x="363451" y="67389"/>
                        <a:pt x="357568" y="69548"/>
                        <a:pt x="353101" y="73420"/>
                      </a:cubicBezTo>
                      <a:cubicBezTo>
                        <a:pt x="345804" y="79750"/>
                        <a:pt x="342825" y="89951"/>
                        <a:pt x="344910" y="99259"/>
                      </a:cubicBezTo>
                      <a:cubicBezTo>
                        <a:pt x="334783" y="105960"/>
                        <a:pt x="325996" y="111545"/>
                        <a:pt x="318029" y="116608"/>
                      </a:cubicBezTo>
                      <a:cubicBezTo>
                        <a:pt x="296659" y="130309"/>
                        <a:pt x="279160" y="141479"/>
                        <a:pt x="251757" y="162850"/>
                      </a:cubicBezTo>
                      <a:lnTo>
                        <a:pt x="230312" y="44752"/>
                      </a:lnTo>
                      <a:lnTo>
                        <a:pt x="100077" y="143192"/>
                      </a:lnTo>
                      <a:cubicBezTo>
                        <a:pt x="96429" y="131799"/>
                        <a:pt x="92929" y="120331"/>
                        <a:pt x="89652" y="108864"/>
                      </a:cubicBezTo>
                      <a:lnTo>
                        <a:pt x="134330" y="0"/>
                      </a:lnTo>
                      <a:lnTo>
                        <a:pt x="0" y="46837"/>
                      </a:lnTo>
                      <a:lnTo>
                        <a:pt x="75653" y="114077"/>
                      </a:lnTo>
                      <a:cubicBezTo>
                        <a:pt x="79376" y="126959"/>
                        <a:pt x="83323" y="139841"/>
                        <a:pt x="87567" y="152648"/>
                      </a:cubicBezTo>
                      <a:lnTo>
                        <a:pt x="16902" y="206038"/>
                      </a:lnTo>
                      <a:lnTo>
                        <a:pt x="275064" y="290404"/>
                      </a:lnTo>
                      <a:lnTo>
                        <a:pt x="263746" y="228377"/>
                      </a:lnTo>
                      <a:lnTo>
                        <a:pt x="291893" y="228377"/>
                      </a:lnTo>
                      <a:cubicBezTo>
                        <a:pt x="291372" y="237312"/>
                        <a:pt x="293829" y="246397"/>
                        <a:pt x="299339" y="253545"/>
                      </a:cubicBezTo>
                      <a:cubicBezTo>
                        <a:pt x="306041" y="262183"/>
                        <a:pt x="317136" y="267395"/>
                        <a:pt x="329050" y="267395"/>
                      </a:cubicBezTo>
                      <a:cubicBezTo>
                        <a:pt x="339995" y="267395"/>
                        <a:pt x="350197" y="263076"/>
                        <a:pt x="356824" y="255556"/>
                      </a:cubicBezTo>
                      <a:cubicBezTo>
                        <a:pt x="364792" y="246546"/>
                        <a:pt x="367323" y="233515"/>
                        <a:pt x="363600" y="220707"/>
                      </a:cubicBezTo>
                      <a:cubicBezTo>
                        <a:pt x="359877" y="207825"/>
                        <a:pt x="350718" y="198219"/>
                        <a:pt x="339176" y="194869"/>
                      </a:cubicBezTo>
                      <a:cubicBezTo>
                        <a:pt x="335975" y="193975"/>
                        <a:pt x="332698" y="193454"/>
                        <a:pt x="329273" y="193454"/>
                      </a:cubicBezTo>
                      <a:cubicBezTo>
                        <a:pt x="316763" y="193454"/>
                        <a:pt x="304700" y="199709"/>
                        <a:pt x="297924" y="209761"/>
                      </a:cubicBezTo>
                      <a:cubicBezTo>
                        <a:pt x="297105" y="210952"/>
                        <a:pt x="296435" y="212218"/>
                        <a:pt x="295765" y="213559"/>
                      </a:cubicBezTo>
                      <a:lnTo>
                        <a:pt x="260991" y="213559"/>
                      </a:lnTo>
                      <a:lnTo>
                        <a:pt x="254811" y="179455"/>
                      </a:lnTo>
                      <a:cubicBezTo>
                        <a:pt x="285191" y="155404"/>
                        <a:pt x="302615" y="144160"/>
                        <a:pt x="326071" y="129193"/>
                      </a:cubicBezTo>
                      <a:cubicBezTo>
                        <a:pt x="333890" y="124204"/>
                        <a:pt x="342528" y="118693"/>
                        <a:pt x="352431" y="112215"/>
                      </a:cubicBezTo>
                      <a:cubicBezTo>
                        <a:pt x="357271" y="116757"/>
                        <a:pt x="363824" y="119513"/>
                        <a:pt x="370674" y="119513"/>
                      </a:cubicBezTo>
                      <a:cubicBezTo>
                        <a:pt x="372015" y="119513"/>
                        <a:pt x="373429" y="119363"/>
                        <a:pt x="374770" y="119140"/>
                      </a:cubicBezTo>
                      <a:cubicBezTo>
                        <a:pt x="382440" y="117874"/>
                        <a:pt x="389289" y="112588"/>
                        <a:pt x="393236" y="105141"/>
                      </a:cubicBezTo>
                      <a:cubicBezTo>
                        <a:pt x="397108" y="97621"/>
                        <a:pt x="397481" y="88908"/>
                        <a:pt x="394130" y="81909"/>
                      </a:cubicBezTo>
                      <a:close/>
                      <a:moveTo>
                        <a:pt x="107971" y="24870"/>
                      </a:moveTo>
                      <a:lnTo>
                        <a:pt x="78557" y="96652"/>
                      </a:lnTo>
                      <a:lnTo>
                        <a:pt x="28892" y="52496"/>
                      </a:lnTo>
                      <a:lnTo>
                        <a:pt x="107971" y="24870"/>
                      </a:lnTo>
                      <a:close/>
                      <a:moveTo>
                        <a:pt x="310210" y="218026"/>
                      </a:moveTo>
                      <a:cubicBezTo>
                        <a:pt x="314232" y="212069"/>
                        <a:pt x="321678" y="208272"/>
                        <a:pt x="329273" y="208272"/>
                      </a:cubicBezTo>
                      <a:cubicBezTo>
                        <a:pt x="331284" y="208272"/>
                        <a:pt x="333220" y="208570"/>
                        <a:pt x="335007" y="209091"/>
                      </a:cubicBezTo>
                      <a:cubicBezTo>
                        <a:pt x="341485" y="210952"/>
                        <a:pt x="346921" y="216984"/>
                        <a:pt x="349229" y="224728"/>
                      </a:cubicBezTo>
                      <a:cubicBezTo>
                        <a:pt x="351463" y="232547"/>
                        <a:pt x="350122" y="240514"/>
                        <a:pt x="345580" y="245578"/>
                      </a:cubicBezTo>
                      <a:cubicBezTo>
                        <a:pt x="341708" y="249897"/>
                        <a:pt x="335602" y="252428"/>
                        <a:pt x="328900" y="252428"/>
                      </a:cubicBezTo>
                      <a:cubicBezTo>
                        <a:pt x="321529" y="252428"/>
                        <a:pt x="314827" y="249450"/>
                        <a:pt x="310955" y="244386"/>
                      </a:cubicBezTo>
                      <a:cubicBezTo>
                        <a:pt x="305370" y="237089"/>
                        <a:pt x="304998" y="225696"/>
                        <a:pt x="310210" y="218026"/>
                      </a:cubicBezTo>
                      <a:close/>
                      <a:moveTo>
                        <a:pt x="183029" y="219590"/>
                      </a:moveTo>
                      <a:cubicBezTo>
                        <a:pt x="168211" y="221899"/>
                        <a:pt x="151233" y="220111"/>
                        <a:pt x="141552" y="208644"/>
                      </a:cubicBezTo>
                      <a:cubicBezTo>
                        <a:pt x="134628" y="200528"/>
                        <a:pt x="132990" y="188986"/>
                        <a:pt x="134330" y="178412"/>
                      </a:cubicBezTo>
                      <a:cubicBezTo>
                        <a:pt x="136862" y="159052"/>
                        <a:pt x="149297" y="141255"/>
                        <a:pt x="166573" y="132171"/>
                      </a:cubicBezTo>
                      <a:cubicBezTo>
                        <a:pt x="193155" y="118247"/>
                        <a:pt x="233142" y="131873"/>
                        <a:pt x="237758" y="161435"/>
                      </a:cubicBezTo>
                      <a:cubicBezTo>
                        <a:pt x="242375" y="190773"/>
                        <a:pt x="212218" y="215048"/>
                        <a:pt x="183029" y="219590"/>
                      </a:cubicBezTo>
                      <a:close/>
                      <a:moveTo>
                        <a:pt x="379982" y="98216"/>
                      </a:moveTo>
                      <a:cubicBezTo>
                        <a:pt x="378195" y="101567"/>
                        <a:pt x="375365" y="103875"/>
                        <a:pt x="372238" y="104397"/>
                      </a:cubicBezTo>
                      <a:cubicBezTo>
                        <a:pt x="371716" y="104471"/>
                        <a:pt x="371121" y="104545"/>
                        <a:pt x="370599" y="104545"/>
                      </a:cubicBezTo>
                      <a:cubicBezTo>
                        <a:pt x="367472" y="104545"/>
                        <a:pt x="364345" y="103056"/>
                        <a:pt x="362111" y="100897"/>
                      </a:cubicBezTo>
                      <a:lnTo>
                        <a:pt x="359952" y="97621"/>
                      </a:lnTo>
                      <a:cubicBezTo>
                        <a:pt x="358165" y="93302"/>
                        <a:pt x="359355" y="87717"/>
                        <a:pt x="362856" y="84590"/>
                      </a:cubicBezTo>
                      <a:cubicBezTo>
                        <a:pt x="364568" y="83100"/>
                        <a:pt x="367025" y="82281"/>
                        <a:pt x="369706" y="82281"/>
                      </a:cubicBezTo>
                      <a:cubicBezTo>
                        <a:pt x="374397" y="82281"/>
                        <a:pt x="378939" y="84738"/>
                        <a:pt x="380578" y="88313"/>
                      </a:cubicBezTo>
                      <a:cubicBezTo>
                        <a:pt x="381992" y="91142"/>
                        <a:pt x="381769" y="94791"/>
                        <a:pt x="379982" y="98216"/>
                      </a:cubicBezTo>
                      <a:close/>
                    </a:path>
                  </a:pathLst>
                </a:custGeom>
                <a:solidFill>
                  <a:srgbClr val="E0DBD5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grpSp>
            <p:nvGrpSpPr>
              <p:cNvPr id="112" name="Group 112"/>
              <p:cNvGrpSpPr/>
              <p:nvPr/>
            </p:nvGrpSpPr>
            <p:grpSpPr>
              <a:xfrm>
                <a:off x="9435918" y="3426350"/>
                <a:ext cx="817896" cy="598200"/>
                <a:chOff x="9435918" y="3426350"/>
                <a:chExt cx="817896" cy="598200"/>
              </a:xfrm>
            </p:grpSpPr>
            <p:sp>
              <p:nvSpPr>
                <p:cNvPr id="113" name="AutoShape 113"/>
                <p:cNvSpPr/>
                <p:nvPr/>
              </p:nvSpPr>
              <p:spPr>
                <a:xfrm>
                  <a:off x="9435918" y="3426350"/>
                  <a:ext cx="817896" cy="59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895" h="598200">
                      <a:moveTo>
                        <a:pt x="817896" y="17169"/>
                      </a:moveTo>
                      <a:lnTo>
                        <a:pt x="740828" y="485241"/>
                      </a:lnTo>
                      <a:cubicBezTo>
                        <a:pt x="491527" y="504452"/>
                        <a:pt x="243716" y="542428"/>
                        <a:pt x="0" y="598200"/>
                      </a:cubicBezTo>
                      <a:lnTo>
                        <a:pt x="57262" y="3319"/>
                      </a:lnTo>
                      <a:cubicBezTo>
                        <a:pt x="310807" y="-3904"/>
                        <a:pt x="564724" y="639"/>
                        <a:pt x="817896" y="17169"/>
                      </a:cubicBez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14" name="Group 114"/>
                <p:cNvGrpSpPr/>
                <p:nvPr/>
              </p:nvGrpSpPr>
              <p:grpSpPr>
                <a:xfrm>
                  <a:off x="9563727" y="3453423"/>
                  <a:ext cx="651664" cy="454196"/>
                  <a:chOff x="9563727" y="3453423"/>
                  <a:chExt cx="651664" cy="454196"/>
                </a:xfrm>
              </p:grpSpPr>
              <p:grpSp>
                <p:nvGrpSpPr>
                  <p:cNvPr id="115" name="Group 115"/>
                  <p:cNvGrpSpPr/>
                  <p:nvPr/>
                </p:nvGrpSpPr>
                <p:grpSpPr>
                  <a:xfrm>
                    <a:off x="9773754" y="3453423"/>
                    <a:ext cx="441637" cy="454196"/>
                    <a:chOff x="9773754" y="3453423"/>
                    <a:chExt cx="441637" cy="454196"/>
                  </a:xfrm>
                </p:grpSpPr>
                <p:sp>
                  <p:nvSpPr>
                    <p:cNvPr id="116" name="AutoShape 116"/>
                    <p:cNvSpPr/>
                    <p:nvPr/>
                  </p:nvSpPr>
                  <p:spPr>
                    <a:xfrm>
                      <a:off x="9806294" y="3483945"/>
                      <a:ext cx="309435" cy="1488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9435" h="148858">
                          <a:moveTo>
                            <a:pt x="301871" y="25623"/>
                          </a:moveTo>
                          <a:cubicBezTo>
                            <a:pt x="298222" y="20039"/>
                            <a:pt x="293308" y="15347"/>
                            <a:pt x="287872" y="11475"/>
                          </a:cubicBezTo>
                          <a:cubicBezTo>
                            <a:pt x="278416" y="4699"/>
                            <a:pt x="267172" y="231"/>
                            <a:pt x="255555" y="8"/>
                          </a:cubicBezTo>
                          <a:cubicBezTo>
                            <a:pt x="239397" y="-290"/>
                            <a:pt x="223909" y="7678"/>
                            <a:pt x="212367" y="18922"/>
                          </a:cubicBezTo>
                          <a:cubicBezTo>
                            <a:pt x="207751" y="23389"/>
                            <a:pt x="203804" y="28453"/>
                            <a:pt x="200379" y="33814"/>
                          </a:cubicBezTo>
                          <a:cubicBezTo>
                            <a:pt x="153020" y="39026"/>
                            <a:pt x="105216" y="40739"/>
                            <a:pt x="57708" y="38803"/>
                          </a:cubicBezTo>
                          <a:lnTo>
                            <a:pt x="52273" y="38580"/>
                          </a:lnTo>
                          <a:lnTo>
                            <a:pt x="50411" y="43643"/>
                          </a:lnTo>
                          <a:cubicBezTo>
                            <a:pt x="37753" y="77896"/>
                            <a:pt x="20849" y="110436"/>
                            <a:pt x="0" y="140370"/>
                          </a:cubicBezTo>
                          <a:lnTo>
                            <a:pt x="12212" y="148859"/>
                          </a:lnTo>
                          <a:cubicBezTo>
                            <a:pt x="32689" y="119372"/>
                            <a:pt x="49592" y="87427"/>
                            <a:pt x="62474" y="53844"/>
                          </a:cubicBezTo>
                          <a:cubicBezTo>
                            <a:pt x="105811" y="55408"/>
                            <a:pt x="149297" y="53993"/>
                            <a:pt x="192486" y="49674"/>
                          </a:cubicBezTo>
                          <a:cubicBezTo>
                            <a:pt x="188688" y="59727"/>
                            <a:pt x="186678" y="70375"/>
                            <a:pt x="186901" y="81098"/>
                          </a:cubicBezTo>
                          <a:cubicBezTo>
                            <a:pt x="187050" y="88097"/>
                            <a:pt x="188092" y="95246"/>
                            <a:pt x="190922" y="101649"/>
                          </a:cubicBezTo>
                          <a:cubicBezTo>
                            <a:pt x="198890" y="120042"/>
                            <a:pt x="220633" y="130020"/>
                            <a:pt x="240514" y="127935"/>
                          </a:cubicBezTo>
                          <a:cubicBezTo>
                            <a:pt x="260396" y="125850"/>
                            <a:pt x="278192" y="113638"/>
                            <a:pt x="290925" y="98150"/>
                          </a:cubicBezTo>
                          <a:cubicBezTo>
                            <a:pt x="299265" y="88023"/>
                            <a:pt x="305818" y="76183"/>
                            <a:pt x="308350" y="63301"/>
                          </a:cubicBezTo>
                          <a:cubicBezTo>
                            <a:pt x="310881" y="50568"/>
                            <a:pt x="309094" y="36569"/>
                            <a:pt x="301871" y="25623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7" name="AutoShape 117"/>
                    <p:cNvSpPr/>
                    <p:nvPr/>
                  </p:nvSpPr>
                  <p:spPr>
                    <a:xfrm>
                      <a:off x="10052319" y="3453423"/>
                      <a:ext cx="163072" cy="39055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3072" h="390555">
                          <a:moveTo>
                            <a:pt x="42443" y="99184"/>
                          </a:moveTo>
                          <a:cubicBezTo>
                            <a:pt x="38944" y="95610"/>
                            <a:pt x="32615" y="96503"/>
                            <a:pt x="28742" y="99631"/>
                          </a:cubicBezTo>
                          <a:cubicBezTo>
                            <a:pt x="24870" y="102833"/>
                            <a:pt x="22786" y="107598"/>
                            <a:pt x="20849" y="112215"/>
                          </a:cubicBezTo>
                          <a:cubicBezTo>
                            <a:pt x="19658" y="115119"/>
                            <a:pt x="18392" y="118098"/>
                            <a:pt x="17201" y="121002"/>
                          </a:cubicBezTo>
                          <a:cubicBezTo>
                            <a:pt x="11318" y="135224"/>
                            <a:pt x="5287" y="149670"/>
                            <a:pt x="3500" y="164934"/>
                          </a:cubicBezTo>
                          <a:cubicBezTo>
                            <a:pt x="1712" y="180199"/>
                            <a:pt x="4617" y="196730"/>
                            <a:pt x="14743" y="208346"/>
                          </a:cubicBezTo>
                          <a:cubicBezTo>
                            <a:pt x="20924" y="215495"/>
                            <a:pt x="29338" y="220260"/>
                            <a:pt x="36412" y="226515"/>
                          </a:cubicBezTo>
                          <a:cubicBezTo>
                            <a:pt x="46092" y="235153"/>
                            <a:pt x="52943" y="246397"/>
                            <a:pt x="59570" y="257491"/>
                          </a:cubicBezTo>
                          <a:cubicBezTo>
                            <a:pt x="85855" y="301350"/>
                            <a:pt x="111247" y="345730"/>
                            <a:pt x="135820" y="390556"/>
                          </a:cubicBezTo>
                          <a:cubicBezTo>
                            <a:pt x="144904" y="305594"/>
                            <a:pt x="153988" y="220633"/>
                            <a:pt x="163073" y="135745"/>
                          </a:cubicBezTo>
                          <a:cubicBezTo>
                            <a:pt x="114300" y="83919"/>
                            <a:pt x="64038" y="31051"/>
                            <a:pt x="0" y="0"/>
                          </a:cubicBezTo>
                          <a:cubicBezTo>
                            <a:pt x="9010" y="35072"/>
                            <a:pt x="23307" y="68654"/>
                            <a:pt x="42443" y="99184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8" name="AutoShape 118"/>
                    <p:cNvSpPr/>
                    <p:nvPr/>
                  </p:nvSpPr>
                  <p:spPr>
                    <a:xfrm>
                      <a:off x="9813294" y="3632870"/>
                      <a:ext cx="272576" cy="1282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2576" h="128280">
                          <a:moveTo>
                            <a:pt x="251088" y="11475"/>
                          </a:moveTo>
                          <a:cubicBezTo>
                            <a:pt x="241631" y="4699"/>
                            <a:pt x="230387" y="231"/>
                            <a:pt x="218771" y="8"/>
                          </a:cubicBezTo>
                          <a:cubicBezTo>
                            <a:pt x="202613" y="-290"/>
                            <a:pt x="187124" y="7678"/>
                            <a:pt x="175583" y="18922"/>
                          </a:cubicBezTo>
                          <a:cubicBezTo>
                            <a:pt x="163222" y="30910"/>
                            <a:pt x="154882" y="46771"/>
                            <a:pt x="151606" y="63673"/>
                          </a:cubicBezTo>
                          <a:lnTo>
                            <a:pt x="0" y="75290"/>
                          </a:lnTo>
                          <a:lnTo>
                            <a:pt x="1117" y="90108"/>
                          </a:lnTo>
                          <a:lnTo>
                            <a:pt x="150117" y="78715"/>
                          </a:lnTo>
                          <a:cubicBezTo>
                            <a:pt x="150117" y="79534"/>
                            <a:pt x="150042" y="80353"/>
                            <a:pt x="150042" y="81172"/>
                          </a:cubicBezTo>
                          <a:cubicBezTo>
                            <a:pt x="150191" y="88172"/>
                            <a:pt x="151233" y="95320"/>
                            <a:pt x="154063" y="101724"/>
                          </a:cubicBezTo>
                          <a:cubicBezTo>
                            <a:pt x="162031" y="120116"/>
                            <a:pt x="183773" y="130094"/>
                            <a:pt x="203655" y="128009"/>
                          </a:cubicBezTo>
                          <a:cubicBezTo>
                            <a:pt x="223537" y="125924"/>
                            <a:pt x="241333" y="113712"/>
                            <a:pt x="254066" y="98224"/>
                          </a:cubicBezTo>
                          <a:cubicBezTo>
                            <a:pt x="262406" y="88097"/>
                            <a:pt x="268959" y="76258"/>
                            <a:pt x="271491" y="63376"/>
                          </a:cubicBezTo>
                          <a:cubicBezTo>
                            <a:pt x="274022" y="50494"/>
                            <a:pt x="272235" y="36495"/>
                            <a:pt x="265012" y="25549"/>
                          </a:cubicBezTo>
                          <a:cubicBezTo>
                            <a:pt x="261438" y="20039"/>
                            <a:pt x="256524" y="15347"/>
                            <a:pt x="251088" y="11475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9" name="AutoShape 119"/>
                    <p:cNvSpPr/>
                    <p:nvPr/>
                  </p:nvSpPr>
                  <p:spPr>
                    <a:xfrm>
                      <a:off x="9773754" y="3779263"/>
                      <a:ext cx="287320" cy="1283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7320" h="128356">
                          <a:moveTo>
                            <a:pt x="265831" y="11475"/>
                          </a:moveTo>
                          <a:cubicBezTo>
                            <a:pt x="256374" y="4699"/>
                            <a:pt x="245131" y="231"/>
                            <a:pt x="233514" y="8"/>
                          </a:cubicBezTo>
                          <a:cubicBezTo>
                            <a:pt x="217356" y="-290"/>
                            <a:pt x="201868" y="7678"/>
                            <a:pt x="190326" y="18921"/>
                          </a:cubicBezTo>
                          <a:cubicBezTo>
                            <a:pt x="173796" y="35005"/>
                            <a:pt x="164339" y="58089"/>
                            <a:pt x="164786" y="81172"/>
                          </a:cubicBezTo>
                          <a:cubicBezTo>
                            <a:pt x="164786" y="81470"/>
                            <a:pt x="164860" y="81843"/>
                            <a:pt x="164860" y="82140"/>
                          </a:cubicBezTo>
                          <a:lnTo>
                            <a:pt x="86079" y="85491"/>
                          </a:lnTo>
                          <a:cubicBezTo>
                            <a:pt x="78707" y="85789"/>
                            <a:pt x="71112" y="86161"/>
                            <a:pt x="64485" y="84076"/>
                          </a:cubicBezTo>
                          <a:cubicBezTo>
                            <a:pt x="53688" y="80725"/>
                            <a:pt x="45646" y="71343"/>
                            <a:pt x="37157" y="61365"/>
                          </a:cubicBezTo>
                          <a:cubicBezTo>
                            <a:pt x="28222" y="50866"/>
                            <a:pt x="18914" y="40069"/>
                            <a:pt x="5362" y="34782"/>
                          </a:cubicBezTo>
                          <a:lnTo>
                            <a:pt x="0" y="48707"/>
                          </a:lnTo>
                          <a:cubicBezTo>
                            <a:pt x="10053" y="52578"/>
                            <a:pt x="17722" y="61589"/>
                            <a:pt x="25839" y="71045"/>
                          </a:cubicBezTo>
                          <a:cubicBezTo>
                            <a:pt x="35370" y="82140"/>
                            <a:pt x="45199" y="93682"/>
                            <a:pt x="60091" y="98299"/>
                          </a:cubicBezTo>
                          <a:cubicBezTo>
                            <a:pt x="66048" y="100160"/>
                            <a:pt x="72154" y="100607"/>
                            <a:pt x="77963" y="100607"/>
                          </a:cubicBezTo>
                          <a:cubicBezTo>
                            <a:pt x="81015" y="100607"/>
                            <a:pt x="83919" y="100458"/>
                            <a:pt x="86749" y="100384"/>
                          </a:cubicBezTo>
                          <a:lnTo>
                            <a:pt x="167094" y="97033"/>
                          </a:lnTo>
                          <a:cubicBezTo>
                            <a:pt x="167615" y="98671"/>
                            <a:pt x="168137" y="100235"/>
                            <a:pt x="168806" y="101798"/>
                          </a:cubicBezTo>
                          <a:cubicBezTo>
                            <a:pt x="176774" y="120191"/>
                            <a:pt x="198517" y="130169"/>
                            <a:pt x="218399" y="128084"/>
                          </a:cubicBezTo>
                          <a:cubicBezTo>
                            <a:pt x="238280" y="126073"/>
                            <a:pt x="256077" y="113787"/>
                            <a:pt x="268810" y="98299"/>
                          </a:cubicBezTo>
                          <a:cubicBezTo>
                            <a:pt x="277150" y="88172"/>
                            <a:pt x="283703" y="76332"/>
                            <a:pt x="286234" y="63450"/>
                          </a:cubicBezTo>
                          <a:cubicBezTo>
                            <a:pt x="288766" y="50568"/>
                            <a:pt x="286979" y="36569"/>
                            <a:pt x="279756" y="25623"/>
                          </a:cubicBezTo>
                          <a:cubicBezTo>
                            <a:pt x="276182" y="20039"/>
                            <a:pt x="271192" y="15422"/>
                            <a:pt x="265831" y="11475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120" name="AutoShape 120"/>
                  <p:cNvSpPr/>
                  <p:nvPr/>
                </p:nvSpPr>
                <p:spPr>
                  <a:xfrm>
                    <a:off x="9563727" y="3561444"/>
                    <a:ext cx="311210" cy="325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1210" h="325724">
                        <a:moveTo>
                          <a:pt x="256491" y="29139"/>
                        </a:moveTo>
                        <a:cubicBezTo>
                          <a:pt x="232515" y="12012"/>
                          <a:pt x="203921" y="620"/>
                          <a:pt x="174434" y="24"/>
                        </a:cubicBezTo>
                        <a:cubicBezTo>
                          <a:pt x="133480" y="-795"/>
                          <a:pt x="94163" y="19459"/>
                          <a:pt x="64825" y="47978"/>
                        </a:cubicBezTo>
                        <a:cubicBezTo>
                          <a:pt x="22828" y="88783"/>
                          <a:pt x="-1149" y="147460"/>
                          <a:pt x="42" y="205987"/>
                        </a:cubicBezTo>
                        <a:cubicBezTo>
                          <a:pt x="415" y="223858"/>
                          <a:pt x="3096" y="241878"/>
                          <a:pt x="10244" y="258260"/>
                        </a:cubicBezTo>
                        <a:cubicBezTo>
                          <a:pt x="30498" y="304873"/>
                          <a:pt x="85600" y="330265"/>
                          <a:pt x="136160" y="325053"/>
                        </a:cubicBezTo>
                        <a:cubicBezTo>
                          <a:pt x="186720" y="319840"/>
                          <a:pt x="231919" y="288790"/>
                          <a:pt x="264161" y="249548"/>
                        </a:cubicBezTo>
                        <a:cubicBezTo>
                          <a:pt x="285308" y="223784"/>
                          <a:pt x="302062" y="193775"/>
                          <a:pt x="308467" y="161086"/>
                        </a:cubicBezTo>
                        <a:cubicBezTo>
                          <a:pt x="314870" y="128397"/>
                          <a:pt x="310328" y="92879"/>
                          <a:pt x="292085" y="65030"/>
                        </a:cubicBezTo>
                        <a:cubicBezTo>
                          <a:pt x="282777" y="50882"/>
                          <a:pt x="270267" y="38968"/>
                          <a:pt x="256491" y="29139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21" name="AutoShape 121"/>
                  <p:cNvSpPr/>
                  <p:nvPr/>
                </p:nvSpPr>
                <p:spPr>
                  <a:xfrm>
                    <a:off x="9628226" y="3628994"/>
                    <a:ext cx="182144" cy="1906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2144" h="190657">
                        <a:moveTo>
                          <a:pt x="150144" y="17064"/>
                        </a:moveTo>
                        <a:cubicBezTo>
                          <a:pt x="136145" y="7012"/>
                          <a:pt x="119391" y="385"/>
                          <a:pt x="102116" y="12"/>
                        </a:cubicBezTo>
                        <a:cubicBezTo>
                          <a:pt x="78139" y="-435"/>
                          <a:pt x="55130" y="11405"/>
                          <a:pt x="37929" y="28085"/>
                        </a:cubicBezTo>
                        <a:cubicBezTo>
                          <a:pt x="13357" y="51987"/>
                          <a:pt x="-717" y="86315"/>
                          <a:pt x="28" y="120567"/>
                        </a:cubicBezTo>
                        <a:cubicBezTo>
                          <a:pt x="251" y="130992"/>
                          <a:pt x="1815" y="141566"/>
                          <a:pt x="5985" y="151171"/>
                        </a:cubicBezTo>
                        <a:cubicBezTo>
                          <a:pt x="17825" y="178425"/>
                          <a:pt x="50067" y="193317"/>
                          <a:pt x="79703" y="190264"/>
                        </a:cubicBezTo>
                        <a:cubicBezTo>
                          <a:pt x="109265" y="187211"/>
                          <a:pt x="135699" y="169042"/>
                          <a:pt x="154612" y="146033"/>
                        </a:cubicBezTo>
                        <a:cubicBezTo>
                          <a:pt x="166973" y="130992"/>
                          <a:pt x="176802" y="113419"/>
                          <a:pt x="180525" y="94282"/>
                        </a:cubicBezTo>
                        <a:cubicBezTo>
                          <a:pt x="184323" y="75145"/>
                          <a:pt x="181568" y="54370"/>
                          <a:pt x="170920" y="38063"/>
                        </a:cubicBezTo>
                        <a:cubicBezTo>
                          <a:pt x="165558" y="29797"/>
                          <a:pt x="158261" y="22798"/>
                          <a:pt x="150144" y="17064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22" name="AutoShape 122"/>
                  <p:cNvSpPr/>
                  <p:nvPr/>
                </p:nvSpPr>
                <p:spPr>
                  <a:xfrm>
                    <a:off x="9586666" y="3585520"/>
                    <a:ext cx="265481" cy="2775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5481" h="277521">
                        <a:moveTo>
                          <a:pt x="105700" y="277522"/>
                        </a:moveTo>
                        <a:cubicBezTo>
                          <a:pt x="105700" y="277522"/>
                          <a:pt x="105700" y="277522"/>
                          <a:pt x="105700" y="277522"/>
                        </a:cubicBezTo>
                        <a:cubicBezTo>
                          <a:pt x="62810" y="277522"/>
                          <a:pt x="23866" y="254141"/>
                          <a:pt x="8750" y="219292"/>
                        </a:cubicBezTo>
                        <a:cubicBezTo>
                          <a:pt x="3240" y="206634"/>
                          <a:pt x="410" y="191964"/>
                          <a:pt x="38" y="174615"/>
                        </a:cubicBezTo>
                        <a:cubicBezTo>
                          <a:pt x="-1005" y="125246"/>
                          <a:pt x="19473" y="75282"/>
                          <a:pt x="54842" y="40880"/>
                        </a:cubicBezTo>
                        <a:cubicBezTo>
                          <a:pt x="81500" y="14893"/>
                          <a:pt x="114934" y="0"/>
                          <a:pt x="146357" y="0"/>
                        </a:cubicBezTo>
                        <a:lnTo>
                          <a:pt x="148367" y="0"/>
                        </a:lnTo>
                        <a:cubicBezTo>
                          <a:pt x="172195" y="447"/>
                          <a:pt x="196396" y="9010"/>
                          <a:pt x="218511" y="24796"/>
                        </a:cubicBezTo>
                        <a:cubicBezTo>
                          <a:pt x="231393" y="34029"/>
                          <a:pt x="241594" y="44380"/>
                          <a:pt x="248966" y="55549"/>
                        </a:cubicBezTo>
                        <a:cubicBezTo>
                          <a:pt x="263784" y="78186"/>
                          <a:pt x="268997" y="108269"/>
                          <a:pt x="263114" y="137979"/>
                        </a:cubicBezTo>
                        <a:cubicBezTo>
                          <a:pt x="258051" y="163594"/>
                          <a:pt x="245467" y="188763"/>
                          <a:pt x="225585" y="212963"/>
                        </a:cubicBezTo>
                        <a:cubicBezTo>
                          <a:pt x="194981" y="250194"/>
                          <a:pt x="156409" y="272905"/>
                          <a:pt x="116944" y="276926"/>
                        </a:cubicBezTo>
                        <a:cubicBezTo>
                          <a:pt x="113221" y="277373"/>
                          <a:pt x="109423" y="277522"/>
                          <a:pt x="105700" y="277522"/>
                        </a:cubicBezTo>
                        <a:close/>
                        <a:moveTo>
                          <a:pt x="146357" y="7446"/>
                        </a:moveTo>
                        <a:cubicBezTo>
                          <a:pt x="116795" y="7446"/>
                          <a:pt x="85298" y="21594"/>
                          <a:pt x="59980" y="46167"/>
                        </a:cubicBezTo>
                        <a:cubicBezTo>
                          <a:pt x="26025" y="79154"/>
                          <a:pt x="6367" y="127108"/>
                          <a:pt x="7410" y="174391"/>
                        </a:cubicBezTo>
                        <a:cubicBezTo>
                          <a:pt x="7782" y="190773"/>
                          <a:pt x="10388" y="204549"/>
                          <a:pt x="15526" y="216314"/>
                        </a:cubicBezTo>
                        <a:cubicBezTo>
                          <a:pt x="29525" y="248407"/>
                          <a:pt x="65714" y="270001"/>
                          <a:pt x="105626" y="270001"/>
                        </a:cubicBezTo>
                        <a:cubicBezTo>
                          <a:pt x="105626" y="270001"/>
                          <a:pt x="105626" y="270001"/>
                          <a:pt x="105626" y="270001"/>
                        </a:cubicBezTo>
                        <a:cubicBezTo>
                          <a:pt x="109126" y="270001"/>
                          <a:pt x="112625" y="269852"/>
                          <a:pt x="116125" y="269480"/>
                        </a:cubicBezTo>
                        <a:cubicBezTo>
                          <a:pt x="153654" y="265608"/>
                          <a:pt x="190439" y="243865"/>
                          <a:pt x="219777" y="208197"/>
                        </a:cubicBezTo>
                        <a:cubicBezTo>
                          <a:pt x="238839" y="184965"/>
                          <a:pt x="250977" y="160914"/>
                          <a:pt x="255743" y="136490"/>
                        </a:cubicBezTo>
                        <a:cubicBezTo>
                          <a:pt x="261178" y="108641"/>
                          <a:pt x="256412" y="80643"/>
                          <a:pt x="242637" y="59570"/>
                        </a:cubicBezTo>
                        <a:cubicBezTo>
                          <a:pt x="235787" y="49145"/>
                          <a:pt x="226181" y="39465"/>
                          <a:pt x="214043" y="30753"/>
                        </a:cubicBezTo>
                        <a:cubicBezTo>
                          <a:pt x="193194" y="15861"/>
                          <a:pt x="170408" y="7744"/>
                          <a:pt x="148144" y="7297"/>
                        </a:cubicBezTo>
                        <a:lnTo>
                          <a:pt x="146357" y="7446"/>
                        </a:ln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123" name="Group 123"/>
              <p:cNvGrpSpPr/>
              <p:nvPr/>
            </p:nvGrpSpPr>
            <p:grpSpPr>
              <a:xfrm>
                <a:off x="7793274" y="2420827"/>
                <a:ext cx="1140468" cy="962005"/>
                <a:chOff x="7793274" y="2420827"/>
                <a:chExt cx="1140468" cy="962005"/>
              </a:xfrm>
            </p:grpSpPr>
            <p:sp>
              <p:nvSpPr>
                <p:cNvPr id="124" name="AutoShape 124"/>
                <p:cNvSpPr/>
                <p:nvPr/>
              </p:nvSpPr>
              <p:spPr>
                <a:xfrm>
                  <a:off x="7793274" y="2420827"/>
                  <a:ext cx="1140468" cy="962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0468" h="962005">
                      <a:moveTo>
                        <a:pt x="0" y="73072"/>
                      </a:moveTo>
                      <a:cubicBezTo>
                        <a:pt x="377972" y="23331"/>
                        <a:pt x="759294" y="-870"/>
                        <a:pt x="1140468" y="24"/>
                      </a:cubicBezTo>
                      <a:lnTo>
                        <a:pt x="1092440" y="861332"/>
                      </a:lnTo>
                      <a:cubicBezTo>
                        <a:pt x="757954" y="879427"/>
                        <a:pt x="424287" y="912711"/>
                        <a:pt x="92929" y="962005"/>
                      </a:cubicBezTo>
                      <a:lnTo>
                        <a:pt x="0" y="73072"/>
                      </a:lnTo>
                      <a:close/>
                    </a:path>
                  </a:pathLst>
                </a:custGeom>
                <a:solidFill>
                  <a:srgbClr val="5FBBB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25" name="Group 125"/>
                <p:cNvGrpSpPr/>
                <p:nvPr/>
              </p:nvGrpSpPr>
              <p:grpSpPr>
                <a:xfrm>
                  <a:off x="7928200" y="2554065"/>
                  <a:ext cx="877987" cy="682895"/>
                  <a:chOff x="7928200" y="2554065"/>
                  <a:chExt cx="877987" cy="682895"/>
                </a:xfrm>
                <a:solidFill>
                  <a:srgbClr val="E0DBD5">
                    <a:alpha val="100000"/>
                  </a:srgbClr>
                </a:solidFill>
              </p:grpSpPr>
              <p:sp>
                <p:nvSpPr>
                  <p:cNvPr id="126" name="AutoShape 126"/>
                  <p:cNvSpPr/>
                  <p:nvPr/>
                </p:nvSpPr>
                <p:spPr>
                  <a:xfrm>
                    <a:off x="7928200" y="2554065"/>
                    <a:ext cx="877987" cy="5440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7987" h="544023">
                        <a:moveTo>
                          <a:pt x="784090" y="430096"/>
                        </a:moveTo>
                        <a:cubicBezTo>
                          <a:pt x="789303" y="388918"/>
                          <a:pt x="791611" y="347293"/>
                          <a:pt x="790941" y="305892"/>
                        </a:cubicBezTo>
                        <a:lnTo>
                          <a:pt x="790792" y="297850"/>
                        </a:lnTo>
                        <a:lnTo>
                          <a:pt x="714617" y="305296"/>
                        </a:lnTo>
                        <a:cubicBezTo>
                          <a:pt x="715585" y="293234"/>
                          <a:pt x="716255" y="281171"/>
                          <a:pt x="716627" y="269108"/>
                        </a:cubicBezTo>
                        <a:lnTo>
                          <a:pt x="716851" y="261140"/>
                        </a:lnTo>
                        <a:lnTo>
                          <a:pt x="708958" y="261438"/>
                        </a:lnTo>
                        <a:cubicBezTo>
                          <a:pt x="645813" y="263746"/>
                          <a:pt x="582223" y="267991"/>
                          <a:pt x="519004" y="274022"/>
                        </a:cubicBezTo>
                        <a:lnTo>
                          <a:pt x="523546" y="81611"/>
                        </a:lnTo>
                        <a:lnTo>
                          <a:pt x="515355" y="82207"/>
                        </a:lnTo>
                        <a:cubicBezTo>
                          <a:pt x="431361" y="88164"/>
                          <a:pt x="346102" y="93450"/>
                          <a:pt x="261810" y="97993"/>
                        </a:cubicBezTo>
                        <a:cubicBezTo>
                          <a:pt x="261512" y="68059"/>
                          <a:pt x="261438" y="38050"/>
                          <a:pt x="261736" y="8265"/>
                        </a:cubicBezTo>
                        <a:lnTo>
                          <a:pt x="261810" y="0"/>
                        </a:lnTo>
                        <a:lnTo>
                          <a:pt x="0" y="23977"/>
                        </a:lnTo>
                        <a:lnTo>
                          <a:pt x="27700" y="289883"/>
                        </a:lnTo>
                        <a:lnTo>
                          <a:pt x="35593" y="288468"/>
                        </a:lnTo>
                        <a:cubicBezTo>
                          <a:pt x="109236" y="274990"/>
                          <a:pt x="184369" y="265533"/>
                          <a:pt x="259055" y="260321"/>
                        </a:cubicBezTo>
                        <a:lnTo>
                          <a:pt x="266278" y="259800"/>
                        </a:lnTo>
                        <a:lnTo>
                          <a:pt x="265980" y="252577"/>
                        </a:lnTo>
                        <a:cubicBezTo>
                          <a:pt x="263895" y="206261"/>
                          <a:pt x="262629" y="159573"/>
                          <a:pt x="261959" y="112885"/>
                        </a:cubicBezTo>
                        <a:cubicBezTo>
                          <a:pt x="343868" y="108492"/>
                          <a:pt x="426596" y="103354"/>
                          <a:pt x="508207" y="97620"/>
                        </a:cubicBezTo>
                        <a:lnTo>
                          <a:pt x="504037" y="275437"/>
                        </a:lnTo>
                        <a:cubicBezTo>
                          <a:pt x="466061" y="279235"/>
                          <a:pt x="428234" y="283628"/>
                          <a:pt x="390630" y="288691"/>
                        </a:cubicBezTo>
                        <a:cubicBezTo>
                          <a:pt x="387428" y="289138"/>
                          <a:pt x="381546" y="289957"/>
                          <a:pt x="377599" y="294723"/>
                        </a:cubicBezTo>
                        <a:cubicBezTo>
                          <a:pt x="373876" y="299265"/>
                          <a:pt x="374100" y="304999"/>
                          <a:pt x="374249" y="308126"/>
                        </a:cubicBezTo>
                        <a:lnTo>
                          <a:pt x="374696" y="318774"/>
                        </a:lnTo>
                        <a:cubicBezTo>
                          <a:pt x="301127" y="323689"/>
                          <a:pt x="227558" y="331060"/>
                          <a:pt x="154882" y="340890"/>
                        </a:cubicBezTo>
                        <a:cubicBezTo>
                          <a:pt x="151680" y="341336"/>
                          <a:pt x="145723" y="342155"/>
                          <a:pt x="141851" y="346921"/>
                        </a:cubicBezTo>
                        <a:cubicBezTo>
                          <a:pt x="138128" y="351463"/>
                          <a:pt x="138351" y="357197"/>
                          <a:pt x="138500" y="360324"/>
                        </a:cubicBezTo>
                        <a:lnTo>
                          <a:pt x="141926" y="447892"/>
                        </a:lnTo>
                        <a:lnTo>
                          <a:pt x="460700" y="416990"/>
                        </a:lnTo>
                        <a:cubicBezTo>
                          <a:pt x="462636" y="416767"/>
                          <a:pt x="466210" y="416469"/>
                          <a:pt x="469189" y="413863"/>
                        </a:cubicBezTo>
                        <a:cubicBezTo>
                          <a:pt x="472763" y="410810"/>
                          <a:pt x="473358" y="406640"/>
                          <a:pt x="473731" y="404406"/>
                        </a:cubicBezTo>
                        <a:cubicBezTo>
                          <a:pt x="474624" y="398375"/>
                          <a:pt x="475369" y="392343"/>
                          <a:pt x="476114" y="386237"/>
                        </a:cubicBezTo>
                        <a:lnTo>
                          <a:pt x="696522" y="364866"/>
                        </a:lnTo>
                        <a:cubicBezTo>
                          <a:pt x="698459" y="364643"/>
                          <a:pt x="702033" y="364345"/>
                          <a:pt x="705086" y="361739"/>
                        </a:cubicBezTo>
                        <a:cubicBezTo>
                          <a:pt x="708660" y="358686"/>
                          <a:pt x="709256" y="354367"/>
                          <a:pt x="709553" y="352282"/>
                        </a:cubicBezTo>
                        <a:cubicBezTo>
                          <a:pt x="711117" y="341783"/>
                          <a:pt x="712308" y="331135"/>
                          <a:pt x="713426" y="320487"/>
                        </a:cubicBezTo>
                        <a:lnTo>
                          <a:pt x="776347" y="314306"/>
                        </a:lnTo>
                        <a:cubicBezTo>
                          <a:pt x="776644" y="353325"/>
                          <a:pt x="774187" y="392492"/>
                          <a:pt x="769123" y="431213"/>
                        </a:cubicBezTo>
                        <a:cubicBezTo>
                          <a:pt x="699352" y="436127"/>
                          <a:pt x="629730" y="443201"/>
                          <a:pt x="560479" y="452583"/>
                        </a:cubicBezTo>
                        <a:cubicBezTo>
                          <a:pt x="557501" y="452956"/>
                          <a:pt x="554150" y="453551"/>
                          <a:pt x="552214" y="455934"/>
                        </a:cubicBezTo>
                        <a:cubicBezTo>
                          <a:pt x="550352" y="458168"/>
                          <a:pt x="550427" y="461370"/>
                          <a:pt x="550502" y="464348"/>
                        </a:cubicBezTo>
                        <a:cubicBezTo>
                          <a:pt x="551544" y="490931"/>
                          <a:pt x="552586" y="517440"/>
                          <a:pt x="553629" y="544023"/>
                        </a:cubicBezTo>
                        <a:cubicBezTo>
                          <a:pt x="657281" y="533971"/>
                          <a:pt x="760933" y="523918"/>
                          <a:pt x="864510" y="513866"/>
                        </a:cubicBezTo>
                        <a:cubicBezTo>
                          <a:pt x="866074" y="513717"/>
                          <a:pt x="867712" y="513494"/>
                          <a:pt x="868903" y="512526"/>
                        </a:cubicBezTo>
                        <a:cubicBezTo>
                          <a:pt x="870244" y="511334"/>
                          <a:pt x="870616" y="509398"/>
                          <a:pt x="870914" y="507611"/>
                        </a:cubicBezTo>
                        <a:cubicBezTo>
                          <a:pt x="874935" y="480432"/>
                          <a:pt x="877243" y="452956"/>
                          <a:pt x="877988" y="425479"/>
                        </a:cubicBezTo>
                        <a:cubicBezTo>
                          <a:pt x="846639" y="426447"/>
                          <a:pt x="815365" y="428085"/>
                          <a:pt x="784090" y="430096"/>
                        </a:cubicBezTo>
                        <a:close/>
                        <a:moveTo>
                          <a:pt x="40656" y="272458"/>
                        </a:moveTo>
                        <a:lnTo>
                          <a:pt x="16158" y="37529"/>
                        </a:lnTo>
                        <a:lnTo>
                          <a:pt x="246545" y="16382"/>
                        </a:lnTo>
                        <a:cubicBezTo>
                          <a:pt x="245875" y="92706"/>
                          <a:pt x="247216" y="169849"/>
                          <a:pt x="250566" y="246024"/>
                        </a:cubicBezTo>
                        <a:cubicBezTo>
                          <a:pt x="180497" y="251237"/>
                          <a:pt x="109981" y="260098"/>
                          <a:pt x="40656" y="272458"/>
                        </a:cubicBezTo>
                        <a:close/>
                        <a:moveTo>
                          <a:pt x="458838" y="402098"/>
                        </a:moveTo>
                        <a:lnTo>
                          <a:pt x="155999" y="431511"/>
                        </a:lnTo>
                        <a:lnTo>
                          <a:pt x="153170" y="359729"/>
                        </a:lnTo>
                        <a:cubicBezTo>
                          <a:pt x="153170" y="358984"/>
                          <a:pt x="153020" y="356825"/>
                          <a:pt x="153020" y="356527"/>
                        </a:cubicBezTo>
                        <a:cubicBezTo>
                          <a:pt x="153393" y="356229"/>
                          <a:pt x="154658" y="356005"/>
                          <a:pt x="156669" y="355707"/>
                        </a:cubicBezTo>
                        <a:cubicBezTo>
                          <a:pt x="228898" y="345953"/>
                          <a:pt x="302020" y="338581"/>
                          <a:pt x="375068" y="333741"/>
                        </a:cubicBezTo>
                        <a:lnTo>
                          <a:pt x="377525" y="395843"/>
                        </a:lnTo>
                        <a:lnTo>
                          <a:pt x="460700" y="387801"/>
                        </a:lnTo>
                        <a:cubicBezTo>
                          <a:pt x="460178" y="392492"/>
                          <a:pt x="459583" y="397332"/>
                          <a:pt x="458838" y="402098"/>
                        </a:cubicBezTo>
                        <a:close/>
                        <a:moveTo>
                          <a:pt x="462487" y="372536"/>
                        </a:moveTo>
                        <a:lnTo>
                          <a:pt x="391822" y="379387"/>
                        </a:lnTo>
                        <a:lnTo>
                          <a:pt x="389960" y="332699"/>
                        </a:lnTo>
                        <a:cubicBezTo>
                          <a:pt x="415203" y="331135"/>
                          <a:pt x="440446" y="329795"/>
                          <a:pt x="465614" y="328827"/>
                        </a:cubicBezTo>
                        <a:cubicBezTo>
                          <a:pt x="465019" y="343347"/>
                          <a:pt x="463976" y="357942"/>
                          <a:pt x="462487" y="372536"/>
                        </a:cubicBezTo>
                        <a:close/>
                        <a:moveTo>
                          <a:pt x="694661" y="349974"/>
                        </a:moveTo>
                        <a:lnTo>
                          <a:pt x="477603" y="371047"/>
                        </a:lnTo>
                        <a:cubicBezTo>
                          <a:pt x="479241" y="354442"/>
                          <a:pt x="480358" y="337837"/>
                          <a:pt x="480805" y="321232"/>
                        </a:cubicBezTo>
                        <a:lnTo>
                          <a:pt x="481028" y="313264"/>
                        </a:lnTo>
                        <a:lnTo>
                          <a:pt x="473135" y="313562"/>
                        </a:lnTo>
                        <a:cubicBezTo>
                          <a:pt x="445286" y="314604"/>
                          <a:pt x="417437" y="316019"/>
                          <a:pt x="389514" y="317732"/>
                        </a:cubicBezTo>
                        <a:lnTo>
                          <a:pt x="389141" y="307530"/>
                        </a:lnTo>
                        <a:cubicBezTo>
                          <a:pt x="389141" y="306786"/>
                          <a:pt x="388992" y="304626"/>
                          <a:pt x="388992" y="304328"/>
                        </a:cubicBezTo>
                        <a:cubicBezTo>
                          <a:pt x="389364" y="304030"/>
                          <a:pt x="390630" y="303807"/>
                          <a:pt x="392641" y="303509"/>
                        </a:cubicBezTo>
                        <a:cubicBezTo>
                          <a:pt x="494655" y="289734"/>
                          <a:pt x="598604" y="280649"/>
                          <a:pt x="701586" y="276628"/>
                        </a:cubicBezTo>
                        <a:cubicBezTo>
                          <a:pt x="700469" y="301127"/>
                          <a:pt x="698235" y="325774"/>
                          <a:pt x="694661" y="349974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27" name="AutoShape 127"/>
                  <p:cNvSpPr/>
                  <p:nvPr/>
                </p:nvSpPr>
                <p:spPr>
                  <a:xfrm>
                    <a:off x="8334513" y="3118416"/>
                    <a:ext cx="327515" cy="118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515" h="118544">
                        <a:moveTo>
                          <a:pt x="1742" y="30455"/>
                        </a:moveTo>
                        <a:cubicBezTo>
                          <a:pt x="-120" y="32689"/>
                          <a:pt x="-45" y="35891"/>
                          <a:pt x="29" y="38869"/>
                        </a:cubicBezTo>
                        <a:cubicBezTo>
                          <a:pt x="1071" y="65452"/>
                          <a:pt x="2114" y="91961"/>
                          <a:pt x="3157" y="118544"/>
                        </a:cubicBezTo>
                        <a:cubicBezTo>
                          <a:pt x="106808" y="108492"/>
                          <a:pt x="210460" y="98439"/>
                          <a:pt x="314038" y="88387"/>
                        </a:cubicBezTo>
                        <a:cubicBezTo>
                          <a:pt x="315602" y="88238"/>
                          <a:pt x="317239" y="88015"/>
                          <a:pt x="318431" y="87047"/>
                        </a:cubicBezTo>
                        <a:cubicBezTo>
                          <a:pt x="319771" y="85855"/>
                          <a:pt x="320144" y="83919"/>
                          <a:pt x="320441" y="82132"/>
                        </a:cubicBezTo>
                        <a:cubicBezTo>
                          <a:pt x="324463" y="54953"/>
                          <a:pt x="326771" y="27477"/>
                          <a:pt x="327515" y="0"/>
                        </a:cubicBezTo>
                        <a:cubicBezTo>
                          <a:pt x="221257" y="3872"/>
                          <a:pt x="115223" y="12956"/>
                          <a:pt x="9932" y="27179"/>
                        </a:cubicBezTo>
                        <a:cubicBezTo>
                          <a:pt x="7029" y="27551"/>
                          <a:pt x="3678" y="28147"/>
                          <a:pt x="1742" y="30455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</p:grpSp>
        <p:grpSp>
          <p:nvGrpSpPr>
            <p:cNvPr id="128" name="Group 128"/>
            <p:cNvGrpSpPr/>
            <p:nvPr/>
          </p:nvGrpSpPr>
          <p:grpSpPr>
            <a:xfrm>
              <a:off x="10934700" y="2938142"/>
              <a:ext cx="350420" cy="203431"/>
              <a:chOff x="10934700" y="2938142"/>
              <a:chExt cx="350420" cy="203431"/>
            </a:xfrm>
          </p:grpSpPr>
          <p:sp>
            <p:nvSpPr>
              <p:cNvPr id="129" name="AutoShape 129"/>
              <p:cNvSpPr/>
              <p:nvPr/>
            </p:nvSpPr>
            <p:spPr>
              <a:xfrm>
                <a:off x="10997323" y="2938142"/>
                <a:ext cx="108491" cy="48177"/>
              </a:xfrm>
              <a:custGeom>
                <a:avLst/>
                <a:gdLst/>
                <a:ahLst/>
                <a:cxnLst/>
                <a:rect l="l" t="t" r="r" b="b"/>
                <a:pathLst>
                  <a:path w="108491" h="48177">
                    <a:moveTo>
                      <a:pt x="102758" y="48177"/>
                    </a:moveTo>
                    <a:cubicBezTo>
                      <a:pt x="104694" y="42965"/>
                      <a:pt x="106555" y="37753"/>
                      <a:pt x="108492" y="32540"/>
                    </a:cubicBezTo>
                    <a:cubicBezTo>
                      <a:pt x="74239" y="22413"/>
                      <a:pt x="40135" y="11616"/>
                      <a:pt x="6329" y="0"/>
                    </a:cubicBezTo>
                    <a:cubicBezTo>
                      <a:pt x="4244" y="5734"/>
                      <a:pt x="2159" y="11467"/>
                      <a:pt x="0" y="17201"/>
                    </a:cubicBezTo>
                    <a:cubicBezTo>
                      <a:pt x="35891" y="22041"/>
                      <a:pt x="69697" y="33657"/>
                      <a:pt x="102758" y="48177"/>
                    </a:cubicBezTo>
                    <a:close/>
                  </a:path>
                </a:pathLst>
              </a:custGeom>
              <a:solidFill>
                <a:srgbClr val="E0DBD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0" name="AutoShape 130"/>
              <p:cNvSpPr/>
              <p:nvPr/>
            </p:nvSpPr>
            <p:spPr>
              <a:xfrm>
                <a:off x="10934700" y="3080068"/>
                <a:ext cx="125245" cy="61505"/>
              </a:xfrm>
              <a:custGeom>
                <a:avLst/>
                <a:gdLst/>
                <a:ahLst/>
                <a:cxnLst/>
                <a:rect l="l" t="t" r="r" b="b"/>
                <a:pathLst>
                  <a:path w="125245" h="61505">
                    <a:moveTo>
                      <a:pt x="18317" y="223"/>
                    </a:moveTo>
                    <a:cubicBezTo>
                      <a:pt x="17871" y="223"/>
                      <a:pt x="17499" y="74"/>
                      <a:pt x="17051" y="0"/>
                    </a:cubicBezTo>
                    <a:cubicBezTo>
                      <a:pt x="11393" y="15488"/>
                      <a:pt x="5659" y="31051"/>
                      <a:pt x="0" y="46539"/>
                    </a:cubicBezTo>
                    <a:cubicBezTo>
                      <a:pt x="38050" y="50411"/>
                      <a:pt x="75951" y="55474"/>
                      <a:pt x="113704" y="61506"/>
                    </a:cubicBezTo>
                    <a:cubicBezTo>
                      <a:pt x="117428" y="49071"/>
                      <a:pt x="121299" y="36635"/>
                      <a:pt x="125246" y="24200"/>
                    </a:cubicBezTo>
                    <a:cubicBezTo>
                      <a:pt x="89355" y="16903"/>
                      <a:pt x="55028" y="3202"/>
                      <a:pt x="18317" y="223"/>
                    </a:cubicBezTo>
                    <a:close/>
                  </a:path>
                </a:pathLst>
              </a:custGeom>
              <a:solidFill>
                <a:srgbClr val="E0DBD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1" name="AutoShape 131"/>
              <p:cNvSpPr/>
              <p:nvPr/>
            </p:nvSpPr>
            <p:spPr>
              <a:xfrm>
                <a:off x="10962250" y="3035614"/>
                <a:ext cx="111842" cy="40209"/>
              </a:xfrm>
              <a:custGeom>
                <a:avLst/>
                <a:gdLst/>
                <a:ahLst/>
                <a:cxnLst/>
                <a:rect l="l" t="t" r="r" b="b"/>
                <a:pathLst>
                  <a:path w="111842" h="40209">
                    <a:moveTo>
                      <a:pt x="106854" y="40210"/>
                    </a:moveTo>
                    <a:cubicBezTo>
                      <a:pt x="108492" y="35146"/>
                      <a:pt x="110130" y="30008"/>
                      <a:pt x="111843" y="24945"/>
                    </a:cubicBezTo>
                    <a:cubicBezTo>
                      <a:pt x="76920" y="15116"/>
                      <a:pt x="42370" y="968"/>
                      <a:pt x="5883" y="0"/>
                    </a:cubicBezTo>
                    <a:cubicBezTo>
                      <a:pt x="3947" y="5361"/>
                      <a:pt x="2011" y="10648"/>
                      <a:pt x="0" y="16009"/>
                    </a:cubicBezTo>
                    <a:cubicBezTo>
                      <a:pt x="36412" y="20477"/>
                      <a:pt x="70888" y="33210"/>
                      <a:pt x="106854" y="40210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2" name="AutoShape 132"/>
              <p:cNvSpPr/>
              <p:nvPr/>
            </p:nvSpPr>
            <p:spPr>
              <a:xfrm>
                <a:off x="10978781" y="2983937"/>
                <a:ext cx="111098" cy="48326"/>
              </a:xfrm>
              <a:custGeom>
                <a:avLst/>
                <a:gdLst/>
                <a:ahLst/>
                <a:cxnLst/>
                <a:rect l="l" t="t" r="r" b="b"/>
                <a:pathLst>
                  <a:path w="111098" h="48326">
                    <a:moveTo>
                      <a:pt x="104844" y="48326"/>
                    </a:moveTo>
                    <a:cubicBezTo>
                      <a:pt x="106929" y="42295"/>
                      <a:pt x="109013" y="36189"/>
                      <a:pt x="111098" y="30232"/>
                    </a:cubicBezTo>
                    <a:cubicBezTo>
                      <a:pt x="78335" y="15488"/>
                      <a:pt x="44082" y="3649"/>
                      <a:pt x="8192" y="0"/>
                    </a:cubicBezTo>
                    <a:cubicBezTo>
                      <a:pt x="5437" y="7446"/>
                      <a:pt x="2681" y="14967"/>
                      <a:pt x="0" y="22413"/>
                    </a:cubicBezTo>
                    <a:cubicBezTo>
                      <a:pt x="35891" y="25392"/>
                      <a:pt x="70070" y="38795"/>
                      <a:pt x="104844" y="48326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3" name="AutoShape 133"/>
              <p:cNvSpPr/>
              <p:nvPr/>
            </p:nvSpPr>
            <p:spPr>
              <a:xfrm>
                <a:off x="11126962" y="2978948"/>
                <a:ext cx="158158" cy="134553"/>
              </a:xfrm>
              <a:custGeom>
                <a:avLst/>
                <a:gdLst/>
                <a:ahLst/>
                <a:cxnLst/>
                <a:rect l="l" t="t" r="r" b="b"/>
                <a:pathLst>
                  <a:path w="158158" h="134553">
                    <a:moveTo>
                      <a:pt x="34849" y="0"/>
                    </a:moveTo>
                    <a:cubicBezTo>
                      <a:pt x="21818" y="33955"/>
                      <a:pt x="10499" y="68431"/>
                      <a:pt x="0" y="103205"/>
                    </a:cubicBezTo>
                    <a:cubicBezTo>
                      <a:pt x="45274" y="111173"/>
                      <a:pt x="90099" y="121597"/>
                      <a:pt x="134256" y="134554"/>
                    </a:cubicBezTo>
                    <a:cubicBezTo>
                      <a:pt x="142223" y="99556"/>
                      <a:pt x="150191" y="64633"/>
                      <a:pt x="158158" y="29636"/>
                    </a:cubicBezTo>
                    <a:cubicBezTo>
                      <a:pt x="116609" y="21445"/>
                      <a:pt x="75505" y="11542"/>
                      <a:pt x="34849" y="0"/>
                    </a:cubicBezTo>
                    <a:close/>
                    <a:moveTo>
                      <a:pt x="120332" y="117725"/>
                    </a:moveTo>
                    <a:cubicBezTo>
                      <a:pt x="87270" y="107971"/>
                      <a:pt x="53614" y="100152"/>
                      <a:pt x="19658" y="94195"/>
                    </a:cubicBezTo>
                    <a:cubicBezTo>
                      <a:pt x="27552" y="68059"/>
                      <a:pt x="36041" y="42220"/>
                      <a:pt x="45795" y="16754"/>
                    </a:cubicBezTo>
                    <a:cubicBezTo>
                      <a:pt x="76324" y="25392"/>
                      <a:pt x="107152" y="32838"/>
                      <a:pt x="138203" y="39018"/>
                    </a:cubicBezTo>
                    <a:cubicBezTo>
                      <a:pt x="132320" y="65304"/>
                      <a:pt x="126363" y="91515"/>
                      <a:pt x="120332" y="117725"/>
                    </a:cubicBezTo>
                    <a:close/>
                  </a:path>
                </a:pathLst>
              </a:custGeom>
              <a:solidFill>
                <a:srgbClr val="E0DBD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134" name="AutoShape 134"/>
            <p:cNvSpPr/>
            <p:nvPr/>
          </p:nvSpPr>
          <p:spPr>
            <a:xfrm>
              <a:off x="11106987" y="3276615"/>
              <a:ext cx="2327" cy="1449"/>
            </a:xfrm>
            <a:custGeom>
              <a:avLst/>
              <a:gdLst/>
              <a:ahLst/>
              <a:cxnLst/>
              <a:rect l="l" t="t" r="r" b="b"/>
              <a:pathLst>
                <a:path w="2327" h="1449">
                  <a:moveTo>
                    <a:pt x="19" y="1449"/>
                  </a:moveTo>
                  <a:cubicBezTo>
                    <a:pt x="-204" y="332"/>
                    <a:pt x="1583" y="-487"/>
                    <a:pt x="2327" y="332"/>
                  </a:cubicBezTo>
                  <a:lnTo>
                    <a:pt x="19" y="1449"/>
                  </a:lnTo>
                  <a:close/>
                </a:path>
              </a:pathLst>
            </a:custGeom>
            <a:solidFill>
              <a:srgbClr val="FFBE69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135" name="Group 135"/>
            <p:cNvGrpSpPr/>
            <p:nvPr/>
          </p:nvGrpSpPr>
          <p:grpSpPr>
            <a:xfrm>
              <a:off x="9100389" y="4069768"/>
              <a:ext cx="2904485" cy="2613020"/>
              <a:chOff x="9100389" y="4069768"/>
              <a:chExt cx="2904485" cy="2613020"/>
            </a:xfrm>
          </p:grpSpPr>
          <p:grpSp>
            <p:nvGrpSpPr>
              <p:cNvPr id="136" name="Group 136"/>
              <p:cNvGrpSpPr/>
              <p:nvPr/>
            </p:nvGrpSpPr>
            <p:grpSpPr>
              <a:xfrm>
                <a:off x="9100389" y="5972193"/>
                <a:ext cx="2904485" cy="710596"/>
                <a:chOff x="9100389" y="5972193"/>
                <a:chExt cx="2904485" cy="710596"/>
              </a:xfrm>
            </p:grpSpPr>
            <p:sp>
              <p:nvSpPr>
                <p:cNvPr id="137" name="AutoShape 137"/>
                <p:cNvSpPr/>
                <p:nvPr/>
              </p:nvSpPr>
              <p:spPr>
                <a:xfrm>
                  <a:off x="9100389" y="6131320"/>
                  <a:ext cx="2904485" cy="551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4485" h="551469">
                      <a:moveTo>
                        <a:pt x="2904486" y="275735"/>
                      </a:moveTo>
                      <a:cubicBezTo>
                        <a:pt x="2904486" y="428019"/>
                        <a:pt x="2254295" y="551470"/>
                        <a:pt x="1452243" y="551470"/>
                      </a:cubicBezTo>
                      <a:cubicBezTo>
                        <a:pt x="650191" y="551470"/>
                        <a:pt x="0" y="428019"/>
                        <a:pt x="0" y="275735"/>
                      </a:cubicBezTo>
                      <a:cubicBezTo>
                        <a:pt x="0" y="123451"/>
                        <a:pt x="650191" y="0"/>
                        <a:pt x="1452243" y="0"/>
                      </a:cubicBezTo>
                      <a:cubicBezTo>
                        <a:pt x="2254294" y="0"/>
                        <a:pt x="2904486" y="123451"/>
                        <a:pt x="2904486" y="275735"/>
                      </a:cubicBezTo>
                      <a:close/>
                    </a:path>
                  </a:pathLst>
                </a:custGeom>
                <a:solidFill>
                  <a:srgbClr val="002033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38" name="Group 138"/>
                <p:cNvGrpSpPr/>
                <p:nvPr/>
              </p:nvGrpSpPr>
              <p:grpSpPr>
                <a:xfrm>
                  <a:off x="9179096" y="5972193"/>
                  <a:ext cx="2724733" cy="629357"/>
                  <a:chOff x="9179096" y="5972193"/>
                  <a:chExt cx="2724733" cy="629357"/>
                </a:xfrm>
              </p:grpSpPr>
              <p:sp>
                <p:nvSpPr>
                  <p:cNvPr id="139" name="AutoShape 139"/>
                  <p:cNvSpPr/>
                  <p:nvPr/>
                </p:nvSpPr>
                <p:spPr>
                  <a:xfrm>
                    <a:off x="9179096" y="5972193"/>
                    <a:ext cx="2724733" cy="6293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4733" h="629357">
                        <a:moveTo>
                          <a:pt x="2724734" y="266874"/>
                        </a:moveTo>
                        <a:cubicBezTo>
                          <a:pt x="2724734" y="119438"/>
                          <a:pt x="2114811" y="0"/>
                          <a:pt x="1362366" y="0"/>
                        </a:cubicBezTo>
                        <a:cubicBezTo>
                          <a:pt x="609922" y="0"/>
                          <a:pt x="0" y="119513"/>
                          <a:pt x="0" y="266874"/>
                        </a:cubicBezTo>
                        <a:cubicBezTo>
                          <a:pt x="0" y="283181"/>
                          <a:pt x="0" y="346177"/>
                          <a:pt x="0" y="362484"/>
                        </a:cubicBezTo>
                        <a:cubicBezTo>
                          <a:pt x="0" y="509920"/>
                          <a:pt x="609922" y="629358"/>
                          <a:pt x="1362366" y="629358"/>
                        </a:cubicBezTo>
                        <a:cubicBezTo>
                          <a:pt x="2114811" y="629358"/>
                          <a:pt x="2724734" y="509845"/>
                          <a:pt x="2724734" y="362484"/>
                        </a:cubicBezTo>
                        <a:cubicBezTo>
                          <a:pt x="2724734" y="346177"/>
                          <a:pt x="2724734" y="283181"/>
                          <a:pt x="2724734" y="266874"/>
                        </a:cubicBezTo>
                        <a:close/>
                      </a:path>
                    </a:pathLst>
                  </a:custGeom>
                  <a:solidFill>
                    <a:srgbClr val="5FBBBF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40" name="AutoShape 140"/>
                  <p:cNvSpPr/>
                  <p:nvPr/>
                </p:nvSpPr>
                <p:spPr>
                  <a:xfrm>
                    <a:off x="9216476" y="5980831"/>
                    <a:ext cx="2649972" cy="5191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9972" h="519152">
                        <a:moveTo>
                          <a:pt x="2649973" y="259576"/>
                        </a:moveTo>
                        <a:cubicBezTo>
                          <a:pt x="2649973" y="402936"/>
                          <a:pt x="2056756" y="519153"/>
                          <a:pt x="1324987" y="519153"/>
                        </a:cubicBezTo>
                        <a:cubicBezTo>
                          <a:pt x="593217" y="519153"/>
                          <a:pt x="1" y="402936"/>
                          <a:pt x="1" y="259576"/>
                        </a:cubicBezTo>
                        <a:cubicBezTo>
                          <a:pt x="1" y="116216"/>
                          <a:pt x="593217" y="0"/>
                          <a:pt x="1324987" y="0"/>
                        </a:cubicBezTo>
                        <a:cubicBezTo>
                          <a:pt x="2056757" y="0"/>
                          <a:pt x="2649973" y="116216"/>
                          <a:pt x="2649973" y="259576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141" name="Group 141"/>
                  <p:cNvGrpSpPr/>
                  <p:nvPr/>
                </p:nvGrpSpPr>
                <p:grpSpPr>
                  <a:xfrm>
                    <a:off x="9521252" y="6022828"/>
                    <a:ext cx="2041018" cy="400012"/>
                    <a:chOff x="9521252" y="6022828"/>
                    <a:chExt cx="2041018" cy="400012"/>
                  </a:xfrm>
                </p:grpSpPr>
                <p:sp>
                  <p:nvSpPr>
                    <p:cNvPr id="142" name="AutoShape 142"/>
                    <p:cNvSpPr/>
                    <p:nvPr/>
                  </p:nvSpPr>
                  <p:spPr>
                    <a:xfrm>
                      <a:off x="10100570" y="6022828"/>
                      <a:ext cx="870616" cy="641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70616" h="64186">
                          <a:moveTo>
                            <a:pt x="440892" y="52421"/>
                          </a:moveTo>
                          <a:cubicBezTo>
                            <a:pt x="546779" y="52421"/>
                            <a:pt x="647824" y="55698"/>
                            <a:pt x="740158" y="61580"/>
                          </a:cubicBezTo>
                          <a:cubicBezTo>
                            <a:pt x="783644" y="47134"/>
                            <a:pt x="827130" y="32838"/>
                            <a:pt x="870616" y="18541"/>
                          </a:cubicBezTo>
                          <a:cubicBezTo>
                            <a:pt x="740009" y="6627"/>
                            <a:pt x="594360" y="0"/>
                            <a:pt x="440892" y="0"/>
                          </a:cubicBezTo>
                          <a:cubicBezTo>
                            <a:pt x="283032" y="0"/>
                            <a:pt x="133512" y="6999"/>
                            <a:pt x="0" y="19583"/>
                          </a:cubicBezTo>
                          <a:cubicBezTo>
                            <a:pt x="34402" y="35072"/>
                            <a:pt x="69027" y="49964"/>
                            <a:pt x="103875" y="64187"/>
                          </a:cubicBezTo>
                          <a:cubicBezTo>
                            <a:pt x="206186" y="56666"/>
                            <a:pt x="320413" y="52421"/>
                            <a:pt x="440892" y="52421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3" name="AutoShape 143"/>
                    <p:cNvSpPr/>
                    <p:nvPr/>
                  </p:nvSpPr>
                  <p:spPr>
                    <a:xfrm>
                      <a:off x="10948251" y="6052092"/>
                      <a:ext cx="580584" cy="1200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80584" h="120064">
                          <a:moveTo>
                            <a:pt x="0" y="40880"/>
                          </a:moveTo>
                          <a:cubicBezTo>
                            <a:pt x="182359" y="58081"/>
                            <a:pt x="317210" y="86451"/>
                            <a:pt x="365909" y="119959"/>
                          </a:cubicBezTo>
                          <a:cubicBezTo>
                            <a:pt x="423022" y="120034"/>
                            <a:pt x="480134" y="120108"/>
                            <a:pt x="537173" y="120034"/>
                          </a:cubicBezTo>
                          <a:cubicBezTo>
                            <a:pt x="551619" y="120034"/>
                            <a:pt x="566139" y="119959"/>
                            <a:pt x="580584" y="119885"/>
                          </a:cubicBezTo>
                          <a:cubicBezTo>
                            <a:pt x="512898" y="69325"/>
                            <a:pt x="346698" y="26583"/>
                            <a:pt x="124650" y="0"/>
                          </a:cubicBezTo>
                          <a:cubicBezTo>
                            <a:pt x="83175" y="13552"/>
                            <a:pt x="41625" y="27179"/>
                            <a:pt x="0" y="40880"/>
                          </a:cubicBezTo>
                          <a:close/>
                        </a:path>
                      </a:pathLst>
                    </a:custGeom>
                    <a:solidFill>
                      <a:srgbClr val="809CAA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4" name="AutoShape 144"/>
                    <p:cNvSpPr/>
                    <p:nvPr/>
                  </p:nvSpPr>
                  <p:spPr>
                    <a:xfrm>
                      <a:off x="9536367" y="6050974"/>
                      <a:ext cx="578946" cy="13671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78946" h="136713">
                          <a:moveTo>
                            <a:pt x="483038" y="0"/>
                          </a:moveTo>
                          <a:cubicBezTo>
                            <a:pt x="233440" y="29189"/>
                            <a:pt x="52645" y="78558"/>
                            <a:pt x="0" y="136713"/>
                          </a:cubicBezTo>
                          <a:cubicBezTo>
                            <a:pt x="72825" y="136639"/>
                            <a:pt x="145574" y="135447"/>
                            <a:pt x="218324" y="133735"/>
                          </a:cubicBezTo>
                          <a:cubicBezTo>
                            <a:pt x="247737" y="95982"/>
                            <a:pt x="384376" y="63442"/>
                            <a:pt x="578946" y="43933"/>
                          </a:cubicBezTo>
                          <a:cubicBezTo>
                            <a:pt x="546853" y="29785"/>
                            <a:pt x="514834" y="15190"/>
                            <a:pt x="483038" y="0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5" name="AutoShape 145"/>
                    <p:cNvSpPr/>
                    <p:nvPr/>
                  </p:nvSpPr>
                  <p:spPr>
                    <a:xfrm>
                      <a:off x="10895681" y="6213899"/>
                      <a:ext cx="666588" cy="1693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66588" h="169327">
                          <a:moveTo>
                            <a:pt x="255704" y="169328"/>
                          </a:moveTo>
                          <a:cubicBezTo>
                            <a:pt x="505154" y="132841"/>
                            <a:pt x="666589" y="74612"/>
                            <a:pt x="666589" y="8936"/>
                          </a:cubicBezTo>
                          <a:cubicBezTo>
                            <a:pt x="666589" y="5957"/>
                            <a:pt x="666216" y="2979"/>
                            <a:pt x="665546" y="0"/>
                          </a:cubicBezTo>
                          <a:cubicBezTo>
                            <a:pt x="588105" y="149"/>
                            <a:pt x="510664" y="298"/>
                            <a:pt x="433223" y="298"/>
                          </a:cubicBezTo>
                          <a:cubicBezTo>
                            <a:pt x="402172" y="42965"/>
                            <a:pt x="234184" y="79079"/>
                            <a:pt x="0" y="97546"/>
                          </a:cubicBezTo>
                          <a:cubicBezTo>
                            <a:pt x="85259" y="121374"/>
                            <a:pt x="170668" y="144978"/>
                            <a:pt x="255704" y="169328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6" name="AutoShape 146"/>
                    <p:cNvSpPr/>
                    <p:nvPr/>
                  </p:nvSpPr>
                  <p:spPr>
                    <a:xfrm>
                      <a:off x="9521252" y="6226483"/>
                      <a:ext cx="675226" cy="162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75226" h="162551">
                          <a:moveTo>
                            <a:pt x="573957" y="120034"/>
                          </a:moveTo>
                          <a:cubicBezTo>
                            <a:pt x="607912" y="109013"/>
                            <a:pt x="641644" y="97472"/>
                            <a:pt x="675226" y="85706"/>
                          </a:cubicBezTo>
                          <a:cubicBezTo>
                            <a:pt x="459136" y="69250"/>
                            <a:pt x="297701" y="37827"/>
                            <a:pt x="245577" y="0"/>
                          </a:cubicBezTo>
                          <a:cubicBezTo>
                            <a:pt x="163743" y="2011"/>
                            <a:pt x="81909" y="3425"/>
                            <a:pt x="0" y="3351"/>
                          </a:cubicBezTo>
                          <a:cubicBezTo>
                            <a:pt x="10499" y="70069"/>
                            <a:pt x="182582" y="129639"/>
                            <a:pt x="451615" y="162552"/>
                          </a:cubicBezTo>
                          <a:cubicBezTo>
                            <a:pt x="492719" y="146245"/>
                            <a:pt x="534716" y="132767"/>
                            <a:pt x="573957" y="120034"/>
                          </a:cubicBezTo>
                          <a:close/>
                        </a:path>
                      </a:pathLst>
                    </a:custGeom>
                    <a:solidFill>
                      <a:srgbClr val="809CAA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7" name="AutoShape 147"/>
                    <p:cNvSpPr/>
                    <p:nvPr/>
                  </p:nvSpPr>
                  <p:spPr>
                    <a:xfrm>
                      <a:off x="10066243" y="6318891"/>
                      <a:ext cx="979926" cy="1039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79926" h="103949">
                          <a:moveTo>
                            <a:pt x="475220" y="5734"/>
                          </a:moveTo>
                          <a:cubicBezTo>
                            <a:pt x="392343" y="5734"/>
                            <a:pt x="312370" y="3723"/>
                            <a:pt x="237238" y="0"/>
                          </a:cubicBezTo>
                          <a:cubicBezTo>
                            <a:pt x="177891" y="21743"/>
                            <a:pt x="118321" y="42890"/>
                            <a:pt x="58006" y="62400"/>
                          </a:cubicBezTo>
                          <a:cubicBezTo>
                            <a:pt x="39241" y="68431"/>
                            <a:pt x="19732" y="74612"/>
                            <a:pt x="0" y="81015"/>
                          </a:cubicBezTo>
                          <a:cubicBezTo>
                            <a:pt x="141926" y="95685"/>
                            <a:pt x="303584" y="103950"/>
                            <a:pt x="475220" y="103950"/>
                          </a:cubicBezTo>
                          <a:cubicBezTo>
                            <a:pt x="658844" y="103950"/>
                            <a:pt x="831076" y="94419"/>
                            <a:pt x="979927" y="77813"/>
                          </a:cubicBezTo>
                          <a:cubicBezTo>
                            <a:pt x="888040" y="51975"/>
                            <a:pt x="796005" y="26583"/>
                            <a:pt x="704192" y="373"/>
                          </a:cubicBezTo>
                          <a:cubicBezTo>
                            <a:pt x="631740" y="3872"/>
                            <a:pt x="554820" y="5734"/>
                            <a:pt x="475220" y="5734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148" name="AutoShape 148"/>
                  <p:cNvSpPr/>
                  <p:nvPr/>
                </p:nvSpPr>
                <p:spPr>
                  <a:xfrm>
                    <a:off x="10179873" y="6240780"/>
                    <a:ext cx="1411843" cy="2082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1843" h="208263">
                        <a:moveTo>
                          <a:pt x="860042" y="37455"/>
                        </a:moveTo>
                        <a:cubicBezTo>
                          <a:pt x="801440" y="29710"/>
                          <a:pt x="745072" y="8935"/>
                          <a:pt x="686395" y="2010"/>
                        </a:cubicBezTo>
                        <a:cubicBezTo>
                          <a:pt x="627719" y="-4914"/>
                          <a:pt x="562192" y="4989"/>
                          <a:pt x="522057" y="48401"/>
                        </a:cubicBezTo>
                        <a:cubicBezTo>
                          <a:pt x="507909" y="63740"/>
                          <a:pt x="497409" y="82654"/>
                          <a:pt x="480804" y="95312"/>
                        </a:cubicBezTo>
                        <a:cubicBezTo>
                          <a:pt x="454296" y="115491"/>
                          <a:pt x="418181" y="115715"/>
                          <a:pt x="384896" y="115119"/>
                        </a:cubicBezTo>
                        <a:cubicBezTo>
                          <a:pt x="329943" y="114077"/>
                          <a:pt x="274990" y="112960"/>
                          <a:pt x="220036" y="111917"/>
                        </a:cubicBezTo>
                        <a:cubicBezTo>
                          <a:pt x="145499" y="110502"/>
                          <a:pt x="68207" y="109534"/>
                          <a:pt x="0" y="139543"/>
                        </a:cubicBezTo>
                        <a:cubicBezTo>
                          <a:pt x="65899" y="176402"/>
                          <a:pt x="143191" y="185561"/>
                          <a:pt x="218175" y="193975"/>
                        </a:cubicBezTo>
                        <a:cubicBezTo>
                          <a:pt x="333294" y="206932"/>
                          <a:pt x="451466" y="219664"/>
                          <a:pt x="563681" y="190773"/>
                        </a:cubicBezTo>
                        <a:cubicBezTo>
                          <a:pt x="578425" y="186975"/>
                          <a:pt x="592945" y="182433"/>
                          <a:pt x="607391" y="177667"/>
                        </a:cubicBezTo>
                        <a:cubicBezTo>
                          <a:pt x="733902" y="176402"/>
                          <a:pt x="860489" y="175061"/>
                          <a:pt x="987000" y="173796"/>
                        </a:cubicBezTo>
                        <a:cubicBezTo>
                          <a:pt x="1034955" y="173274"/>
                          <a:pt x="1089386" y="169477"/>
                          <a:pt x="1122969" y="137830"/>
                        </a:cubicBezTo>
                        <a:cubicBezTo>
                          <a:pt x="1193411" y="133511"/>
                          <a:pt x="1263480" y="123012"/>
                          <a:pt x="1332061" y="106407"/>
                        </a:cubicBezTo>
                        <a:cubicBezTo>
                          <a:pt x="1369292" y="97397"/>
                          <a:pt x="1414341" y="75729"/>
                          <a:pt x="1411735" y="37529"/>
                        </a:cubicBezTo>
                        <a:cubicBezTo>
                          <a:pt x="1243896" y="-43039"/>
                          <a:pt x="1044709" y="61804"/>
                          <a:pt x="860042" y="37455"/>
                        </a:cubicBez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149" name="Group 149"/>
              <p:cNvGrpSpPr/>
              <p:nvPr/>
            </p:nvGrpSpPr>
            <p:grpSpPr>
              <a:xfrm>
                <a:off x="9265598" y="4069768"/>
                <a:ext cx="2378684" cy="2231772"/>
                <a:chOff x="9265598" y="4069768"/>
                <a:chExt cx="2378684" cy="2231772"/>
              </a:xfrm>
            </p:grpSpPr>
            <p:sp>
              <p:nvSpPr>
                <p:cNvPr id="150" name="AutoShape 150"/>
                <p:cNvSpPr/>
                <p:nvPr/>
              </p:nvSpPr>
              <p:spPr>
                <a:xfrm>
                  <a:off x="9265598" y="4173707"/>
                  <a:ext cx="2378684" cy="577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8684" h="577896">
                      <a:moveTo>
                        <a:pt x="502050" y="577896"/>
                      </a:moveTo>
                      <a:cubicBezTo>
                        <a:pt x="500412" y="577896"/>
                        <a:pt x="498699" y="577673"/>
                        <a:pt x="497061" y="577300"/>
                      </a:cubicBezTo>
                      <a:cubicBezTo>
                        <a:pt x="356253" y="543644"/>
                        <a:pt x="223188" y="486903"/>
                        <a:pt x="101367" y="408718"/>
                      </a:cubicBezTo>
                      <a:cubicBezTo>
                        <a:pt x="59222" y="381688"/>
                        <a:pt x="14619" y="346913"/>
                        <a:pt x="2779" y="294269"/>
                      </a:cubicBezTo>
                      <a:cubicBezTo>
                        <a:pt x="-7422" y="248623"/>
                        <a:pt x="10896" y="196872"/>
                        <a:pt x="50584" y="159119"/>
                      </a:cubicBezTo>
                      <a:cubicBezTo>
                        <a:pt x="84539" y="126877"/>
                        <a:pt x="127727" y="108559"/>
                        <a:pt x="169277" y="93518"/>
                      </a:cubicBezTo>
                      <a:cubicBezTo>
                        <a:pt x="406589" y="7811"/>
                        <a:pt x="657528" y="-1720"/>
                        <a:pt x="871533" y="216"/>
                      </a:cubicBezTo>
                      <a:cubicBezTo>
                        <a:pt x="1377507" y="4758"/>
                        <a:pt x="1879459" y="81901"/>
                        <a:pt x="2363465" y="229412"/>
                      </a:cubicBezTo>
                      <a:cubicBezTo>
                        <a:pt x="2374784" y="232837"/>
                        <a:pt x="2381187" y="244900"/>
                        <a:pt x="2377762" y="256218"/>
                      </a:cubicBezTo>
                      <a:cubicBezTo>
                        <a:pt x="2374337" y="267536"/>
                        <a:pt x="2362348" y="273940"/>
                        <a:pt x="2350955" y="270515"/>
                      </a:cubicBezTo>
                      <a:cubicBezTo>
                        <a:pt x="1870895" y="124196"/>
                        <a:pt x="1372964" y="47723"/>
                        <a:pt x="871087" y="43181"/>
                      </a:cubicBezTo>
                      <a:cubicBezTo>
                        <a:pt x="660805" y="41245"/>
                        <a:pt x="414706" y="50552"/>
                        <a:pt x="183798" y="133951"/>
                      </a:cubicBezTo>
                      <a:cubicBezTo>
                        <a:pt x="146566" y="147428"/>
                        <a:pt x="108292" y="163512"/>
                        <a:pt x="80071" y="190319"/>
                      </a:cubicBezTo>
                      <a:cubicBezTo>
                        <a:pt x="51701" y="217274"/>
                        <a:pt x="37777" y="254431"/>
                        <a:pt x="44552" y="284961"/>
                      </a:cubicBezTo>
                      <a:cubicBezTo>
                        <a:pt x="52967" y="322490"/>
                        <a:pt x="89603" y="350339"/>
                        <a:pt x="124377" y="372678"/>
                      </a:cubicBezTo>
                      <a:cubicBezTo>
                        <a:pt x="242102" y="448257"/>
                        <a:pt x="370773" y="503062"/>
                        <a:pt x="506891" y="535602"/>
                      </a:cubicBezTo>
                      <a:cubicBezTo>
                        <a:pt x="518432" y="538357"/>
                        <a:pt x="525506" y="549973"/>
                        <a:pt x="522751" y="561440"/>
                      </a:cubicBezTo>
                      <a:cubicBezTo>
                        <a:pt x="520517" y="571269"/>
                        <a:pt x="511730" y="577896"/>
                        <a:pt x="502050" y="577896"/>
                      </a:cubicBezTo>
                      <a:close/>
                    </a:path>
                  </a:pathLst>
                </a:custGeom>
                <a:solidFill>
                  <a:srgbClr val="062033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51" name="Group 151"/>
                <p:cNvGrpSpPr/>
                <p:nvPr/>
              </p:nvGrpSpPr>
              <p:grpSpPr>
                <a:xfrm>
                  <a:off x="9298311" y="4102588"/>
                  <a:ext cx="2141915" cy="2198953"/>
                  <a:chOff x="9298311" y="4102588"/>
                  <a:chExt cx="2141915" cy="2198953"/>
                </a:xfrm>
                <a:solidFill>
                  <a:srgbClr val="002033">
                    <a:alpha val="100000"/>
                  </a:srgbClr>
                </a:solidFill>
              </p:grpSpPr>
              <p:sp>
                <p:nvSpPr>
                  <p:cNvPr id="152" name="AutoShape 152"/>
                  <p:cNvSpPr/>
                  <p:nvPr/>
                </p:nvSpPr>
                <p:spPr>
                  <a:xfrm>
                    <a:off x="9298311" y="4285170"/>
                    <a:ext cx="99779" cy="1915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779" h="1915920">
                        <a:moveTo>
                          <a:pt x="58825" y="1879211"/>
                        </a:moveTo>
                        <a:lnTo>
                          <a:pt x="58825" y="147213"/>
                        </a:lnTo>
                        <a:lnTo>
                          <a:pt x="72154" y="147213"/>
                        </a:lnTo>
                        <a:lnTo>
                          <a:pt x="72154" y="0"/>
                        </a:lnTo>
                        <a:lnTo>
                          <a:pt x="25392" y="0"/>
                        </a:lnTo>
                        <a:lnTo>
                          <a:pt x="25392" y="147213"/>
                        </a:lnTo>
                        <a:lnTo>
                          <a:pt x="44752" y="147213"/>
                        </a:lnTo>
                        <a:lnTo>
                          <a:pt x="44752" y="1878764"/>
                        </a:lnTo>
                        <a:cubicBezTo>
                          <a:pt x="21296" y="1880775"/>
                          <a:pt x="2606" y="1896338"/>
                          <a:pt x="0" y="1915922"/>
                        </a:cubicBezTo>
                        <a:lnTo>
                          <a:pt x="99780" y="1915922"/>
                        </a:lnTo>
                        <a:cubicBezTo>
                          <a:pt x="97397" y="1897380"/>
                          <a:pt x="80569" y="1882413"/>
                          <a:pt x="58825" y="1879211"/>
                        </a:cubicBez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53" name="AutoShape 153"/>
                  <p:cNvSpPr/>
                  <p:nvPr/>
                </p:nvSpPr>
                <p:spPr>
                  <a:xfrm>
                    <a:off x="9480595" y="4520993"/>
                    <a:ext cx="99779" cy="17805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779" h="1780547">
                        <a:moveTo>
                          <a:pt x="62474" y="1744583"/>
                        </a:moveTo>
                        <a:lnTo>
                          <a:pt x="62474" y="180125"/>
                        </a:lnTo>
                        <a:lnTo>
                          <a:pt x="72080" y="180125"/>
                        </a:lnTo>
                        <a:lnTo>
                          <a:pt x="72080" y="32912"/>
                        </a:lnTo>
                        <a:lnTo>
                          <a:pt x="62474" y="32912"/>
                        </a:lnTo>
                        <a:lnTo>
                          <a:pt x="62474" y="6999"/>
                        </a:lnTo>
                        <a:cubicBezTo>
                          <a:pt x="62474" y="3127"/>
                          <a:pt x="59347" y="0"/>
                          <a:pt x="55475" y="0"/>
                        </a:cubicBezTo>
                        <a:cubicBezTo>
                          <a:pt x="51602" y="0"/>
                          <a:pt x="48475" y="3127"/>
                          <a:pt x="48475" y="6999"/>
                        </a:cubicBezTo>
                        <a:lnTo>
                          <a:pt x="48475" y="32912"/>
                        </a:lnTo>
                        <a:lnTo>
                          <a:pt x="25392" y="32912"/>
                        </a:lnTo>
                        <a:lnTo>
                          <a:pt x="25392" y="180125"/>
                        </a:lnTo>
                        <a:lnTo>
                          <a:pt x="48475" y="180125"/>
                        </a:lnTo>
                        <a:lnTo>
                          <a:pt x="48475" y="1743242"/>
                        </a:lnTo>
                        <a:cubicBezTo>
                          <a:pt x="23307" y="1743838"/>
                          <a:pt x="2755" y="1759922"/>
                          <a:pt x="0" y="1780548"/>
                        </a:cubicBezTo>
                        <a:lnTo>
                          <a:pt x="99780" y="1780548"/>
                        </a:lnTo>
                        <a:cubicBezTo>
                          <a:pt x="97546" y="1763049"/>
                          <a:pt x="82356" y="1748827"/>
                          <a:pt x="62474" y="1744583"/>
                        </a:cubicBez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54" name="AutoShape 154"/>
                  <p:cNvSpPr/>
                  <p:nvPr/>
                </p:nvSpPr>
                <p:spPr>
                  <a:xfrm>
                    <a:off x="9702568" y="4121203"/>
                    <a:ext cx="99779" cy="19280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779" h="1928057">
                        <a:moveTo>
                          <a:pt x="55549" y="1890902"/>
                        </a:moveTo>
                        <a:lnTo>
                          <a:pt x="55549" y="649983"/>
                        </a:lnTo>
                        <a:lnTo>
                          <a:pt x="72080" y="649983"/>
                        </a:lnTo>
                        <a:lnTo>
                          <a:pt x="72080" y="502771"/>
                        </a:lnTo>
                        <a:lnTo>
                          <a:pt x="55549" y="502771"/>
                        </a:lnTo>
                        <a:lnTo>
                          <a:pt x="55549" y="161658"/>
                        </a:lnTo>
                        <a:lnTo>
                          <a:pt x="69771" y="161658"/>
                        </a:lnTo>
                        <a:lnTo>
                          <a:pt x="69771" y="14446"/>
                        </a:lnTo>
                        <a:lnTo>
                          <a:pt x="55549" y="14446"/>
                        </a:lnTo>
                        <a:lnTo>
                          <a:pt x="55549" y="6999"/>
                        </a:lnTo>
                        <a:cubicBezTo>
                          <a:pt x="55549" y="3127"/>
                          <a:pt x="52421" y="0"/>
                          <a:pt x="48550" y="0"/>
                        </a:cubicBezTo>
                        <a:cubicBezTo>
                          <a:pt x="44678" y="0"/>
                          <a:pt x="41550" y="3127"/>
                          <a:pt x="41550" y="6999"/>
                        </a:cubicBezTo>
                        <a:lnTo>
                          <a:pt x="41550" y="14446"/>
                        </a:lnTo>
                        <a:lnTo>
                          <a:pt x="23084" y="14446"/>
                        </a:lnTo>
                        <a:lnTo>
                          <a:pt x="23084" y="161658"/>
                        </a:lnTo>
                        <a:lnTo>
                          <a:pt x="41550" y="161658"/>
                        </a:lnTo>
                        <a:lnTo>
                          <a:pt x="41550" y="502771"/>
                        </a:lnTo>
                        <a:lnTo>
                          <a:pt x="25392" y="502771"/>
                        </a:lnTo>
                        <a:lnTo>
                          <a:pt x="25392" y="649983"/>
                        </a:lnTo>
                        <a:lnTo>
                          <a:pt x="41550" y="649983"/>
                        </a:lnTo>
                        <a:lnTo>
                          <a:pt x="41550" y="1891274"/>
                        </a:lnTo>
                        <a:cubicBezTo>
                          <a:pt x="19584" y="1894327"/>
                          <a:pt x="2457" y="1909368"/>
                          <a:pt x="0" y="1928059"/>
                        </a:cubicBezTo>
                        <a:lnTo>
                          <a:pt x="99780" y="1928059"/>
                        </a:lnTo>
                        <a:cubicBezTo>
                          <a:pt x="97248" y="1908549"/>
                          <a:pt x="78781" y="1893136"/>
                          <a:pt x="55549" y="1890902"/>
                        </a:cubicBez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55" name="AutoShape 155"/>
                  <p:cNvSpPr/>
                  <p:nvPr/>
                </p:nvSpPr>
                <p:spPr>
                  <a:xfrm>
                    <a:off x="10258654" y="4102588"/>
                    <a:ext cx="99779" cy="19022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779" h="1902294">
                        <a:moveTo>
                          <a:pt x="68952" y="1868042"/>
                        </a:moveTo>
                        <a:lnTo>
                          <a:pt x="68952" y="159275"/>
                        </a:lnTo>
                        <a:lnTo>
                          <a:pt x="83770" y="159275"/>
                        </a:lnTo>
                        <a:lnTo>
                          <a:pt x="83770" y="12063"/>
                        </a:lnTo>
                        <a:lnTo>
                          <a:pt x="68952" y="12063"/>
                        </a:lnTo>
                        <a:lnTo>
                          <a:pt x="68952" y="6999"/>
                        </a:lnTo>
                        <a:cubicBezTo>
                          <a:pt x="68952" y="3127"/>
                          <a:pt x="65825" y="0"/>
                          <a:pt x="61953" y="0"/>
                        </a:cubicBezTo>
                        <a:cubicBezTo>
                          <a:pt x="58081" y="0"/>
                          <a:pt x="54953" y="3127"/>
                          <a:pt x="54953" y="6999"/>
                        </a:cubicBezTo>
                        <a:lnTo>
                          <a:pt x="54953" y="12063"/>
                        </a:lnTo>
                        <a:lnTo>
                          <a:pt x="37008" y="12063"/>
                        </a:lnTo>
                        <a:lnTo>
                          <a:pt x="37008" y="159275"/>
                        </a:lnTo>
                        <a:lnTo>
                          <a:pt x="54953" y="159275"/>
                        </a:lnTo>
                        <a:lnTo>
                          <a:pt x="54953" y="1865138"/>
                        </a:lnTo>
                        <a:cubicBezTo>
                          <a:pt x="53315" y="1864989"/>
                          <a:pt x="51603" y="1864914"/>
                          <a:pt x="49890" y="1864914"/>
                        </a:cubicBezTo>
                        <a:cubicBezTo>
                          <a:pt x="24051" y="1864914"/>
                          <a:pt x="2755" y="1881296"/>
                          <a:pt x="0" y="1902294"/>
                        </a:cubicBezTo>
                        <a:lnTo>
                          <a:pt x="99780" y="1902294"/>
                        </a:lnTo>
                        <a:cubicBezTo>
                          <a:pt x="97769" y="1886732"/>
                          <a:pt x="85632" y="1873775"/>
                          <a:pt x="68952" y="1868042"/>
                        </a:cubicBez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56" name="AutoShape 156"/>
                  <p:cNvSpPr/>
                  <p:nvPr/>
                </p:nvSpPr>
                <p:spPr>
                  <a:xfrm>
                    <a:off x="11340446" y="4275862"/>
                    <a:ext cx="99779" cy="1780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779" h="1780398">
                        <a:moveTo>
                          <a:pt x="62325" y="1744285"/>
                        </a:moveTo>
                        <a:lnTo>
                          <a:pt x="62325" y="147213"/>
                        </a:lnTo>
                        <a:lnTo>
                          <a:pt x="79154" y="147213"/>
                        </a:lnTo>
                        <a:lnTo>
                          <a:pt x="79154" y="0"/>
                        </a:lnTo>
                        <a:lnTo>
                          <a:pt x="32391" y="0"/>
                        </a:lnTo>
                        <a:lnTo>
                          <a:pt x="32391" y="147213"/>
                        </a:lnTo>
                        <a:lnTo>
                          <a:pt x="48326" y="147213"/>
                        </a:lnTo>
                        <a:lnTo>
                          <a:pt x="48326" y="1743094"/>
                        </a:lnTo>
                        <a:cubicBezTo>
                          <a:pt x="23232" y="1743764"/>
                          <a:pt x="2755" y="1759848"/>
                          <a:pt x="0" y="1780400"/>
                        </a:cubicBezTo>
                        <a:lnTo>
                          <a:pt x="99780" y="1780400"/>
                        </a:lnTo>
                        <a:cubicBezTo>
                          <a:pt x="97471" y="1762826"/>
                          <a:pt x="82281" y="1748604"/>
                          <a:pt x="62325" y="1744285"/>
                        </a:cubicBez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157" name="Group 157"/>
                <p:cNvGrpSpPr/>
                <p:nvPr/>
              </p:nvGrpSpPr>
              <p:grpSpPr>
                <a:xfrm>
                  <a:off x="9298350" y="4069768"/>
                  <a:ext cx="2336777" cy="591926"/>
                  <a:chOff x="9298350" y="4069768"/>
                  <a:chExt cx="2336777" cy="591926"/>
                </a:xfrm>
              </p:grpSpPr>
              <p:sp>
                <p:nvSpPr>
                  <p:cNvPr id="158" name="AutoShape 158"/>
                  <p:cNvSpPr/>
                  <p:nvPr/>
                </p:nvSpPr>
                <p:spPr>
                  <a:xfrm>
                    <a:off x="9298350" y="4088385"/>
                    <a:ext cx="2330275" cy="566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30275" h="566193">
                        <a:moveTo>
                          <a:pt x="491860" y="566194"/>
                        </a:moveTo>
                        <a:cubicBezTo>
                          <a:pt x="490222" y="566194"/>
                          <a:pt x="488584" y="565970"/>
                          <a:pt x="486945" y="565598"/>
                        </a:cubicBezTo>
                        <a:cubicBezTo>
                          <a:pt x="349041" y="532611"/>
                          <a:pt x="218582" y="477062"/>
                          <a:pt x="99293" y="400440"/>
                        </a:cubicBezTo>
                        <a:cubicBezTo>
                          <a:pt x="58041" y="373931"/>
                          <a:pt x="14257" y="339902"/>
                          <a:pt x="2715" y="288300"/>
                        </a:cubicBezTo>
                        <a:cubicBezTo>
                          <a:pt x="-7263" y="243622"/>
                          <a:pt x="10683" y="192913"/>
                          <a:pt x="49552" y="155905"/>
                        </a:cubicBezTo>
                        <a:cubicBezTo>
                          <a:pt x="82763" y="124333"/>
                          <a:pt x="125132" y="106313"/>
                          <a:pt x="165863" y="91644"/>
                        </a:cubicBezTo>
                        <a:cubicBezTo>
                          <a:pt x="398335" y="7725"/>
                          <a:pt x="644210" y="-1658"/>
                          <a:pt x="853822" y="204"/>
                        </a:cubicBezTo>
                        <a:cubicBezTo>
                          <a:pt x="1349519" y="4672"/>
                          <a:pt x="1841270" y="80177"/>
                          <a:pt x="2315373" y="224708"/>
                        </a:cubicBezTo>
                        <a:cubicBezTo>
                          <a:pt x="2326468" y="228134"/>
                          <a:pt x="2332723" y="239824"/>
                          <a:pt x="2329372" y="250919"/>
                        </a:cubicBezTo>
                        <a:cubicBezTo>
                          <a:pt x="2325947" y="262014"/>
                          <a:pt x="2314256" y="268269"/>
                          <a:pt x="2303161" y="264918"/>
                        </a:cubicBezTo>
                        <a:cubicBezTo>
                          <a:pt x="1832856" y="121578"/>
                          <a:pt x="1345126" y="46669"/>
                          <a:pt x="853450" y="42275"/>
                        </a:cubicBezTo>
                        <a:cubicBezTo>
                          <a:pt x="647486" y="40413"/>
                          <a:pt x="406377" y="49498"/>
                          <a:pt x="180160" y="131183"/>
                        </a:cubicBezTo>
                        <a:cubicBezTo>
                          <a:pt x="143673" y="144363"/>
                          <a:pt x="106144" y="160149"/>
                          <a:pt x="78518" y="186435"/>
                        </a:cubicBezTo>
                        <a:cubicBezTo>
                          <a:pt x="50744" y="212869"/>
                          <a:pt x="37043" y="249281"/>
                          <a:pt x="43744" y="279140"/>
                        </a:cubicBezTo>
                        <a:cubicBezTo>
                          <a:pt x="51935" y="315925"/>
                          <a:pt x="87901" y="343178"/>
                          <a:pt x="122005" y="365070"/>
                        </a:cubicBezTo>
                        <a:cubicBezTo>
                          <a:pt x="237347" y="439086"/>
                          <a:pt x="363412" y="492773"/>
                          <a:pt x="496700" y="524718"/>
                        </a:cubicBezTo>
                        <a:cubicBezTo>
                          <a:pt x="508018" y="527399"/>
                          <a:pt x="514943" y="538791"/>
                          <a:pt x="512263" y="550035"/>
                        </a:cubicBezTo>
                        <a:cubicBezTo>
                          <a:pt x="510029" y="559715"/>
                          <a:pt x="501391" y="566194"/>
                          <a:pt x="491860" y="566194"/>
                        </a:cubicBezTo>
                        <a:close/>
                      </a:path>
                    </a:pathLst>
                  </a:custGeom>
                  <a:solidFill>
                    <a:srgbClr val="06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159" name="Group 159"/>
                  <p:cNvGrpSpPr/>
                  <p:nvPr/>
                </p:nvGrpSpPr>
                <p:grpSpPr>
                  <a:xfrm>
                    <a:off x="9298350" y="4069768"/>
                    <a:ext cx="2336777" cy="591926"/>
                    <a:chOff x="9298350" y="4069768"/>
                    <a:chExt cx="2336777" cy="591926"/>
                  </a:xfrm>
                </p:grpSpPr>
                <p:sp>
                  <p:nvSpPr>
                    <p:cNvPr id="160" name="AutoShape 160"/>
                    <p:cNvSpPr/>
                    <p:nvPr/>
                  </p:nvSpPr>
                  <p:spPr>
                    <a:xfrm>
                      <a:off x="9298350" y="4069768"/>
                      <a:ext cx="2336777" cy="59192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6777" h="591926">
                          <a:moveTo>
                            <a:pt x="2318575" y="222922"/>
                          </a:moveTo>
                          <a:cubicBezTo>
                            <a:pt x="2315298" y="221582"/>
                            <a:pt x="2311427" y="221061"/>
                            <a:pt x="2308150" y="222475"/>
                          </a:cubicBezTo>
                          <a:cubicBezTo>
                            <a:pt x="1836207" y="79433"/>
                            <a:pt x="1346988" y="4598"/>
                            <a:pt x="853822" y="205"/>
                          </a:cubicBezTo>
                          <a:cubicBezTo>
                            <a:pt x="644210" y="-1657"/>
                            <a:pt x="398335" y="7651"/>
                            <a:pt x="165863" y="91645"/>
                          </a:cubicBezTo>
                          <a:cubicBezTo>
                            <a:pt x="125132" y="106389"/>
                            <a:pt x="82763" y="124334"/>
                            <a:pt x="49552" y="155906"/>
                          </a:cubicBezTo>
                          <a:cubicBezTo>
                            <a:pt x="10683" y="192840"/>
                            <a:pt x="-7263" y="243548"/>
                            <a:pt x="2715" y="288301"/>
                          </a:cubicBezTo>
                          <a:cubicBezTo>
                            <a:pt x="14257" y="339903"/>
                            <a:pt x="57967" y="373932"/>
                            <a:pt x="99293" y="400441"/>
                          </a:cubicBezTo>
                          <a:cubicBezTo>
                            <a:pt x="216125" y="475425"/>
                            <a:pt x="343679" y="530229"/>
                            <a:pt x="478457" y="563439"/>
                          </a:cubicBezTo>
                          <a:cubicBezTo>
                            <a:pt x="478308" y="565152"/>
                            <a:pt x="478159" y="566865"/>
                            <a:pt x="478084" y="568577"/>
                          </a:cubicBezTo>
                          <a:cubicBezTo>
                            <a:pt x="477637" y="575726"/>
                            <a:pt x="477712" y="583842"/>
                            <a:pt x="482999" y="588682"/>
                          </a:cubicBezTo>
                          <a:cubicBezTo>
                            <a:pt x="489552" y="594565"/>
                            <a:pt x="500274" y="591661"/>
                            <a:pt x="507274" y="586225"/>
                          </a:cubicBezTo>
                          <a:cubicBezTo>
                            <a:pt x="517922" y="577960"/>
                            <a:pt x="524623" y="563737"/>
                            <a:pt x="521198" y="550632"/>
                          </a:cubicBezTo>
                          <a:cubicBezTo>
                            <a:pt x="518890" y="541845"/>
                            <a:pt x="512635" y="534771"/>
                            <a:pt x="506603" y="528070"/>
                          </a:cubicBezTo>
                          <a:cubicBezTo>
                            <a:pt x="504816" y="526059"/>
                            <a:pt x="502806" y="523900"/>
                            <a:pt x="500125" y="523527"/>
                          </a:cubicBezTo>
                          <a:cubicBezTo>
                            <a:pt x="498561" y="523230"/>
                            <a:pt x="496998" y="523677"/>
                            <a:pt x="495509" y="524421"/>
                          </a:cubicBezTo>
                          <a:cubicBezTo>
                            <a:pt x="362593" y="492477"/>
                            <a:pt x="236974" y="438864"/>
                            <a:pt x="121930" y="365071"/>
                          </a:cubicBezTo>
                          <a:cubicBezTo>
                            <a:pt x="87826" y="343179"/>
                            <a:pt x="51935" y="315926"/>
                            <a:pt x="43670" y="279141"/>
                          </a:cubicBezTo>
                          <a:cubicBezTo>
                            <a:pt x="36968" y="249282"/>
                            <a:pt x="50669" y="212870"/>
                            <a:pt x="78444" y="186436"/>
                          </a:cubicBezTo>
                          <a:cubicBezTo>
                            <a:pt x="106070" y="160150"/>
                            <a:pt x="143598" y="144364"/>
                            <a:pt x="180085" y="131184"/>
                          </a:cubicBezTo>
                          <a:cubicBezTo>
                            <a:pt x="406303" y="49499"/>
                            <a:pt x="647338" y="40414"/>
                            <a:pt x="853375" y="42276"/>
                          </a:cubicBezTo>
                          <a:cubicBezTo>
                            <a:pt x="1343116" y="46670"/>
                            <a:pt x="1829058" y="121058"/>
                            <a:pt x="2297651" y="263355"/>
                          </a:cubicBezTo>
                          <a:cubicBezTo>
                            <a:pt x="2297800" y="266706"/>
                            <a:pt x="2298172" y="269983"/>
                            <a:pt x="2298693" y="273334"/>
                          </a:cubicBezTo>
                          <a:cubicBezTo>
                            <a:pt x="2299661" y="279141"/>
                            <a:pt x="2301896" y="285694"/>
                            <a:pt x="2307331" y="287779"/>
                          </a:cubicBezTo>
                          <a:cubicBezTo>
                            <a:pt x="2312990" y="289939"/>
                            <a:pt x="2319170" y="286290"/>
                            <a:pt x="2323490" y="282046"/>
                          </a:cubicBezTo>
                          <a:cubicBezTo>
                            <a:pt x="2331830" y="273855"/>
                            <a:pt x="2337265" y="262387"/>
                            <a:pt x="2336744" y="250697"/>
                          </a:cubicBezTo>
                          <a:cubicBezTo>
                            <a:pt x="2336521" y="238932"/>
                            <a:pt x="2329446" y="227390"/>
                            <a:pt x="2318575" y="222922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grpSp>
                  <p:nvGrpSpPr>
                    <p:cNvPr id="161" name="Group 161"/>
                    <p:cNvGrpSpPr/>
                    <p:nvPr/>
                  </p:nvGrpSpPr>
                  <p:grpSpPr>
                    <a:xfrm>
                      <a:off x="9419834" y="4083080"/>
                      <a:ext cx="555192" cy="107134"/>
                      <a:chOff x="9419834" y="4083080"/>
                      <a:chExt cx="555192" cy="107134"/>
                    </a:xfrm>
                    <a:solidFill>
                      <a:srgbClr val="5FBBBF">
                        <a:alpha val="100000"/>
                      </a:srgbClr>
                    </a:solidFill>
                  </p:grpSpPr>
                  <p:sp>
                    <p:nvSpPr>
                      <p:cNvPr id="162" name="AutoShape 162"/>
                      <p:cNvSpPr/>
                      <p:nvPr/>
                    </p:nvSpPr>
                    <p:spPr>
                      <a:xfrm>
                        <a:off x="9419834" y="4158963"/>
                        <a:ext cx="85744" cy="312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5744" h="31251">
                            <a:moveTo>
                              <a:pt x="78930" y="67"/>
                            </a:moveTo>
                            <a:cubicBezTo>
                              <a:pt x="49964" y="-975"/>
                              <a:pt x="20849" y="10194"/>
                              <a:pt x="0" y="30299"/>
                            </a:cubicBezTo>
                            <a:cubicBezTo>
                              <a:pt x="28445" y="34022"/>
                              <a:pt x="58155" y="26725"/>
                              <a:pt x="81536" y="10268"/>
                            </a:cubicBezTo>
                            <a:cubicBezTo>
                              <a:pt x="83919" y="8556"/>
                              <a:pt x="86600" y="5875"/>
                              <a:pt x="85483" y="3120"/>
                            </a:cubicBezTo>
                            <a:cubicBezTo>
                              <a:pt x="84589" y="663"/>
                              <a:pt x="81536" y="141"/>
                              <a:pt x="78930" y="67"/>
                            </a:cubicBezTo>
                            <a:close/>
                          </a:path>
                        </a:pathLst>
                      </a:custGeom>
                      <a:solidFill>
                        <a:srgbClr val="5FBBBF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163" name="AutoShape 163"/>
                      <p:cNvSpPr/>
                      <p:nvPr/>
                    </p:nvSpPr>
                    <p:spPr>
                      <a:xfrm>
                        <a:off x="9519911" y="4086339"/>
                        <a:ext cx="411032" cy="7187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11032" h="71872">
                            <a:moveTo>
                              <a:pt x="0" y="71872"/>
                            </a:moveTo>
                            <a:cubicBezTo>
                              <a:pt x="137011" y="50725"/>
                              <a:pt x="274022" y="29503"/>
                              <a:pt x="411033" y="8356"/>
                            </a:cubicBezTo>
                            <a:cubicBezTo>
                              <a:pt x="368441" y="-4675"/>
                              <a:pt x="322646" y="-58"/>
                              <a:pt x="278490" y="6048"/>
                            </a:cubicBezTo>
                            <a:cubicBezTo>
                              <a:pt x="210729" y="15430"/>
                              <a:pt x="143489" y="28014"/>
                              <a:pt x="76919" y="43800"/>
                            </a:cubicBezTo>
                            <a:cubicBezTo>
                              <a:pt x="50262" y="50055"/>
                              <a:pt x="23158" y="57129"/>
                              <a:pt x="0" y="71872"/>
                            </a:cubicBezTo>
                            <a:close/>
                          </a:path>
                        </a:pathLst>
                      </a:custGeom>
                      <a:solidFill>
                        <a:srgbClr val="5FBBBF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164" name="AutoShape 164"/>
                      <p:cNvSpPr/>
                      <p:nvPr/>
                    </p:nvSpPr>
                    <p:spPr>
                      <a:xfrm>
                        <a:off x="9937037" y="4083080"/>
                        <a:ext cx="37989" cy="972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89" h="9722">
                            <a:moveTo>
                              <a:pt x="6194" y="8934"/>
                            </a:moveTo>
                            <a:cubicBezTo>
                              <a:pt x="16842" y="10647"/>
                              <a:pt x="27862" y="9530"/>
                              <a:pt x="37989" y="5956"/>
                            </a:cubicBezTo>
                            <a:cubicBezTo>
                              <a:pt x="27713" y="520"/>
                              <a:pt x="15576" y="-1267"/>
                              <a:pt x="4183" y="893"/>
                            </a:cubicBezTo>
                            <a:cubicBezTo>
                              <a:pt x="2694" y="1190"/>
                              <a:pt x="1056" y="1637"/>
                              <a:pt x="311" y="2977"/>
                            </a:cubicBezTo>
                            <a:cubicBezTo>
                              <a:pt x="-1178" y="5881"/>
                              <a:pt x="2992" y="8413"/>
                              <a:pt x="6194" y="8934"/>
                            </a:cubicBezTo>
                            <a:close/>
                          </a:path>
                        </a:pathLst>
                      </a:custGeom>
                      <a:solidFill>
                        <a:srgbClr val="5FBBBF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</p:grpSp>
            </p:grpSp>
          </p:grpSp>
        </p:grpSp>
        <p:grpSp>
          <p:nvGrpSpPr>
            <p:cNvPr id="165" name="Group 165"/>
            <p:cNvGrpSpPr/>
            <p:nvPr/>
          </p:nvGrpSpPr>
          <p:grpSpPr>
            <a:xfrm>
              <a:off x="10054329" y="3453349"/>
              <a:ext cx="426819" cy="557798"/>
              <a:chOff x="10054329" y="3453349"/>
              <a:chExt cx="426819" cy="557798"/>
            </a:xfrm>
          </p:grpSpPr>
          <p:sp>
            <p:nvSpPr>
              <p:cNvPr id="166" name="AutoShape 166"/>
              <p:cNvSpPr/>
              <p:nvPr/>
            </p:nvSpPr>
            <p:spPr>
              <a:xfrm>
                <a:off x="10054329" y="3453349"/>
                <a:ext cx="426819" cy="557798"/>
              </a:xfrm>
              <a:custGeom>
                <a:avLst/>
                <a:gdLst/>
                <a:ahLst/>
                <a:cxnLst/>
                <a:rect l="l" t="t" r="r" b="b"/>
                <a:pathLst>
                  <a:path w="426819" h="557798">
                    <a:moveTo>
                      <a:pt x="426819" y="435904"/>
                    </a:moveTo>
                    <a:cubicBezTo>
                      <a:pt x="351761" y="369185"/>
                      <a:pt x="283404" y="291298"/>
                      <a:pt x="203879" y="220782"/>
                    </a:cubicBezTo>
                    <a:cubicBezTo>
                      <a:pt x="197401" y="209165"/>
                      <a:pt x="191592" y="197177"/>
                      <a:pt x="186901" y="184742"/>
                    </a:cubicBezTo>
                    <a:cubicBezTo>
                      <a:pt x="184295" y="177817"/>
                      <a:pt x="181986" y="170743"/>
                      <a:pt x="179604" y="163669"/>
                    </a:cubicBezTo>
                    <a:cubicBezTo>
                      <a:pt x="176327" y="149372"/>
                      <a:pt x="173721" y="134777"/>
                      <a:pt x="170370" y="120629"/>
                    </a:cubicBezTo>
                    <a:cubicBezTo>
                      <a:pt x="168956" y="114523"/>
                      <a:pt x="167243" y="108194"/>
                      <a:pt x="162924" y="103652"/>
                    </a:cubicBezTo>
                    <a:cubicBezTo>
                      <a:pt x="157638" y="98067"/>
                      <a:pt x="149893" y="96504"/>
                      <a:pt x="141926" y="96355"/>
                    </a:cubicBezTo>
                    <a:cubicBezTo>
                      <a:pt x="135894" y="89951"/>
                      <a:pt x="129565" y="83770"/>
                      <a:pt x="123235" y="77665"/>
                    </a:cubicBezTo>
                    <a:cubicBezTo>
                      <a:pt x="111322" y="66272"/>
                      <a:pt x="99333" y="54730"/>
                      <a:pt x="85409" y="45869"/>
                    </a:cubicBezTo>
                    <a:cubicBezTo>
                      <a:pt x="55847" y="27030"/>
                      <a:pt x="42146" y="22711"/>
                      <a:pt x="6181" y="0"/>
                    </a:cubicBezTo>
                    <a:cubicBezTo>
                      <a:pt x="-1563" y="9531"/>
                      <a:pt x="4393" y="22115"/>
                      <a:pt x="13105" y="30753"/>
                    </a:cubicBezTo>
                    <a:cubicBezTo>
                      <a:pt x="21817" y="39391"/>
                      <a:pt x="34848" y="49815"/>
                      <a:pt x="45124" y="56517"/>
                    </a:cubicBezTo>
                    <a:cubicBezTo>
                      <a:pt x="58751" y="65378"/>
                      <a:pt x="62698" y="73495"/>
                      <a:pt x="65378" y="85409"/>
                    </a:cubicBezTo>
                    <a:cubicBezTo>
                      <a:pt x="63740" y="85260"/>
                      <a:pt x="62027" y="85036"/>
                      <a:pt x="60389" y="84887"/>
                    </a:cubicBezTo>
                    <a:cubicBezTo>
                      <a:pt x="56815" y="84664"/>
                      <a:pt x="53092" y="84664"/>
                      <a:pt x="49890" y="86153"/>
                    </a:cubicBezTo>
                    <a:cubicBezTo>
                      <a:pt x="43784" y="88983"/>
                      <a:pt x="41327" y="96206"/>
                      <a:pt x="40284" y="102833"/>
                    </a:cubicBezTo>
                    <a:cubicBezTo>
                      <a:pt x="39614" y="106928"/>
                      <a:pt x="39167" y="111173"/>
                      <a:pt x="38125" y="115119"/>
                    </a:cubicBezTo>
                    <a:cubicBezTo>
                      <a:pt x="32913" y="114672"/>
                      <a:pt x="27402" y="114449"/>
                      <a:pt x="23084" y="117279"/>
                    </a:cubicBezTo>
                    <a:cubicBezTo>
                      <a:pt x="18392" y="120331"/>
                      <a:pt x="16307" y="126140"/>
                      <a:pt x="14595" y="131501"/>
                    </a:cubicBezTo>
                    <a:cubicBezTo>
                      <a:pt x="12063" y="139394"/>
                      <a:pt x="9531" y="147287"/>
                      <a:pt x="6925" y="155180"/>
                    </a:cubicBezTo>
                    <a:cubicBezTo>
                      <a:pt x="2606" y="162328"/>
                      <a:pt x="0" y="167690"/>
                      <a:pt x="0" y="167690"/>
                    </a:cubicBezTo>
                    <a:cubicBezTo>
                      <a:pt x="0" y="167690"/>
                      <a:pt x="5212" y="189879"/>
                      <a:pt x="12436" y="209538"/>
                    </a:cubicBezTo>
                    <a:cubicBezTo>
                      <a:pt x="23605" y="200453"/>
                      <a:pt x="30083" y="183848"/>
                      <a:pt x="24126" y="170743"/>
                    </a:cubicBezTo>
                    <a:cubicBezTo>
                      <a:pt x="28519" y="168434"/>
                      <a:pt x="32689" y="170817"/>
                      <a:pt x="37157" y="168509"/>
                    </a:cubicBezTo>
                    <a:cubicBezTo>
                      <a:pt x="36189" y="188316"/>
                      <a:pt x="52124" y="225994"/>
                      <a:pt x="67910" y="237982"/>
                    </a:cubicBezTo>
                    <a:cubicBezTo>
                      <a:pt x="77516" y="245205"/>
                      <a:pt x="89057" y="249524"/>
                      <a:pt x="98812" y="256524"/>
                    </a:cubicBezTo>
                    <a:cubicBezTo>
                      <a:pt x="108194" y="263225"/>
                      <a:pt x="117204" y="271714"/>
                      <a:pt x="125991" y="280947"/>
                    </a:cubicBezTo>
                    <a:cubicBezTo>
                      <a:pt x="190475" y="372015"/>
                      <a:pt x="251312" y="466806"/>
                      <a:pt x="315870" y="557799"/>
                    </a:cubicBezTo>
                    <a:cubicBezTo>
                      <a:pt x="352282" y="513643"/>
                      <a:pt x="392716" y="470455"/>
                      <a:pt x="426819" y="435904"/>
                    </a:cubicBezTo>
                    <a:close/>
                  </a:path>
                </a:pathLst>
              </a:custGeom>
              <a:solidFill>
                <a:srgbClr val="FFBE69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7" name="AutoShape 167"/>
              <p:cNvSpPr/>
              <p:nvPr/>
            </p:nvSpPr>
            <p:spPr>
              <a:xfrm>
                <a:off x="10276451" y="3798855"/>
                <a:ext cx="204697" cy="212292"/>
              </a:xfrm>
              <a:custGeom>
                <a:avLst/>
                <a:gdLst/>
                <a:ahLst/>
                <a:cxnLst/>
                <a:rect l="l" t="t" r="r" b="b"/>
                <a:pathLst>
                  <a:path w="204697" h="212292">
                    <a:moveTo>
                      <a:pt x="204697" y="90397"/>
                    </a:moveTo>
                    <a:cubicBezTo>
                      <a:pt x="172530" y="61878"/>
                      <a:pt x="141628" y="31200"/>
                      <a:pt x="110577" y="0"/>
                    </a:cubicBezTo>
                    <a:cubicBezTo>
                      <a:pt x="63740" y="8935"/>
                      <a:pt x="26435" y="37752"/>
                      <a:pt x="0" y="75505"/>
                    </a:cubicBezTo>
                    <a:cubicBezTo>
                      <a:pt x="30977" y="121448"/>
                      <a:pt x="61952" y="167317"/>
                      <a:pt x="93897" y="212293"/>
                    </a:cubicBezTo>
                    <a:cubicBezTo>
                      <a:pt x="130160" y="168136"/>
                      <a:pt x="170594" y="124948"/>
                      <a:pt x="204697" y="90397"/>
                    </a:cubicBezTo>
                    <a:close/>
                  </a:path>
                </a:pathLst>
              </a:custGeom>
              <a:solidFill>
                <a:srgbClr val="00203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168" name="AutoShape 168"/>
            <p:cNvSpPr/>
            <p:nvPr/>
          </p:nvSpPr>
          <p:spPr>
            <a:xfrm>
              <a:off x="7932966" y="541458"/>
              <a:ext cx="95684" cy="15521"/>
            </a:xfrm>
            <a:custGeom>
              <a:avLst/>
              <a:gdLst/>
              <a:ahLst/>
              <a:cxnLst/>
              <a:rect l="l" t="t" r="r" b="b"/>
              <a:pathLst>
                <a:path w="95684" h="15521">
                  <a:moveTo>
                    <a:pt x="90621" y="33"/>
                  </a:moveTo>
                  <a:cubicBezTo>
                    <a:pt x="66122" y="-339"/>
                    <a:pt x="42295" y="2416"/>
                    <a:pt x="19211" y="9564"/>
                  </a:cubicBezTo>
                  <a:cubicBezTo>
                    <a:pt x="12807" y="11500"/>
                    <a:pt x="6404" y="13511"/>
                    <a:pt x="0" y="15521"/>
                  </a:cubicBezTo>
                  <a:cubicBezTo>
                    <a:pt x="31721" y="10160"/>
                    <a:pt x="63665" y="5990"/>
                    <a:pt x="95684" y="3160"/>
                  </a:cubicBezTo>
                  <a:cubicBezTo>
                    <a:pt x="93972" y="2118"/>
                    <a:pt x="92333" y="1075"/>
                    <a:pt x="90621" y="33"/>
                  </a:cubicBezTo>
                  <a:close/>
                </a:path>
              </a:pathLst>
            </a:custGeom>
            <a:solidFill>
              <a:srgbClr val="809CA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69" name="AutoShape 169"/>
            <p:cNvSpPr/>
            <p:nvPr/>
          </p:nvSpPr>
          <p:spPr>
            <a:xfrm>
              <a:off x="5727772" y="1928695"/>
              <a:ext cx="91741" cy="165959"/>
            </a:xfrm>
            <a:custGeom>
              <a:avLst/>
              <a:gdLst/>
              <a:ahLst/>
              <a:cxnLst/>
              <a:rect l="l" t="t" r="r" b="b"/>
              <a:pathLst>
                <a:path w="91741" h="165959">
                  <a:moveTo>
                    <a:pt x="89341" y="94122"/>
                  </a:moveTo>
                  <a:cubicBezTo>
                    <a:pt x="91947" y="72156"/>
                    <a:pt x="94404" y="48849"/>
                    <a:pt x="85394" y="28595"/>
                  </a:cubicBezTo>
                  <a:cubicBezTo>
                    <a:pt x="76459" y="8341"/>
                    <a:pt x="51588" y="-6626"/>
                    <a:pt x="31707" y="2980"/>
                  </a:cubicBezTo>
                  <a:cubicBezTo>
                    <a:pt x="18750" y="9235"/>
                    <a:pt x="11825" y="23606"/>
                    <a:pt x="7581" y="37382"/>
                  </a:cubicBezTo>
                  <a:cubicBezTo>
                    <a:pt x="-1206" y="66050"/>
                    <a:pt x="-2397" y="97026"/>
                    <a:pt x="4230" y="126290"/>
                  </a:cubicBezTo>
                  <a:cubicBezTo>
                    <a:pt x="7581" y="141182"/>
                    <a:pt x="14282" y="157117"/>
                    <a:pt x="28207" y="163447"/>
                  </a:cubicBezTo>
                  <a:cubicBezTo>
                    <a:pt x="44663" y="170893"/>
                    <a:pt x="64843" y="160841"/>
                    <a:pt x="74821" y="145799"/>
                  </a:cubicBezTo>
                  <a:cubicBezTo>
                    <a:pt x="84873" y="130758"/>
                    <a:pt x="87256" y="112068"/>
                    <a:pt x="89341" y="94122"/>
                  </a:cubicBezTo>
                  <a:close/>
                </a:path>
              </a:pathLst>
            </a:custGeom>
            <a:solidFill>
              <a:srgbClr val="007888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70" name="AutoShape 170"/>
            <p:cNvSpPr/>
            <p:nvPr/>
          </p:nvSpPr>
          <p:spPr>
            <a:xfrm>
              <a:off x="11764659" y="5986788"/>
              <a:ext cx="22338" cy="14892"/>
            </a:xfrm>
            <a:custGeom>
              <a:avLst/>
              <a:gdLst/>
              <a:ahLst/>
              <a:cxnLst/>
              <a:rect l="l" t="t" r="r" b="b"/>
              <a:pathLst>
                <a:path w="22338" h="14892">
                  <a:moveTo>
                    <a:pt x="0" y="0"/>
                  </a:moveTo>
                  <a:lnTo>
                    <a:pt x="22339" y="0"/>
                  </a:lnTo>
                  <a:lnTo>
                    <a:pt x="22339" y="14893"/>
                  </a:lnTo>
                  <a:lnTo>
                    <a:pt x="0" y="14893"/>
                  </a:lnTo>
                  <a:close/>
                </a:path>
              </a:pathLst>
            </a:custGeom>
            <a:solidFill>
              <a:srgbClr val="5FBBB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171" name="Group 171"/>
            <p:cNvGrpSpPr/>
            <p:nvPr/>
          </p:nvGrpSpPr>
          <p:grpSpPr>
            <a:xfrm>
              <a:off x="4829144" y="2928405"/>
              <a:ext cx="4186581" cy="3697941"/>
              <a:chOff x="4829144" y="2928405"/>
              <a:chExt cx="4186581" cy="3697941"/>
            </a:xfrm>
          </p:grpSpPr>
          <p:sp>
            <p:nvSpPr>
              <p:cNvPr id="172" name="AutoShape 172"/>
              <p:cNvSpPr/>
              <p:nvPr/>
            </p:nvSpPr>
            <p:spPr>
              <a:xfrm>
                <a:off x="4829144" y="6240184"/>
                <a:ext cx="4186581" cy="386162"/>
              </a:xfrm>
              <a:custGeom>
                <a:avLst/>
                <a:gdLst/>
                <a:ahLst/>
                <a:cxnLst/>
                <a:rect l="l" t="t" r="r" b="b"/>
                <a:pathLst>
                  <a:path w="4186581" h="386162">
                    <a:moveTo>
                      <a:pt x="4186582" y="193082"/>
                    </a:moveTo>
                    <a:cubicBezTo>
                      <a:pt x="4186582" y="299717"/>
                      <a:pt x="3249384" y="386163"/>
                      <a:pt x="2093291" y="386163"/>
                    </a:cubicBezTo>
                    <a:cubicBezTo>
                      <a:pt x="937198" y="386163"/>
                      <a:pt x="0" y="299717"/>
                      <a:pt x="0" y="193082"/>
                    </a:cubicBezTo>
                    <a:cubicBezTo>
                      <a:pt x="0" y="86446"/>
                      <a:pt x="937198" y="0"/>
                      <a:pt x="2093291" y="0"/>
                    </a:cubicBezTo>
                    <a:cubicBezTo>
                      <a:pt x="3249384" y="0"/>
                      <a:pt x="4186582" y="86446"/>
                      <a:pt x="4186582" y="193082"/>
                    </a:cubicBezTo>
                    <a:close/>
                  </a:path>
                </a:pathLst>
              </a:custGeom>
              <a:solidFill>
                <a:srgbClr val="00536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3" name="AutoShape 173"/>
              <p:cNvSpPr/>
              <p:nvPr/>
            </p:nvSpPr>
            <p:spPr>
              <a:xfrm>
                <a:off x="5383443" y="6252247"/>
                <a:ext cx="3326241" cy="262257"/>
              </a:xfrm>
              <a:custGeom>
                <a:avLst/>
                <a:gdLst/>
                <a:ahLst/>
                <a:cxnLst/>
                <a:rect l="l" t="t" r="r" b="b"/>
                <a:pathLst>
                  <a:path w="3326241" h="262257">
                    <a:moveTo>
                      <a:pt x="3326242" y="131129"/>
                    </a:moveTo>
                    <a:cubicBezTo>
                      <a:pt x="3326242" y="203549"/>
                      <a:pt x="2581637" y="262257"/>
                      <a:pt x="1663121" y="262257"/>
                    </a:cubicBezTo>
                    <a:cubicBezTo>
                      <a:pt x="744605" y="262257"/>
                      <a:pt x="0" y="203549"/>
                      <a:pt x="0" y="131129"/>
                    </a:cubicBezTo>
                    <a:cubicBezTo>
                      <a:pt x="0" y="58709"/>
                      <a:pt x="744605" y="0"/>
                      <a:pt x="1663121" y="0"/>
                    </a:cubicBezTo>
                    <a:cubicBezTo>
                      <a:pt x="2581637" y="0"/>
                      <a:pt x="3326242" y="58709"/>
                      <a:pt x="3326242" y="131129"/>
                    </a:cubicBezTo>
                    <a:close/>
                  </a:path>
                </a:pathLst>
              </a:custGeom>
              <a:solidFill>
                <a:srgbClr val="00203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74" name="Group 174"/>
              <p:cNvGrpSpPr/>
              <p:nvPr/>
            </p:nvGrpSpPr>
            <p:grpSpPr>
              <a:xfrm>
                <a:off x="5171643" y="2928405"/>
                <a:ext cx="3442144" cy="3453852"/>
                <a:chOff x="5171643" y="2928405"/>
                <a:chExt cx="3442144" cy="3453852"/>
              </a:xfrm>
            </p:grpSpPr>
            <p:grpSp>
              <p:nvGrpSpPr>
                <p:cNvPr id="175" name="Group 175"/>
                <p:cNvGrpSpPr/>
                <p:nvPr/>
              </p:nvGrpSpPr>
              <p:grpSpPr>
                <a:xfrm>
                  <a:off x="5373008" y="2928405"/>
                  <a:ext cx="2711191" cy="1909425"/>
                  <a:chOff x="5373008" y="2928405"/>
                  <a:chExt cx="2711191" cy="1909425"/>
                </a:xfrm>
                <a:solidFill>
                  <a:srgbClr val="002033">
                    <a:alpha val="100000"/>
                  </a:srgbClr>
                </a:solidFill>
              </p:grpSpPr>
              <p:grpSp>
                <p:nvGrpSpPr>
                  <p:cNvPr id="176" name="Group 176"/>
                  <p:cNvGrpSpPr/>
                  <p:nvPr/>
                </p:nvGrpSpPr>
                <p:grpSpPr>
                  <a:xfrm>
                    <a:off x="6739852" y="3545682"/>
                    <a:ext cx="1344346" cy="647004"/>
                    <a:chOff x="6739852" y="3545682"/>
                    <a:chExt cx="1344346" cy="647004"/>
                  </a:xfrm>
                  <a:solidFill>
                    <a:srgbClr val="002033">
                      <a:alpha val="100000"/>
                    </a:srgbClr>
                  </a:solidFill>
                </p:grpSpPr>
                <p:sp>
                  <p:nvSpPr>
                    <p:cNvPr id="177" name="AutoShape 177"/>
                    <p:cNvSpPr/>
                    <p:nvPr/>
                  </p:nvSpPr>
                  <p:spPr>
                    <a:xfrm>
                      <a:off x="6739852" y="3545682"/>
                      <a:ext cx="1157371" cy="6470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7371" h="647004">
                          <a:moveTo>
                            <a:pt x="1137564" y="647005"/>
                          </a:moveTo>
                          <a:cubicBezTo>
                            <a:pt x="1120885" y="511111"/>
                            <a:pt x="1024307" y="379014"/>
                            <a:pt x="879105" y="293606"/>
                          </a:cubicBezTo>
                          <a:cubicBezTo>
                            <a:pt x="750359" y="217877"/>
                            <a:pt x="606274" y="183848"/>
                            <a:pt x="444765" y="150191"/>
                          </a:cubicBezTo>
                          <a:lnTo>
                            <a:pt x="423692" y="145798"/>
                          </a:lnTo>
                          <a:cubicBezTo>
                            <a:pt x="280426" y="116013"/>
                            <a:pt x="132320" y="85185"/>
                            <a:pt x="0" y="17796"/>
                          </a:cubicBezTo>
                          <a:lnTo>
                            <a:pt x="9085" y="0"/>
                          </a:lnTo>
                          <a:cubicBezTo>
                            <a:pt x="139021" y="66123"/>
                            <a:pt x="285787" y="96652"/>
                            <a:pt x="427787" y="126214"/>
                          </a:cubicBezTo>
                          <a:lnTo>
                            <a:pt x="448860" y="130607"/>
                          </a:lnTo>
                          <a:cubicBezTo>
                            <a:pt x="606125" y="163445"/>
                            <a:pt x="758103" y="199262"/>
                            <a:pt x="889232" y="276405"/>
                          </a:cubicBezTo>
                          <a:cubicBezTo>
                            <a:pt x="1039720" y="364941"/>
                            <a:pt x="1140022" y="502547"/>
                            <a:pt x="1157371" y="644548"/>
                          </a:cubicBezTo>
                          <a:lnTo>
                            <a:pt x="1137564" y="647005"/>
                          </a:ln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78" name="AutoShape 178"/>
                    <p:cNvSpPr/>
                    <p:nvPr/>
                  </p:nvSpPr>
                  <p:spPr>
                    <a:xfrm>
                      <a:off x="6908212" y="3585371"/>
                      <a:ext cx="1175987" cy="5784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75987" h="578424">
                          <a:moveTo>
                            <a:pt x="1157520" y="578425"/>
                          </a:moveTo>
                          <a:cubicBezTo>
                            <a:pt x="1090057" y="416171"/>
                            <a:pt x="960939" y="278788"/>
                            <a:pt x="803228" y="201347"/>
                          </a:cubicBezTo>
                          <a:cubicBezTo>
                            <a:pt x="663089" y="132618"/>
                            <a:pt x="504261" y="110502"/>
                            <a:pt x="350644" y="89057"/>
                          </a:cubicBezTo>
                          <a:cubicBezTo>
                            <a:pt x="233962" y="72824"/>
                            <a:pt x="113332" y="55996"/>
                            <a:pt x="0" y="18988"/>
                          </a:cubicBezTo>
                          <a:lnTo>
                            <a:pt x="6181" y="0"/>
                          </a:lnTo>
                          <a:cubicBezTo>
                            <a:pt x="117800" y="36412"/>
                            <a:pt x="237610" y="53092"/>
                            <a:pt x="353399" y="69250"/>
                          </a:cubicBezTo>
                          <a:cubicBezTo>
                            <a:pt x="508580" y="90919"/>
                            <a:pt x="669046" y="113257"/>
                            <a:pt x="812014" y="183401"/>
                          </a:cubicBezTo>
                          <a:cubicBezTo>
                            <a:pt x="974044" y="262853"/>
                            <a:pt x="1106737" y="404034"/>
                            <a:pt x="1175987" y="570681"/>
                          </a:cubicBezTo>
                          <a:lnTo>
                            <a:pt x="1157520" y="578425"/>
                          </a:ln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179" name="Group 179"/>
                  <p:cNvGrpSpPr/>
                  <p:nvPr/>
                </p:nvGrpSpPr>
                <p:grpSpPr>
                  <a:xfrm>
                    <a:off x="5373008" y="2928405"/>
                    <a:ext cx="1703848" cy="1909425"/>
                    <a:chOff x="5373008" y="2928405"/>
                    <a:chExt cx="1703848" cy="1909425"/>
                  </a:xfrm>
                  <a:solidFill>
                    <a:srgbClr val="002033">
                      <a:alpha val="100000"/>
                    </a:srgbClr>
                  </a:solidFill>
                </p:grpSpPr>
                <p:sp>
                  <p:nvSpPr>
                    <p:cNvPr id="180" name="AutoShape 180"/>
                    <p:cNvSpPr/>
                    <p:nvPr/>
                  </p:nvSpPr>
                  <p:spPr>
                    <a:xfrm>
                      <a:off x="5373008" y="2928405"/>
                      <a:ext cx="1353217" cy="1909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53217" h="1909425">
                          <a:moveTo>
                            <a:pt x="117512" y="1909426"/>
                          </a:moveTo>
                          <a:lnTo>
                            <a:pt x="97630" y="1907564"/>
                          </a:lnTo>
                          <a:cubicBezTo>
                            <a:pt x="113119" y="1745012"/>
                            <a:pt x="81621" y="1580376"/>
                            <a:pt x="51166" y="1421175"/>
                          </a:cubicBezTo>
                          <a:cubicBezTo>
                            <a:pt x="25178" y="1285355"/>
                            <a:pt x="-1703" y="1144844"/>
                            <a:pt x="84" y="1004706"/>
                          </a:cubicBezTo>
                          <a:cubicBezTo>
                            <a:pt x="2616" y="802242"/>
                            <a:pt x="71941" y="594491"/>
                            <a:pt x="195400" y="419728"/>
                          </a:cubicBezTo>
                          <a:cubicBezTo>
                            <a:pt x="318859" y="244964"/>
                            <a:pt x="491463" y="110187"/>
                            <a:pt x="681417" y="40118"/>
                          </a:cubicBezTo>
                          <a:cubicBezTo>
                            <a:pt x="772708" y="6461"/>
                            <a:pt x="944791" y="-36430"/>
                            <a:pt x="1071526" y="54489"/>
                          </a:cubicBezTo>
                          <a:cubicBezTo>
                            <a:pt x="1161402" y="118899"/>
                            <a:pt x="1196995" y="226721"/>
                            <a:pt x="1231471" y="331043"/>
                          </a:cubicBezTo>
                          <a:cubicBezTo>
                            <a:pt x="1260587" y="419132"/>
                            <a:pt x="1290669" y="510274"/>
                            <a:pt x="1353218" y="574908"/>
                          </a:cubicBezTo>
                          <a:lnTo>
                            <a:pt x="1338846" y="588758"/>
                          </a:lnTo>
                          <a:cubicBezTo>
                            <a:pt x="1273096" y="520848"/>
                            <a:pt x="1242269" y="427546"/>
                            <a:pt x="1212484" y="337298"/>
                          </a:cubicBezTo>
                          <a:cubicBezTo>
                            <a:pt x="1177486" y="231412"/>
                            <a:pt x="1144499" y="131335"/>
                            <a:pt x="1059910" y="70722"/>
                          </a:cubicBezTo>
                          <a:cubicBezTo>
                            <a:pt x="940546" y="-14761"/>
                            <a:pt x="775835" y="26640"/>
                            <a:pt x="688267" y="58882"/>
                          </a:cubicBezTo>
                          <a:cubicBezTo>
                            <a:pt x="306051" y="199766"/>
                            <a:pt x="25029" y="597619"/>
                            <a:pt x="20040" y="1004929"/>
                          </a:cubicBezTo>
                          <a:cubicBezTo>
                            <a:pt x="18328" y="1143057"/>
                            <a:pt x="44985" y="1282525"/>
                            <a:pt x="70824" y="1417377"/>
                          </a:cubicBezTo>
                          <a:cubicBezTo>
                            <a:pt x="101502" y="1577918"/>
                            <a:pt x="133224" y="1743970"/>
                            <a:pt x="117512" y="1909426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81" name="AutoShape 181"/>
                    <p:cNvSpPr/>
                    <p:nvPr/>
                  </p:nvSpPr>
                  <p:spPr>
                    <a:xfrm>
                      <a:off x="5431281" y="3134666"/>
                      <a:ext cx="1645576" cy="1569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45576" h="1569950">
                          <a:moveTo>
                            <a:pt x="18359" y="1569951"/>
                          </a:moveTo>
                          <a:cubicBezTo>
                            <a:pt x="-24010" y="1222360"/>
                            <a:pt x="7041" y="917733"/>
                            <a:pt x="110618" y="664486"/>
                          </a:cubicBezTo>
                          <a:cubicBezTo>
                            <a:pt x="235864" y="358296"/>
                            <a:pt x="476155" y="126346"/>
                            <a:pt x="753379" y="43841"/>
                          </a:cubicBezTo>
                          <a:cubicBezTo>
                            <a:pt x="935365" y="-10293"/>
                            <a:pt x="1126437" y="-2177"/>
                            <a:pt x="1311252" y="5642"/>
                          </a:cubicBezTo>
                          <a:cubicBezTo>
                            <a:pt x="1411032" y="9886"/>
                            <a:pt x="1513939" y="19641"/>
                            <a:pt x="1580137" y="88072"/>
                          </a:cubicBezTo>
                          <a:cubicBezTo>
                            <a:pt x="1637771" y="147567"/>
                            <a:pt x="1657429" y="241539"/>
                            <a:pt x="1638739" y="367306"/>
                          </a:cubicBezTo>
                          <a:cubicBezTo>
                            <a:pt x="1635611" y="388454"/>
                            <a:pt x="1631739" y="409973"/>
                            <a:pt x="1628016" y="430749"/>
                          </a:cubicBezTo>
                          <a:cubicBezTo>
                            <a:pt x="1615060" y="502605"/>
                            <a:pt x="1601731" y="576919"/>
                            <a:pt x="1616176" y="647956"/>
                          </a:cubicBezTo>
                          <a:lnTo>
                            <a:pt x="1596593" y="651977"/>
                          </a:lnTo>
                          <a:cubicBezTo>
                            <a:pt x="1581328" y="577216"/>
                            <a:pt x="1595029" y="500967"/>
                            <a:pt x="1608358" y="427249"/>
                          </a:cubicBezTo>
                          <a:cubicBezTo>
                            <a:pt x="1612081" y="406622"/>
                            <a:pt x="1615953" y="385252"/>
                            <a:pt x="1619006" y="364402"/>
                          </a:cubicBezTo>
                          <a:cubicBezTo>
                            <a:pt x="1636728" y="245113"/>
                            <a:pt x="1618857" y="156875"/>
                            <a:pt x="1565840" y="101996"/>
                          </a:cubicBezTo>
                          <a:cubicBezTo>
                            <a:pt x="1504781" y="38852"/>
                            <a:pt x="1406192" y="29619"/>
                            <a:pt x="1310433" y="25598"/>
                          </a:cubicBezTo>
                          <a:cubicBezTo>
                            <a:pt x="1127256" y="17854"/>
                            <a:pt x="937897" y="9812"/>
                            <a:pt x="759113" y="63052"/>
                          </a:cubicBezTo>
                          <a:cubicBezTo>
                            <a:pt x="487622" y="143770"/>
                            <a:pt x="252172" y="371476"/>
                            <a:pt x="129160" y="672082"/>
                          </a:cubicBezTo>
                          <a:cubicBezTo>
                            <a:pt x="26848" y="922127"/>
                            <a:pt x="-3756" y="1223402"/>
                            <a:pt x="38241" y="1567568"/>
                          </a:cubicBezTo>
                          <a:lnTo>
                            <a:pt x="18359" y="1569951"/>
                          </a:ln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  <p:sp>
              <p:nvSpPr>
                <p:cNvPr id="182" name="AutoShape 182"/>
                <p:cNvSpPr/>
                <p:nvPr/>
              </p:nvSpPr>
              <p:spPr>
                <a:xfrm>
                  <a:off x="6233135" y="5888944"/>
                  <a:ext cx="1676598" cy="239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598" h="239544">
                      <a:moveTo>
                        <a:pt x="0" y="0"/>
                      </a:moveTo>
                      <a:lnTo>
                        <a:pt x="1676598" y="0"/>
                      </a:lnTo>
                      <a:lnTo>
                        <a:pt x="1676598" y="239546"/>
                      </a:lnTo>
                      <a:lnTo>
                        <a:pt x="0" y="239546"/>
                      </a:lnTo>
                      <a:close/>
                    </a:path>
                  </a:pathLst>
                </a:custGeom>
                <a:solidFill>
                  <a:srgbClr val="002033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83" name="Group 183"/>
                <p:cNvGrpSpPr/>
                <p:nvPr/>
              </p:nvGrpSpPr>
              <p:grpSpPr>
                <a:xfrm>
                  <a:off x="5526858" y="6063708"/>
                  <a:ext cx="2937249" cy="318550"/>
                  <a:chOff x="5526858" y="6063708"/>
                  <a:chExt cx="2937249" cy="318550"/>
                </a:xfrm>
              </p:grpSpPr>
              <p:sp>
                <p:nvSpPr>
                  <p:cNvPr id="184" name="AutoShape 184"/>
                  <p:cNvSpPr/>
                  <p:nvPr/>
                </p:nvSpPr>
                <p:spPr>
                  <a:xfrm>
                    <a:off x="5824708" y="6063708"/>
                    <a:ext cx="2341548" cy="239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1548" h="239918">
                        <a:moveTo>
                          <a:pt x="0" y="239918"/>
                        </a:moveTo>
                        <a:lnTo>
                          <a:pt x="2341549" y="239918"/>
                        </a:lnTo>
                        <a:lnTo>
                          <a:pt x="2209155" y="0"/>
                        </a:lnTo>
                        <a:lnTo>
                          <a:pt x="132394" y="0"/>
                        </a:lnTo>
                        <a:close/>
                      </a:path>
                    </a:pathLst>
                  </a:custGeom>
                  <a:solidFill>
                    <a:srgbClr val="809CAA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185" name="Group 185"/>
                  <p:cNvGrpSpPr/>
                  <p:nvPr/>
                </p:nvGrpSpPr>
                <p:grpSpPr>
                  <a:xfrm>
                    <a:off x="5925902" y="6063708"/>
                    <a:ext cx="2240354" cy="239992"/>
                    <a:chOff x="5925902" y="6063708"/>
                    <a:chExt cx="2240354" cy="239992"/>
                  </a:xfrm>
                  <a:solidFill>
                    <a:srgbClr val="E0DBD5">
                      <a:alpha val="100000"/>
                    </a:srgbClr>
                  </a:solidFill>
                </p:grpSpPr>
                <p:sp>
                  <p:nvSpPr>
                    <p:cNvPr id="186" name="AutoShape 186"/>
                    <p:cNvSpPr/>
                    <p:nvPr/>
                  </p:nvSpPr>
                  <p:spPr>
                    <a:xfrm>
                      <a:off x="7960294" y="6063708"/>
                      <a:ext cx="205963" cy="2399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5962" h="239918">
                          <a:moveTo>
                            <a:pt x="5882" y="22786"/>
                          </a:moveTo>
                          <a:cubicBezTo>
                            <a:pt x="28593" y="96056"/>
                            <a:pt x="55623" y="167987"/>
                            <a:pt x="82802" y="239918"/>
                          </a:cubicBezTo>
                          <a:lnTo>
                            <a:pt x="205963" y="239918"/>
                          </a:lnTo>
                          <a:lnTo>
                            <a:pt x="73569" y="0"/>
                          </a:lnTo>
                          <a:lnTo>
                            <a:pt x="0" y="0"/>
                          </a:lnTo>
                          <a:cubicBezTo>
                            <a:pt x="2010" y="7595"/>
                            <a:pt x="3946" y="15190"/>
                            <a:pt x="5882" y="22786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87" name="AutoShape 187"/>
                    <p:cNvSpPr/>
                    <p:nvPr/>
                  </p:nvSpPr>
                  <p:spPr>
                    <a:xfrm>
                      <a:off x="6716099" y="6063708"/>
                      <a:ext cx="195613" cy="2399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5613" h="239918">
                          <a:moveTo>
                            <a:pt x="195613" y="0"/>
                          </a:moveTo>
                          <a:lnTo>
                            <a:pt x="47209" y="0"/>
                          </a:lnTo>
                          <a:cubicBezTo>
                            <a:pt x="32093" y="80122"/>
                            <a:pt x="16307" y="160094"/>
                            <a:pt x="0" y="239918"/>
                          </a:cubicBezTo>
                          <a:lnTo>
                            <a:pt x="181838" y="239918"/>
                          </a:lnTo>
                          <a:cubicBezTo>
                            <a:pt x="187795" y="160020"/>
                            <a:pt x="192411" y="80047"/>
                            <a:pt x="195613" y="0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88" name="AutoShape 188"/>
                    <p:cNvSpPr/>
                    <p:nvPr/>
                  </p:nvSpPr>
                  <p:spPr>
                    <a:xfrm>
                      <a:off x="5925902" y="6063708"/>
                      <a:ext cx="543725" cy="23999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43725" h="239992">
                          <a:moveTo>
                            <a:pt x="543726" y="0"/>
                          </a:moveTo>
                          <a:lnTo>
                            <a:pt x="83770" y="0"/>
                          </a:lnTo>
                          <a:cubicBezTo>
                            <a:pt x="58528" y="70739"/>
                            <a:pt x="35816" y="143564"/>
                            <a:pt x="8265" y="217952"/>
                          </a:cubicBezTo>
                          <a:cubicBezTo>
                            <a:pt x="5510" y="225324"/>
                            <a:pt x="2755" y="232621"/>
                            <a:pt x="0" y="239993"/>
                          </a:cubicBezTo>
                          <a:lnTo>
                            <a:pt x="495250" y="239993"/>
                          </a:lnTo>
                          <a:cubicBezTo>
                            <a:pt x="511930" y="160020"/>
                            <a:pt x="528163" y="80047"/>
                            <a:pt x="543726" y="0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189" name="AutoShape 189"/>
                  <p:cNvSpPr/>
                  <p:nvPr/>
                </p:nvSpPr>
                <p:spPr>
                  <a:xfrm>
                    <a:off x="5824708" y="6153435"/>
                    <a:ext cx="2341548" cy="1501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1548" h="150190">
                        <a:moveTo>
                          <a:pt x="82877" y="0"/>
                        </a:moveTo>
                        <a:lnTo>
                          <a:pt x="0" y="150191"/>
                        </a:lnTo>
                        <a:lnTo>
                          <a:pt x="2341549" y="150191"/>
                        </a:lnTo>
                        <a:lnTo>
                          <a:pt x="2258672" y="0"/>
                        </a:ln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90" name="AutoShape 190"/>
                  <p:cNvSpPr/>
                  <p:nvPr/>
                </p:nvSpPr>
                <p:spPr>
                  <a:xfrm>
                    <a:off x="5526858" y="6216728"/>
                    <a:ext cx="2937249" cy="1655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37249" h="165530">
                        <a:moveTo>
                          <a:pt x="0" y="165530"/>
                        </a:moveTo>
                        <a:lnTo>
                          <a:pt x="2937249" y="165530"/>
                        </a:lnTo>
                        <a:lnTo>
                          <a:pt x="2609763" y="0"/>
                        </a:lnTo>
                        <a:lnTo>
                          <a:pt x="327486" y="0"/>
                        </a:lnTo>
                        <a:close/>
                      </a:path>
                    </a:pathLst>
                  </a:custGeom>
                  <a:solidFill>
                    <a:srgbClr val="809CAA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191" name="Group 191"/>
                  <p:cNvGrpSpPr/>
                  <p:nvPr/>
                </p:nvGrpSpPr>
                <p:grpSpPr>
                  <a:xfrm>
                    <a:off x="5689633" y="6216728"/>
                    <a:ext cx="2774474" cy="165530"/>
                    <a:chOff x="5689633" y="6216728"/>
                    <a:chExt cx="2774474" cy="165530"/>
                  </a:xfrm>
                  <a:solidFill>
                    <a:srgbClr val="5FBBBF">
                      <a:alpha val="100000"/>
                    </a:srgbClr>
                  </a:solidFill>
                </p:grpSpPr>
                <p:sp>
                  <p:nvSpPr>
                    <p:cNvPr id="192" name="AutoShape 192"/>
                    <p:cNvSpPr/>
                    <p:nvPr/>
                  </p:nvSpPr>
                  <p:spPr>
                    <a:xfrm>
                      <a:off x="8093879" y="6216803"/>
                      <a:ext cx="370227" cy="16545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0227" h="165455">
                          <a:moveTo>
                            <a:pt x="214228" y="165456"/>
                          </a:moveTo>
                          <a:lnTo>
                            <a:pt x="370228" y="165456"/>
                          </a:lnTo>
                          <a:lnTo>
                            <a:pt x="42741" y="0"/>
                          </a:lnTo>
                          <a:lnTo>
                            <a:pt x="0" y="0"/>
                          </a:lnTo>
                          <a:cubicBezTo>
                            <a:pt x="73494" y="52347"/>
                            <a:pt x="145053" y="107598"/>
                            <a:pt x="214228" y="165456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93" name="AutoShape 193"/>
                    <p:cNvSpPr/>
                    <p:nvPr/>
                  </p:nvSpPr>
                  <p:spPr>
                    <a:xfrm>
                      <a:off x="6705972" y="6216728"/>
                      <a:ext cx="644771" cy="16545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4771" h="165455">
                          <a:moveTo>
                            <a:pt x="572766" y="0"/>
                          </a:moveTo>
                          <a:lnTo>
                            <a:pt x="34551" y="0"/>
                          </a:lnTo>
                          <a:cubicBezTo>
                            <a:pt x="22935" y="55102"/>
                            <a:pt x="11467" y="110279"/>
                            <a:pt x="0" y="165456"/>
                          </a:cubicBezTo>
                          <a:lnTo>
                            <a:pt x="644771" y="165456"/>
                          </a:lnTo>
                          <a:cubicBezTo>
                            <a:pt x="621241" y="110130"/>
                            <a:pt x="597264" y="54953"/>
                            <a:pt x="572766" y="0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94" name="AutoShape 194"/>
                    <p:cNvSpPr/>
                    <p:nvPr/>
                  </p:nvSpPr>
                  <p:spPr>
                    <a:xfrm>
                      <a:off x="5689633" y="6216728"/>
                      <a:ext cx="755645" cy="16545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55645" h="165455">
                          <a:moveTo>
                            <a:pt x="755646" y="0"/>
                          </a:moveTo>
                          <a:lnTo>
                            <a:pt x="180274" y="0"/>
                          </a:lnTo>
                          <a:cubicBezTo>
                            <a:pt x="119512" y="54358"/>
                            <a:pt x="59495" y="109683"/>
                            <a:pt x="0" y="165456"/>
                          </a:cubicBezTo>
                          <a:lnTo>
                            <a:pt x="721170" y="165456"/>
                          </a:lnTo>
                          <a:cubicBezTo>
                            <a:pt x="732711" y="110354"/>
                            <a:pt x="744179" y="55177"/>
                            <a:pt x="755646" y="0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  <p:grpSp>
              <p:nvGrpSpPr>
                <p:cNvPr id="195" name="Group 195"/>
                <p:cNvGrpSpPr/>
                <p:nvPr/>
              </p:nvGrpSpPr>
              <p:grpSpPr>
                <a:xfrm>
                  <a:off x="6106846" y="3937430"/>
                  <a:ext cx="2506941" cy="2001478"/>
                  <a:chOff x="6106846" y="3937430"/>
                  <a:chExt cx="2506941" cy="2001478"/>
                </a:xfrm>
              </p:grpSpPr>
              <p:grpSp>
                <p:nvGrpSpPr>
                  <p:cNvPr id="196" name="Group 196"/>
                  <p:cNvGrpSpPr/>
                  <p:nvPr/>
                </p:nvGrpSpPr>
                <p:grpSpPr>
                  <a:xfrm>
                    <a:off x="6106846" y="3937430"/>
                    <a:ext cx="2506941" cy="2001478"/>
                    <a:chOff x="6106846" y="3937430"/>
                    <a:chExt cx="2506941" cy="2001478"/>
                  </a:xfrm>
                </p:grpSpPr>
                <p:sp>
                  <p:nvSpPr>
                    <p:cNvPr id="197" name="AutoShape 197"/>
                    <p:cNvSpPr/>
                    <p:nvPr/>
                  </p:nvSpPr>
                  <p:spPr>
                    <a:xfrm>
                      <a:off x="6106846" y="3937430"/>
                      <a:ext cx="2506941" cy="20014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06941" h="2001478">
                          <a:moveTo>
                            <a:pt x="1955312" y="2001404"/>
                          </a:moveTo>
                          <a:cubicBezTo>
                            <a:pt x="2070207" y="1764762"/>
                            <a:pt x="2185103" y="1528045"/>
                            <a:pt x="2299924" y="1291404"/>
                          </a:cubicBezTo>
                          <a:cubicBezTo>
                            <a:pt x="2373419" y="1140021"/>
                            <a:pt x="2447435" y="987001"/>
                            <a:pt x="2484219" y="822811"/>
                          </a:cubicBezTo>
                          <a:cubicBezTo>
                            <a:pt x="2521004" y="658621"/>
                            <a:pt x="2517579" y="479836"/>
                            <a:pt x="2440733" y="330166"/>
                          </a:cubicBezTo>
                          <a:cubicBezTo>
                            <a:pt x="2324497" y="103726"/>
                            <a:pt x="2052858" y="-16308"/>
                            <a:pt x="1799015" y="1787"/>
                          </a:cubicBezTo>
                          <a:cubicBezTo>
                            <a:pt x="1545098" y="19807"/>
                            <a:pt x="1311360" y="156743"/>
                            <a:pt x="1128927" y="334187"/>
                          </a:cubicBezTo>
                          <a:cubicBezTo>
                            <a:pt x="946419" y="511632"/>
                            <a:pt x="808291" y="728690"/>
                            <a:pt x="671801" y="943589"/>
                          </a:cubicBezTo>
                          <a:cubicBezTo>
                            <a:pt x="447892" y="1296243"/>
                            <a:pt x="223909" y="1648824"/>
                            <a:pt x="0" y="2001478"/>
                          </a:cubicBezTo>
                          <a:lnTo>
                            <a:pt x="1955312" y="2001478"/>
                          </a:ln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98" name="AutoShape 198"/>
                    <p:cNvSpPr/>
                    <p:nvPr/>
                  </p:nvSpPr>
                  <p:spPr>
                    <a:xfrm>
                      <a:off x="6106846" y="3944355"/>
                      <a:ext cx="1748529" cy="19944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48529" h="1994478">
                          <a:moveTo>
                            <a:pt x="1109269" y="542459"/>
                          </a:moveTo>
                          <a:cubicBezTo>
                            <a:pt x="1282692" y="306637"/>
                            <a:pt x="1494612" y="104694"/>
                            <a:pt x="1748529" y="0"/>
                          </a:cubicBezTo>
                          <a:cubicBezTo>
                            <a:pt x="1514196" y="31348"/>
                            <a:pt x="1299223" y="161583"/>
                            <a:pt x="1128927" y="327188"/>
                          </a:cubicBezTo>
                          <a:cubicBezTo>
                            <a:pt x="946419" y="504632"/>
                            <a:pt x="808291" y="721691"/>
                            <a:pt x="671801" y="936590"/>
                          </a:cubicBezTo>
                          <a:cubicBezTo>
                            <a:pt x="447892" y="1289244"/>
                            <a:pt x="223909" y="1641825"/>
                            <a:pt x="0" y="1994479"/>
                          </a:cubicBezTo>
                          <a:lnTo>
                            <a:pt x="141553" y="1994479"/>
                          </a:lnTo>
                          <a:cubicBezTo>
                            <a:pt x="220930" y="1829321"/>
                            <a:pt x="321231" y="1671684"/>
                            <a:pt x="440595" y="1520451"/>
                          </a:cubicBezTo>
                          <a:cubicBezTo>
                            <a:pt x="690119" y="1191103"/>
                            <a:pt x="869797" y="881785"/>
                            <a:pt x="1109269" y="542459"/>
                          </a:cubicBezTo>
                          <a:close/>
                        </a:path>
                      </a:pathLst>
                    </a:custGeom>
                    <a:solidFill>
                      <a:srgbClr val="BBC6E2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99" name="AutoShape 199"/>
                    <p:cNvSpPr/>
                    <p:nvPr/>
                  </p:nvSpPr>
                  <p:spPr>
                    <a:xfrm>
                      <a:off x="7117750" y="3968034"/>
                      <a:ext cx="1496037" cy="19708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6037" h="1970873">
                          <a:moveTo>
                            <a:pt x="944409" y="1970800"/>
                          </a:moveTo>
                          <a:cubicBezTo>
                            <a:pt x="1059304" y="1734158"/>
                            <a:pt x="1174200" y="1497442"/>
                            <a:pt x="1289021" y="1260800"/>
                          </a:cubicBezTo>
                          <a:cubicBezTo>
                            <a:pt x="1362516" y="1109417"/>
                            <a:pt x="1436531" y="956397"/>
                            <a:pt x="1473316" y="792207"/>
                          </a:cubicBezTo>
                          <a:cubicBezTo>
                            <a:pt x="1510100" y="628017"/>
                            <a:pt x="1506675" y="449232"/>
                            <a:pt x="1429830" y="299563"/>
                          </a:cubicBezTo>
                          <a:cubicBezTo>
                            <a:pt x="1353208" y="150340"/>
                            <a:pt x="1209048" y="47730"/>
                            <a:pt x="1047018" y="0"/>
                          </a:cubicBezTo>
                          <a:cubicBezTo>
                            <a:pt x="1109120" y="33583"/>
                            <a:pt x="1166977" y="76026"/>
                            <a:pt x="1213889" y="143042"/>
                          </a:cubicBezTo>
                          <a:cubicBezTo>
                            <a:pt x="1296616" y="275437"/>
                            <a:pt x="1295052" y="316094"/>
                            <a:pt x="1146127" y="349155"/>
                          </a:cubicBezTo>
                          <a:cubicBezTo>
                            <a:pt x="848277" y="415352"/>
                            <a:pt x="601583" y="705681"/>
                            <a:pt x="485719" y="953865"/>
                          </a:cubicBezTo>
                          <a:cubicBezTo>
                            <a:pt x="322125" y="1294978"/>
                            <a:pt x="162328" y="1634601"/>
                            <a:pt x="0" y="1970875"/>
                          </a:cubicBezTo>
                          <a:lnTo>
                            <a:pt x="944409" y="1970875"/>
                          </a:ln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00" name="AutoShape 200"/>
                    <p:cNvSpPr/>
                    <p:nvPr/>
                  </p:nvSpPr>
                  <p:spPr>
                    <a:xfrm>
                      <a:off x="6886624" y="3971990"/>
                      <a:ext cx="1376433" cy="10108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76433" h="1010803">
                          <a:moveTo>
                            <a:pt x="545432" y="961004"/>
                          </a:moveTo>
                          <a:cubicBezTo>
                            <a:pt x="434185" y="1040083"/>
                            <a:pt x="193819" y="1010745"/>
                            <a:pt x="63361" y="970536"/>
                          </a:cubicBezTo>
                          <a:cubicBezTo>
                            <a:pt x="4089" y="952292"/>
                            <a:pt x="5057" y="939187"/>
                            <a:pt x="143" y="877383"/>
                          </a:cubicBezTo>
                          <a:cubicBezTo>
                            <a:pt x="-2538" y="843502"/>
                            <a:pt x="33204" y="786241"/>
                            <a:pt x="52192" y="758094"/>
                          </a:cubicBezTo>
                          <a:cubicBezTo>
                            <a:pt x="176917" y="573129"/>
                            <a:pt x="324650" y="403727"/>
                            <a:pt x="491000" y="255099"/>
                          </a:cubicBezTo>
                          <a:cubicBezTo>
                            <a:pt x="620192" y="139682"/>
                            <a:pt x="767777" y="33499"/>
                            <a:pt x="938743" y="5799"/>
                          </a:cubicBezTo>
                          <a:cubicBezTo>
                            <a:pt x="1109709" y="-21901"/>
                            <a:pt x="1307109" y="50253"/>
                            <a:pt x="1376434" y="209081"/>
                          </a:cubicBezTo>
                          <a:cubicBezTo>
                            <a:pt x="1086849" y="292926"/>
                            <a:pt x="833527" y="495539"/>
                            <a:pt x="688176" y="759658"/>
                          </a:cubicBezTo>
                          <a:cubicBezTo>
                            <a:pt x="648115" y="832408"/>
                            <a:pt x="613193" y="912902"/>
                            <a:pt x="545432" y="961004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01" name="AutoShape 201"/>
                    <p:cNvSpPr/>
                    <p:nvPr/>
                  </p:nvSpPr>
                  <p:spPr>
                    <a:xfrm>
                      <a:off x="7013911" y="4735455"/>
                      <a:ext cx="471609" cy="11756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71609" h="117565">
                          <a:moveTo>
                            <a:pt x="2123" y="100365"/>
                          </a:moveTo>
                          <a:cubicBezTo>
                            <a:pt x="11953" y="80186"/>
                            <a:pt x="33174" y="67304"/>
                            <a:pt x="54992" y="62091"/>
                          </a:cubicBezTo>
                          <a:cubicBezTo>
                            <a:pt x="76884" y="56879"/>
                            <a:pt x="99669" y="58220"/>
                            <a:pt x="122157" y="59560"/>
                          </a:cubicBezTo>
                          <a:cubicBezTo>
                            <a:pt x="181131" y="63134"/>
                            <a:pt x="240031" y="66634"/>
                            <a:pt x="299006" y="70208"/>
                          </a:cubicBezTo>
                          <a:cubicBezTo>
                            <a:pt x="316430" y="71250"/>
                            <a:pt x="334301" y="72367"/>
                            <a:pt x="350384" y="79292"/>
                          </a:cubicBezTo>
                          <a:cubicBezTo>
                            <a:pt x="366469" y="86218"/>
                            <a:pt x="380616" y="100216"/>
                            <a:pt x="382701" y="117566"/>
                          </a:cubicBezTo>
                          <a:cubicBezTo>
                            <a:pt x="403774" y="77058"/>
                            <a:pt x="434453" y="41540"/>
                            <a:pt x="471610" y="14957"/>
                          </a:cubicBezTo>
                          <a:cubicBezTo>
                            <a:pt x="367362" y="10266"/>
                            <a:pt x="263189" y="5649"/>
                            <a:pt x="158942" y="958"/>
                          </a:cubicBezTo>
                          <a:cubicBezTo>
                            <a:pt x="122529" y="-681"/>
                            <a:pt x="84628" y="-2021"/>
                            <a:pt x="51492" y="13095"/>
                          </a:cubicBezTo>
                          <a:cubicBezTo>
                            <a:pt x="18356" y="28211"/>
                            <a:pt x="-7780" y="65368"/>
                            <a:pt x="2123" y="100365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202" name="Group 202"/>
                  <p:cNvGrpSpPr/>
                  <p:nvPr/>
                </p:nvGrpSpPr>
                <p:grpSpPr>
                  <a:xfrm>
                    <a:off x="7741081" y="4545423"/>
                    <a:ext cx="660511" cy="722676"/>
                    <a:chOff x="7741081" y="4545423"/>
                    <a:chExt cx="660511" cy="722676"/>
                  </a:xfrm>
                </p:grpSpPr>
                <p:sp>
                  <p:nvSpPr>
                    <p:cNvPr id="203" name="AutoShape 203"/>
                    <p:cNvSpPr/>
                    <p:nvPr/>
                  </p:nvSpPr>
                  <p:spPr>
                    <a:xfrm>
                      <a:off x="7741081" y="4545423"/>
                      <a:ext cx="660511" cy="7226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60511" h="722676">
                          <a:moveTo>
                            <a:pt x="480948" y="611629"/>
                          </a:moveTo>
                          <a:cubicBezTo>
                            <a:pt x="560846" y="537539"/>
                            <a:pt x="619076" y="440291"/>
                            <a:pt x="646478" y="334777"/>
                          </a:cubicBezTo>
                          <a:cubicBezTo>
                            <a:pt x="666806" y="256666"/>
                            <a:pt x="669040" y="168577"/>
                            <a:pt x="626076" y="100146"/>
                          </a:cubicBezTo>
                          <a:cubicBezTo>
                            <a:pt x="560772" y="-3804"/>
                            <a:pt x="408347" y="-24728"/>
                            <a:pt x="297323" y="27619"/>
                          </a:cubicBezTo>
                          <a:cubicBezTo>
                            <a:pt x="186300" y="79966"/>
                            <a:pt x="111093" y="187044"/>
                            <a:pt x="56884" y="297099"/>
                          </a:cubicBezTo>
                          <a:cubicBezTo>
                            <a:pt x="7738" y="396804"/>
                            <a:pt x="-27333" y="519444"/>
                            <a:pt x="28662" y="615427"/>
                          </a:cubicBezTo>
                          <a:cubicBezTo>
                            <a:pt x="72297" y="690262"/>
                            <a:pt x="164706" y="728386"/>
                            <a:pt x="251082" y="721983"/>
                          </a:cubicBezTo>
                          <a:cubicBezTo>
                            <a:pt x="337459" y="715728"/>
                            <a:pt x="417432" y="670603"/>
                            <a:pt x="480948" y="611629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grpSp>
                  <p:nvGrpSpPr>
                    <p:cNvPr id="204" name="Group 204"/>
                    <p:cNvGrpSpPr/>
                    <p:nvPr/>
                  </p:nvGrpSpPr>
                  <p:grpSpPr>
                    <a:xfrm>
                      <a:off x="7817781" y="4645355"/>
                      <a:ext cx="453812" cy="496460"/>
                      <a:chOff x="7817781" y="4645355"/>
                      <a:chExt cx="453812" cy="496460"/>
                    </a:xfrm>
                  </p:grpSpPr>
                  <p:sp>
                    <p:nvSpPr>
                      <p:cNvPr id="205" name="AutoShape 205"/>
                      <p:cNvSpPr/>
                      <p:nvPr/>
                    </p:nvSpPr>
                    <p:spPr>
                      <a:xfrm>
                        <a:off x="7817781" y="4645355"/>
                        <a:ext cx="453812" cy="49646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3812" h="496460">
                            <a:moveTo>
                              <a:pt x="330455" y="420108"/>
                            </a:moveTo>
                            <a:cubicBezTo>
                              <a:pt x="385334" y="369175"/>
                              <a:pt x="425321" y="302382"/>
                              <a:pt x="444160" y="229930"/>
                            </a:cubicBezTo>
                            <a:cubicBezTo>
                              <a:pt x="458159" y="176243"/>
                              <a:pt x="459648" y="115705"/>
                              <a:pt x="430161" y="68793"/>
                            </a:cubicBezTo>
                            <a:cubicBezTo>
                              <a:pt x="385260" y="-2616"/>
                              <a:pt x="280565" y="-16988"/>
                              <a:pt x="204316" y="18978"/>
                            </a:cubicBezTo>
                            <a:cubicBezTo>
                              <a:pt x="128066" y="54943"/>
                              <a:pt x="76389" y="128512"/>
                              <a:pt x="39083" y="204092"/>
                            </a:cubicBezTo>
                            <a:cubicBezTo>
                              <a:pt x="5352" y="272597"/>
                              <a:pt x="-18774" y="356814"/>
                              <a:pt x="19649" y="422788"/>
                            </a:cubicBezTo>
                            <a:cubicBezTo>
                              <a:pt x="49657" y="474241"/>
                              <a:pt x="113099" y="500378"/>
                              <a:pt x="172446" y="495985"/>
                            </a:cubicBezTo>
                            <a:cubicBezTo>
                              <a:pt x="231942" y="491591"/>
                              <a:pt x="286821" y="460541"/>
                              <a:pt x="330455" y="420108"/>
                            </a:cubicBezTo>
                            <a:close/>
                          </a:path>
                        </a:pathLst>
                      </a:custGeom>
                      <a:solidFill>
                        <a:srgbClr val="005361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06" name="AutoShape 206"/>
                      <p:cNvSpPr/>
                      <p:nvPr/>
                    </p:nvSpPr>
                    <p:spPr>
                      <a:xfrm>
                        <a:off x="7880901" y="4715489"/>
                        <a:ext cx="327489" cy="35622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7489" h="356228">
                            <a:moveTo>
                              <a:pt x="118187" y="356229"/>
                            </a:moveTo>
                            <a:cubicBezTo>
                              <a:pt x="118187" y="356229"/>
                              <a:pt x="118187" y="356229"/>
                              <a:pt x="118187" y="356229"/>
                            </a:cubicBezTo>
                            <a:cubicBezTo>
                              <a:pt x="74775" y="356229"/>
                              <a:pt x="34193" y="334709"/>
                              <a:pt x="14759" y="301350"/>
                            </a:cubicBezTo>
                            <a:cubicBezTo>
                              <a:pt x="-8548" y="261363"/>
                              <a:pt x="-4230" y="208346"/>
                              <a:pt x="27566" y="143787"/>
                            </a:cubicBezTo>
                            <a:cubicBezTo>
                              <a:pt x="59958" y="78037"/>
                              <a:pt x="98156" y="35444"/>
                              <a:pt x="144175" y="13775"/>
                            </a:cubicBezTo>
                            <a:cubicBezTo>
                              <a:pt x="163311" y="4765"/>
                              <a:pt x="185054" y="0"/>
                              <a:pt x="207021" y="0"/>
                            </a:cubicBezTo>
                            <a:cubicBezTo>
                              <a:pt x="251252" y="0"/>
                              <a:pt x="289674" y="19137"/>
                              <a:pt x="309854" y="51304"/>
                            </a:cubicBezTo>
                            <a:cubicBezTo>
                              <a:pt x="333905" y="89578"/>
                              <a:pt x="328990" y="136043"/>
                              <a:pt x="320576" y="168285"/>
                            </a:cubicBezTo>
                            <a:cubicBezTo>
                              <a:pt x="307396" y="218920"/>
                              <a:pt x="279026" y="266352"/>
                              <a:pt x="240678" y="301946"/>
                            </a:cubicBezTo>
                            <a:cubicBezTo>
                              <a:pt x="216254" y="324582"/>
                              <a:pt x="176789" y="352357"/>
                              <a:pt x="127644" y="356005"/>
                            </a:cubicBezTo>
                            <a:cubicBezTo>
                              <a:pt x="124516" y="356154"/>
                              <a:pt x="121389" y="356229"/>
                              <a:pt x="118187" y="356229"/>
                            </a:cubicBezTo>
                            <a:close/>
                            <a:moveTo>
                              <a:pt x="207095" y="19881"/>
                            </a:moveTo>
                            <a:cubicBezTo>
                              <a:pt x="188033" y="19881"/>
                              <a:pt x="169268" y="23977"/>
                              <a:pt x="152738" y="31795"/>
                            </a:cubicBezTo>
                            <a:cubicBezTo>
                              <a:pt x="110890" y="51528"/>
                              <a:pt x="75818" y="91068"/>
                              <a:pt x="45512" y="152648"/>
                            </a:cubicBezTo>
                            <a:cubicBezTo>
                              <a:pt x="16843" y="210878"/>
                              <a:pt x="12301" y="257491"/>
                              <a:pt x="32034" y="291372"/>
                            </a:cubicBezTo>
                            <a:cubicBezTo>
                              <a:pt x="47969" y="318700"/>
                              <a:pt x="81775" y="336347"/>
                              <a:pt x="118187" y="336347"/>
                            </a:cubicBezTo>
                            <a:cubicBezTo>
                              <a:pt x="118187" y="336347"/>
                              <a:pt x="118187" y="336347"/>
                              <a:pt x="118187" y="336347"/>
                            </a:cubicBezTo>
                            <a:cubicBezTo>
                              <a:pt x="120868" y="336347"/>
                              <a:pt x="123548" y="336273"/>
                              <a:pt x="126229" y="336049"/>
                            </a:cubicBezTo>
                            <a:cubicBezTo>
                              <a:pt x="169641" y="332847"/>
                              <a:pt x="205085" y="307753"/>
                              <a:pt x="227200" y="287276"/>
                            </a:cubicBezTo>
                            <a:cubicBezTo>
                              <a:pt x="262793" y="254289"/>
                              <a:pt x="289153" y="210208"/>
                              <a:pt x="301365" y="163222"/>
                            </a:cubicBezTo>
                            <a:cubicBezTo>
                              <a:pt x="311864" y="123012"/>
                              <a:pt x="308886" y="87047"/>
                              <a:pt x="293100" y="61878"/>
                            </a:cubicBezTo>
                            <a:cubicBezTo>
                              <a:pt x="276569" y="35518"/>
                              <a:pt x="244401" y="19881"/>
                              <a:pt x="207095" y="19881"/>
                            </a:cubicBezTo>
                            <a:close/>
                          </a:path>
                        </a:pathLst>
                      </a:custGeom>
                      <a:solidFill>
                        <a:srgbClr val="E0DBD5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07" name="AutoShape 207"/>
                      <p:cNvSpPr/>
                      <p:nvPr/>
                    </p:nvSpPr>
                    <p:spPr>
                      <a:xfrm>
                        <a:off x="7957862" y="4798618"/>
                        <a:ext cx="173676" cy="19003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3676" h="190038">
                            <a:moveTo>
                              <a:pt x="126486" y="160736"/>
                            </a:moveTo>
                            <a:cubicBezTo>
                              <a:pt x="147484" y="141227"/>
                              <a:pt x="162823" y="115686"/>
                              <a:pt x="169972" y="87986"/>
                            </a:cubicBezTo>
                            <a:cubicBezTo>
                              <a:pt x="175333" y="67434"/>
                              <a:pt x="175929" y="44276"/>
                              <a:pt x="164611" y="26331"/>
                            </a:cubicBezTo>
                            <a:cubicBezTo>
                              <a:pt x="147410" y="-997"/>
                              <a:pt x="107349" y="-6507"/>
                              <a:pt x="78160" y="7268"/>
                            </a:cubicBezTo>
                            <a:cubicBezTo>
                              <a:pt x="48970" y="21044"/>
                              <a:pt x="29238" y="49191"/>
                              <a:pt x="14941" y="78157"/>
                            </a:cubicBezTo>
                            <a:cubicBezTo>
                              <a:pt x="2059" y="104368"/>
                              <a:pt x="-7175" y="136610"/>
                              <a:pt x="7495" y="161853"/>
                            </a:cubicBezTo>
                            <a:cubicBezTo>
                              <a:pt x="18962" y="181511"/>
                              <a:pt x="43237" y="191563"/>
                              <a:pt x="65948" y="189851"/>
                            </a:cubicBezTo>
                            <a:cubicBezTo>
                              <a:pt x="88733" y="188063"/>
                              <a:pt x="109806" y="176224"/>
                              <a:pt x="126486" y="160736"/>
                            </a:cubicBezTo>
                            <a:close/>
                          </a:path>
                        </a:pathLst>
                      </a:custGeom>
                      <a:solidFill>
                        <a:srgbClr val="002033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</p:grpSp>
              <p:grpSp>
                <p:nvGrpSpPr>
                  <p:cNvPr id="208" name="Group 208"/>
                  <p:cNvGrpSpPr/>
                  <p:nvPr/>
                </p:nvGrpSpPr>
                <p:grpSpPr>
                  <a:xfrm>
                    <a:off x="6359572" y="5401661"/>
                    <a:ext cx="1714872" cy="290999"/>
                    <a:chOff x="6359572" y="5401661"/>
                    <a:chExt cx="1714872" cy="290999"/>
                  </a:xfrm>
                </p:grpSpPr>
                <p:grpSp>
                  <p:nvGrpSpPr>
                    <p:cNvPr id="209" name="Group 209"/>
                    <p:cNvGrpSpPr/>
                    <p:nvPr/>
                  </p:nvGrpSpPr>
                  <p:grpSpPr>
                    <a:xfrm>
                      <a:off x="6359572" y="5401661"/>
                      <a:ext cx="880966" cy="290999"/>
                      <a:chOff x="6359572" y="5401661"/>
                      <a:chExt cx="880966" cy="290999"/>
                    </a:xfrm>
                  </p:grpSpPr>
                  <p:sp>
                    <p:nvSpPr>
                      <p:cNvPr id="210" name="AutoShape 210"/>
                      <p:cNvSpPr/>
                      <p:nvPr/>
                    </p:nvSpPr>
                    <p:spPr>
                      <a:xfrm>
                        <a:off x="6359572" y="5401661"/>
                        <a:ext cx="880966" cy="2909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80966" h="290999">
                            <a:moveTo>
                              <a:pt x="880966" y="0"/>
                            </a:moveTo>
                            <a:lnTo>
                              <a:pt x="184741" y="0"/>
                            </a:lnTo>
                            <a:cubicBezTo>
                              <a:pt x="123161" y="97025"/>
                              <a:pt x="61580" y="193975"/>
                              <a:pt x="0" y="291000"/>
                            </a:cubicBezTo>
                            <a:lnTo>
                              <a:pt x="733977" y="291000"/>
                            </a:lnTo>
                            <a:cubicBezTo>
                              <a:pt x="783793" y="194422"/>
                              <a:pt x="832044" y="97025"/>
                              <a:pt x="880966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2033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11" name="AutoShape 211"/>
                      <p:cNvSpPr/>
                      <p:nvPr/>
                    </p:nvSpPr>
                    <p:spPr>
                      <a:xfrm>
                        <a:off x="6786987" y="5430478"/>
                        <a:ext cx="38273" cy="3827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273" h="38273">
                            <a:moveTo>
                              <a:pt x="38274" y="19137"/>
                            </a:moveTo>
                            <a:cubicBezTo>
                              <a:pt x="38274" y="29706"/>
                              <a:pt x="29706" y="38274"/>
                              <a:pt x="19137" y="38274"/>
                            </a:cubicBezTo>
                            <a:cubicBezTo>
                              <a:pt x="8568" y="38274"/>
                              <a:pt x="0" y="29706"/>
                              <a:pt x="0" y="19137"/>
                            </a:cubicBezTo>
                            <a:cubicBezTo>
                              <a:pt x="0" y="8568"/>
                              <a:pt x="8568" y="0"/>
                              <a:pt x="19137" y="0"/>
                            </a:cubicBezTo>
                            <a:cubicBezTo>
                              <a:pt x="29706" y="0"/>
                              <a:pt x="38274" y="8568"/>
                              <a:pt x="38274" y="19137"/>
                            </a:cubicBezTo>
                            <a:close/>
                          </a:path>
                        </a:pathLst>
                      </a:custGeom>
                      <a:solidFill>
                        <a:srgbClr val="E67231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12" name="AutoShape 212"/>
                      <p:cNvSpPr/>
                      <p:nvPr/>
                    </p:nvSpPr>
                    <p:spPr>
                      <a:xfrm>
                        <a:off x="6860705" y="5430478"/>
                        <a:ext cx="38273" cy="3827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273" h="38273">
                            <a:moveTo>
                              <a:pt x="38273" y="19137"/>
                            </a:moveTo>
                            <a:cubicBezTo>
                              <a:pt x="38273" y="29711"/>
                              <a:pt x="29710" y="38274"/>
                              <a:pt x="19136" y="38274"/>
                            </a:cubicBezTo>
                            <a:cubicBezTo>
                              <a:pt x="8563" y="38274"/>
                              <a:pt x="0" y="29711"/>
                              <a:pt x="0" y="19137"/>
                            </a:cubicBezTo>
                            <a:cubicBezTo>
                              <a:pt x="0" y="8563"/>
                              <a:pt x="8563" y="0"/>
                              <a:pt x="19136" y="0"/>
                            </a:cubicBezTo>
                            <a:cubicBezTo>
                              <a:pt x="29710" y="0"/>
                              <a:pt x="38273" y="8563"/>
                              <a:pt x="38273" y="19137"/>
                            </a:cubicBezTo>
                            <a:close/>
                          </a:path>
                        </a:pathLst>
                      </a:custGeom>
                      <a:solidFill>
                        <a:srgbClr val="E67231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13" name="AutoShape 213"/>
                      <p:cNvSpPr/>
                      <p:nvPr/>
                    </p:nvSpPr>
                    <p:spPr>
                      <a:xfrm>
                        <a:off x="6934497" y="5430478"/>
                        <a:ext cx="38273" cy="3827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273" h="38273">
                            <a:moveTo>
                              <a:pt x="38274" y="19137"/>
                            </a:moveTo>
                            <a:cubicBezTo>
                              <a:pt x="38274" y="29706"/>
                              <a:pt x="29706" y="38274"/>
                              <a:pt x="19137" y="38274"/>
                            </a:cubicBezTo>
                            <a:cubicBezTo>
                              <a:pt x="8568" y="38274"/>
                              <a:pt x="0" y="29706"/>
                              <a:pt x="0" y="19137"/>
                            </a:cubicBezTo>
                            <a:cubicBezTo>
                              <a:pt x="0" y="8568"/>
                              <a:pt x="8568" y="0"/>
                              <a:pt x="19137" y="0"/>
                            </a:cubicBezTo>
                            <a:cubicBezTo>
                              <a:pt x="29706" y="0"/>
                              <a:pt x="38274" y="8568"/>
                              <a:pt x="38274" y="19137"/>
                            </a:cubicBezTo>
                            <a:close/>
                          </a:path>
                        </a:pathLst>
                      </a:custGeom>
                      <a:solidFill>
                        <a:srgbClr val="E67231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14" name="AutoShape 214"/>
                      <p:cNvSpPr/>
                      <p:nvPr/>
                    </p:nvSpPr>
                    <p:spPr>
                      <a:xfrm>
                        <a:off x="7008216" y="5430478"/>
                        <a:ext cx="38273" cy="3827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273" h="38273">
                            <a:moveTo>
                              <a:pt x="38273" y="19137"/>
                            </a:moveTo>
                            <a:cubicBezTo>
                              <a:pt x="38273" y="29711"/>
                              <a:pt x="29710" y="38274"/>
                              <a:pt x="19136" y="38274"/>
                            </a:cubicBezTo>
                            <a:cubicBezTo>
                              <a:pt x="8563" y="38274"/>
                              <a:pt x="0" y="29711"/>
                              <a:pt x="0" y="19137"/>
                            </a:cubicBezTo>
                            <a:cubicBezTo>
                              <a:pt x="0" y="8563"/>
                              <a:pt x="8563" y="0"/>
                              <a:pt x="19136" y="0"/>
                            </a:cubicBezTo>
                            <a:cubicBezTo>
                              <a:pt x="29710" y="0"/>
                              <a:pt x="38273" y="8563"/>
                              <a:pt x="38273" y="19137"/>
                            </a:cubicBezTo>
                            <a:close/>
                          </a:path>
                        </a:pathLst>
                      </a:custGeom>
                      <a:solidFill>
                        <a:srgbClr val="E67231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grpSp>
                  <p:nvGrpSpPr>
                    <p:cNvPr id="215" name="Group 215"/>
                    <p:cNvGrpSpPr/>
                    <p:nvPr/>
                  </p:nvGrpSpPr>
                  <p:grpSpPr>
                    <a:xfrm>
                      <a:off x="7565418" y="5401661"/>
                      <a:ext cx="509026" cy="290999"/>
                      <a:chOff x="7565418" y="5401661"/>
                      <a:chExt cx="509026" cy="290999"/>
                    </a:xfrm>
                  </p:grpSpPr>
                  <p:sp>
                    <p:nvSpPr>
                      <p:cNvPr id="216" name="AutoShape 216"/>
                      <p:cNvSpPr/>
                      <p:nvPr/>
                    </p:nvSpPr>
                    <p:spPr>
                      <a:xfrm>
                        <a:off x="7565418" y="5401661"/>
                        <a:ext cx="509026" cy="2909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09026" h="290999">
                            <a:moveTo>
                              <a:pt x="451020" y="0"/>
                            </a:moveTo>
                            <a:lnTo>
                              <a:pt x="58155" y="0"/>
                            </a:lnTo>
                            <a:cubicBezTo>
                              <a:pt x="35444" y="22711"/>
                              <a:pt x="22711" y="35444"/>
                              <a:pt x="0" y="58155"/>
                            </a:cubicBezTo>
                            <a:lnTo>
                              <a:pt x="0" y="233068"/>
                            </a:lnTo>
                            <a:cubicBezTo>
                              <a:pt x="0" y="265012"/>
                              <a:pt x="25913" y="291000"/>
                              <a:pt x="57932" y="291000"/>
                            </a:cubicBezTo>
                            <a:lnTo>
                              <a:pt x="451094" y="291000"/>
                            </a:lnTo>
                            <a:cubicBezTo>
                              <a:pt x="483038" y="291000"/>
                              <a:pt x="509026" y="265087"/>
                              <a:pt x="509026" y="233068"/>
                            </a:cubicBezTo>
                            <a:lnTo>
                              <a:pt x="509026" y="57932"/>
                            </a:lnTo>
                            <a:cubicBezTo>
                              <a:pt x="508952" y="25913"/>
                              <a:pt x="483038" y="0"/>
                              <a:pt x="451020" y="0"/>
                            </a:cubicBezTo>
                            <a:close/>
                          </a:path>
                        </a:pathLst>
                      </a:custGeom>
                      <a:solidFill>
                        <a:srgbClr val="809CAA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grpSp>
                    <p:nvGrpSpPr>
                      <p:cNvPr id="217" name="Group 217"/>
                      <p:cNvGrpSpPr/>
                      <p:nvPr/>
                    </p:nvGrpSpPr>
                    <p:grpSpPr>
                      <a:xfrm>
                        <a:off x="7750830" y="5445668"/>
                        <a:ext cx="259501" cy="38273"/>
                        <a:chOff x="7750830" y="5445668"/>
                        <a:chExt cx="259501" cy="38273"/>
                      </a:xfrm>
                      <a:solidFill>
                        <a:srgbClr val="002033">
                          <a:alpha val="100000"/>
                        </a:srgbClr>
                      </a:solidFill>
                    </p:grpSpPr>
                    <p:sp>
                      <p:nvSpPr>
                        <p:cNvPr id="218" name="AutoShape 218"/>
                        <p:cNvSpPr/>
                        <p:nvPr/>
                      </p:nvSpPr>
                      <p:spPr>
                        <a:xfrm>
                          <a:off x="7750830" y="5445668"/>
                          <a:ext cx="38273" cy="3827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8273" h="38273">
                              <a:moveTo>
                                <a:pt x="38274" y="19137"/>
                              </a:moveTo>
                              <a:cubicBezTo>
                                <a:pt x="38274" y="29706"/>
                                <a:pt x="29706" y="38274"/>
                                <a:pt x="19137" y="38274"/>
                              </a:cubicBezTo>
                              <a:cubicBezTo>
                                <a:pt x="8568" y="38274"/>
                                <a:pt x="0" y="29706"/>
                                <a:pt x="0" y="19137"/>
                              </a:cubicBezTo>
                              <a:cubicBezTo>
                                <a:pt x="0" y="8568"/>
                                <a:pt x="8568" y="0"/>
                                <a:pt x="19137" y="0"/>
                              </a:cubicBezTo>
                              <a:cubicBezTo>
                                <a:pt x="29706" y="0"/>
                                <a:pt x="38274" y="8568"/>
                                <a:pt x="38274" y="1913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19" name="AutoShape 219"/>
                        <p:cNvSpPr/>
                        <p:nvPr/>
                      </p:nvSpPr>
                      <p:spPr>
                        <a:xfrm>
                          <a:off x="7824623" y="5445668"/>
                          <a:ext cx="38273" cy="3827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8273" h="38273">
                              <a:moveTo>
                                <a:pt x="38274" y="19137"/>
                              </a:moveTo>
                              <a:cubicBezTo>
                                <a:pt x="38274" y="29706"/>
                                <a:pt x="29706" y="38274"/>
                                <a:pt x="19137" y="38274"/>
                              </a:cubicBezTo>
                              <a:cubicBezTo>
                                <a:pt x="8568" y="38274"/>
                                <a:pt x="0" y="29706"/>
                                <a:pt x="0" y="19137"/>
                              </a:cubicBezTo>
                              <a:cubicBezTo>
                                <a:pt x="0" y="8568"/>
                                <a:pt x="8568" y="0"/>
                                <a:pt x="19137" y="0"/>
                              </a:cubicBezTo>
                              <a:cubicBezTo>
                                <a:pt x="29706" y="0"/>
                                <a:pt x="38274" y="8568"/>
                                <a:pt x="38274" y="1913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20" name="AutoShape 220"/>
                        <p:cNvSpPr/>
                        <p:nvPr/>
                      </p:nvSpPr>
                      <p:spPr>
                        <a:xfrm>
                          <a:off x="7898341" y="5445668"/>
                          <a:ext cx="38273" cy="3827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8273" h="38273">
                              <a:moveTo>
                                <a:pt x="38274" y="19137"/>
                              </a:moveTo>
                              <a:cubicBezTo>
                                <a:pt x="38274" y="29706"/>
                                <a:pt x="29706" y="38274"/>
                                <a:pt x="19137" y="38274"/>
                              </a:cubicBezTo>
                              <a:cubicBezTo>
                                <a:pt x="8568" y="38274"/>
                                <a:pt x="0" y="29706"/>
                                <a:pt x="0" y="19137"/>
                              </a:cubicBezTo>
                              <a:cubicBezTo>
                                <a:pt x="0" y="8568"/>
                                <a:pt x="8568" y="0"/>
                                <a:pt x="19137" y="0"/>
                              </a:cubicBezTo>
                              <a:cubicBezTo>
                                <a:pt x="29706" y="0"/>
                                <a:pt x="38274" y="8568"/>
                                <a:pt x="38274" y="1913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21" name="AutoShape 221"/>
                        <p:cNvSpPr/>
                        <p:nvPr/>
                      </p:nvSpPr>
                      <p:spPr>
                        <a:xfrm>
                          <a:off x="7972058" y="5445668"/>
                          <a:ext cx="38273" cy="3827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8273" h="38273">
                              <a:moveTo>
                                <a:pt x="38274" y="19137"/>
                              </a:moveTo>
                              <a:cubicBezTo>
                                <a:pt x="38274" y="29706"/>
                                <a:pt x="29706" y="38274"/>
                                <a:pt x="19137" y="38274"/>
                              </a:cubicBezTo>
                              <a:cubicBezTo>
                                <a:pt x="8568" y="38274"/>
                                <a:pt x="0" y="29706"/>
                                <a:pt x="0" y="19137"/>
                              </a:cubicBezTo>
                              <a:cubicBezTo>
                                <a:pt x="0" y="8568"/>
                                <a:pt x="8568" y="0"/>
                                <a:pt x="19137" y="0"/>
                              </a:cubicBezTo>
                              <a:cubicBezTo>
                                <a:pt x="29706" y="0"/>
                                <a:pt x="38274" y="8568"/>
                                <a:pt x="38274" y="1913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  <p:grpSp>
                    <p:nvGrpSpPr>
                      <p:cNvPr id="222" name="Group 222"/>
                      <p:cNvGrpSpPr/>
                      <p:nvPr/>
                    </p:nvGrpSpPr>
                    <p:grpSpPr>
                      <a:xfrm>
                        <a:off x="7679693" y="5516716"/>
                        <a:ext cx="302097" cy="150208"/>
                        <a:chOff x="7679693" y="5516716"/>
                        <a:chExt cx="302097" cy="150208"/>
                      </a:xfrm>
                    </p:grpSpPr>
                    <p:sp>
                      <p:nvSpPr>
                        <p:cNvPr id="223" name="AutoShape 223"/>
                        <p:cNvSpPr/>
                        <p:nvPr/>
                      </p:nvSpPr>
                      <p:spPr>
                        <a:xfrm rot="-4800000">
                          <a:off x="7689941" y="5526963"/>
                          <a:ext cx="129713" cy="12971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9713" h="129713">
                              <a:moveTo>
                                <a:pt x="129713" y="64856"/>
                              </a:moveTo>
                              <a:cubicBezTo>
                                <a:pt x="129713" y="100676"/>
                                <a:pt x="100676" y="129713"/>
                                <a:pt x="64857" y="129713"/>
                              </a:cubicBezTo>
                              <a:cubicBezTo>
                                <a:pt x="29037" y="129713"/>
                                <a:pt x="0" y="100676"/>
                                <a:pt x="0" y="64856"/>
                              </a:cubicBezTo>
                              <a:cubicBezTo>
                                <a:pt x="0" y="29037"/>
                                <a:pt x="29037" y="0"/>
                                <a:pt x="64857" y="0"/>
                              </a:cubicBezTo>
                              <a:cubicBezTo>
                                <a:pt x="100676" y="0"/>
                                <a:pt x="129713" y="29037"/>
                                <a:pt x="129713" y="6485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24" name="AutoShape 224"/>
                        <p:cNvSpPr/>
                        <p:nvPr/>
                      </p:nvSpPr>
                      <p:spPr>
                        <a:xfrm>
                          <a:off x="7725066" y="5554607"/>
                          <a:ext cx="82355" cy="8235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82355" h="82355">
                              <a:moveTo>
                                <a:pt x="82356" y="41178"/>
                              </a:moveTo>
                              <a:cubicBezTo>
                                <a:pt x="82356" y="63889"/>
                                <a:pt x="63889" y="82356"/>
                                <a:pt x="41178" y="82356"/>
                              </a:cubicBezTo>
                              <a:cubicBezTo>
                                <a:pt x="18467" y="82356"/>
                                <a:pt x="0" y="63889"/>
                                <a:pt x="0" y="41178"/>
                              </a:cubicBezTo>
                              <a:cubicBezTo>
                                <a:pt x="0" y="18467"/>
                                <a:pt x="18467" y="0"/>
                                <a:pt x="41178" y="0"/>
                              </a:cubicBezTo>
                              <a:cubicBezTo>
                                <a:pt x="63889" y="0"/>
                                <a:pt x="82356" y="18467"/>
                                <a:pt x="82356" y="4117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09CAA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25" name="AutoShape 225"/>
                        <p:cNvSpPr/>
                        <p:nvPr/>
                      </p:nvSpPr>
                      <p:spPr>
                        <a:xfrm rot="-4800000">
                          <a:off x="7842522" y="5527284"/>
                          <a:ext cx="129715" cy="12971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9715" h="129715">
                              <a:moveTo>
                                <a:pt x="129716" y="64858"/>
                              </a:moveTo>
                              <a:cubicBezTo>
                                <a:pt x="129716" y="100678"/>
                                <a:pt x="100678" y="129716"/>
                                <a:pt x="64858" y="129716"/>
                              </a:cubicBezTo>
                              <a:cubicBezTo>
                                <a:pt x="29038" y="129716"/>
                                <a:pt x="0" y="100678"/>
                                <a:pt x="0" y="64858"/>
                              </a:cubicBezTo>
                              <a:cubicBezTo>
                                <a:pt x="0" y="29038"/>
                                <a:pt x="29038" y="0"/>
                                <a:pt x="64858" y="0"/>
                              </a:cubicBezTo>
                              <a:cubicBezTo>
                                <a:pt x="100678" y="0"/>
                                <a:pt x="129716" y="29038"/>
                                <a:pt x="129716" y="6485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26" name="AutoShape 226"/>
                        <p:cNvSpPr/>
                        <p:nvPr/>
                      </p:nvSpPr>
                      <p:spPr>
                        <a:xfrm>
                          <a:off x="7880991" y="5554607"/>
                          <a:ext cx="82355" cy="8235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82355" h="82355">
                              <a:moveTo>
                                <a:pt x="82356" y="41178"/>
                              </a:moveTo>
                              <a:cubicBezTo>
                                <a:pt x="82356" y="63889"/>
                                <a:pt x="63889" y="82356"/>
                                <a:pt x="41178" y="82356"/>
                              </a:cubicBezTo>
                              <a:cubicBezTo>
                                <a:pt x="18467" y="82356"/>
                                <a:pt x="0" y="63889"/>
                                <a:pt x="0" y="41178"/>
                              </a:cubicBezTo>
                              <a:cubicBezTo>
                                <a:pt x="0" y="18467"/>
                                <a:pt x="18467" y="0"/>
                                <a:pt x="41178" y="0"/>
                              </a:cubicBezTo>
                              <a:cubicBezTo>
                                <a:pt x="63964" y="0"/>
                                <a:pt x="82356" y="18467"/>
                                <a:pt x="82356" y="4117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09CAA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</p:grpSp>
              </p:grpSp>
            </p:grpSp>
            <p:grpSp>
              <p:nvGrpSpPr>
                <p:cNvPr id="227" name="Group 227"/>
                <p:cNvGrpSpPr/>
                <p:nvPr/>
              </p:nvGrpSpPr>
              <p:grpSpPr>
                <a:xfrm>
                  <a:off x="5171643" y="3358316"/>
                  <a:ext cx="2814712" cy="2683946"/>
                  <a:chOff x="5171643" y="3358316"/>
                  <a:chExt cx="2814712" cy="2683946"/>
                </a:xfrm>
              </p:grpSpPr>
              <p:grpSp>
                <p:nvGrpSpPr>
                  <p:cNvPr id="228" name="Group 228"/>
                  <p:cNvGrpSpPr/>
                  <p:nvPr/>
                </p:nvGrpSpPr>
                <p:grpSpPr>
                  <a:xfrm>
                    <a:off x="6295065" y="3358316"/>
                    <a:ext cx="1691290" cy="1441613"/>
                    <a:chOff x="6295065" y="3358316"/>
                    <a:chExt cx="1691290" cy="1441613"/>
                  </a:xfrm>
                </p:grpSpPr>
                <p:sp>
                  <p:nvSpPr>
                    <p:cNvPr id="229" name="AutoShape 229"/>
                    <p:cNvSpPr/>
                    <p:nvPr/>
                  </p:nvSpPr>
                  <p:spPr>
                    <a:xfrm>
                      <a:off x="6295065" y="3358316"/>
                      <a:ext cx="1691290" cy="14415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91290" h="1441538">
                          <a:moveTo>
                            <a:pt x="134726" y="120723"/>
                          </a:moveTo>
                          <a:cubicBezTo>
                            <a:pt x="172181" y="92725"/>
                            <a:pt x="212688" y="66737"/>
                            <a:pt x="249398" y="37548"/>
                          </a:cubicBezTo>
                          <a:cubicBezTo>
                            <a:pt x="312245" y="-12417"/>
                            <a:pt x="401004" y="-12863"/>
                            <a:pt x="462882" y="38292"/>
                          </a:cubicBezTo>
                          <a:cubicBezTo>
                            <a:pt x="850981" y="358779"/>
                            <a:pt x="1261866" y="651641"/>
                            <a:pt x="1691291" y="914121"/>
                          </a:cubicBezTo>
                          <a:cubicBezTo>
                            <a:pt x="1476541" y="1050387"/>
                            <a:pt x="1312575" y="1232002"/>
                            <a:pt x="1184797" y="1441539"/>
                          </a:cubicBezTo>
                          <a:cubicBezTo>
                            <a:pt x="831323" y="1139072"/>
                            <a:pt x="478966" y="835414"/>
                            <a:pt x="127875" y="530192"/>
                          </a:cubicBezTo>
                          <a:cubicBezTo>
                            <a:pt x="71358" y="481047"/>
                            <a:pt x="11118" y="425200"/>
                            <a:pt x="1363" y="350961"/>
                          </a:cubicBezTo>
                          <a:cubicBezTo>
                            <a:pt x="-10774" y="258702"/>
                            <a:pt x="60115" y="176569"/>
                            <a:pt x="134726" y="120723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30" name="AutoShape 230"/>
                    <p:cNvSpPr/>
                    <p:nvPr/>
                  </p:nvSpPr>
                  <p:spPr>
                    <a:xfrm>
                      <a:off x="6482659" y="3375519"/>
                      <a:ext cx="212426" cy="1647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2425" h="164727">
                          <a:moveTo>
                            <a:pt x="188539" y="5452"/>
                          </a:moveTo>
                          <a:cubicBezTo>
                            <a:pt x="205591" y="15504"/>
                            <a:pt x="210953" y="37619"/>
                            <a:pt x="212069" y="57352"/>
                          </a:cubicBezTo>
                          <a:cubicBezTo>
                            <a:pt x="214154" y="94137"/>
                            <a:pt x="207080" y="131368"/>
                            <a:pt x="191667" y="164727"/>
                          </a:cubicBezTo>
                          <a:cubicBezTo>
                            <a:pt x="142000" y="114614"/>
                            <a:pt x="70441" y="86988"/>
                            <a:pt x="0" y="90637"/>
                          </a:cubicBezTo>
                          <a:cubicBezTo>
                            <a:pt x="37380" y="49980"/>
                            <a:pt x="86004" y="19897"/>
                            <a:pt x="139021" y="4558"/>
                          </a:cubicBezTo>
                          <a:cubicBezTo>
                            <a:pt x="155329" y="-59"/>
                            <a:pt x="173870" y="-3186"/>
                            <a:pt x="188539" y="5452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31" name="AutoShape 231"/>
                    <p:cNvSpPr/>
                    <p:nvPr/>
                  </p:nvSpPr>
                  <p:spPr>
                    <a:xfrm>
                      <a:off x="6608432" y="3388636"/>
                      <a:ext cx="62759" cy="6233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759" h="62334">
                          <a:moveTo>
                            <a:pt x="60979" y="31726"/>
                          </a:moveTo>
                          <a:cubicBezTo>
                            <a:pt x="55245" y="48927"/>
                            <a:pt x="37299" y="62628"/>
                            <a:pt x="20992" y="62330"/>
                          </a:cubicBezTo>
                          <a:cubicBezTo>
                            <a:pt x="4610" y="62032"/>
                            <a:pt x="-3953" y="47810"/>
                            <a:pt x="1781" y="30609"/>
                          </a:cubicBezTo>
                          <a:cubicBezTo>
                            <a:pt x="7514" y="13408"/>
                            <a:pt x="25460" y="-293"/>
                            <a:pt x="41767" y="5"/>
                          </a:cubicBezTo>
                          <a:cubicBezTo>
                            <a:pt x="58149" y="377"/>
                            <a:pt x="66712" y="14525"/>
                            <a:pt x="60979" y="31726"/>
                          </a:cubicBezTo>
                          <a:close/>
                        </a:path>
                      </a:pathLst>
                    </a:custGeom>
                    <a:solidFill>
                      <a:srgbClr val="E6723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32" name="AutoShape 232"/>
                    <p:cNvSpPr/>
                    <p:nvPr/>
                  </p:nvSpPr>
                  <p:spPr>
                    <a:xfrm>
                      <a:off x="6295066" y="3542778"/>
                      <a:ext cx="1457998" cy="1257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57998" h="1257150">
                          <a:moveTo>
                            <a:pt x="64656" y="0"/>
                          </a:moveTo>
                          <a:cubicBezTo>
                            <a:pt x="74857" y="13552"/>
                            <a:pt x="86622" y="26509"/>
                            <a:pt x="100547" y="38721"/>
                          </a:cubicBezTo>
                          <a:cubicBezTo>
                            <a:pt x="199805" y="121448"/>
                            <a:pt x="332200" y="38721"/>
                            <a:pt x="398397" y="71782"/>
                          </a:cubicBezTo>
                          <a:cubicBezTo>
                            <a:pt x="817398" y="259577"/>
                            <a:pt x="1122843" y="598828"/>
                            <a:pt x="1457999" y="913134"/>
                          </a:cubicBezTo>
                          <a:cubicBezTo>
                            <a:pt x="1351741" y="1015148"/>
                            <a:pt x="1261641" y="1131011"/>
                            <a:pt x="1184796" y="1257151"/>
                          </a:cubicBezTo>
                          <a:cubicBezTo>
                            <a:pt x="831322" y="954684"/>
                            <a:pt x="478965" y="651026"/>
                            <a:pt x="127874" y="345804"/>
                          </a:cubicBezTo>
                          <a:cubicBezTo>
                            <a:pt x="71357" y="296659"/>
                            <a:pt x="11117" y="240812"/>
                            <a:pt x="1362" y="166573"/>
                          </a:cubicBezTo>
                          <a:cubicBezTo>
                            <a:pt x="-6754" y="104843"/>
                            <a:pt x="22286" y="47805"/>
                            <a:pt x="64656" y="0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33" name="AutoShape 233"/>
                    <p:cNvSpPr/>
                    <p:nvPr/>
                  </p:nvSpPr>
                  <p:spPr>
                    <a:xfrm>
                      <a:off x="6353129" y="3519897"/>
                      <a:ext cx="997783" cy="9909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97783" h="990990">
                          <a:moveTo>
                            <a:pt x="291039" y="60262"/>
                          </a:moveTo>
                          <a:cubicBezTo>
                            <a:pt x="248149" y="7170"/>
                            <a:pt x="170038" y="-14201"/>
                            <a:pt x="106149" y="9776"/>
                          </a:cubicBezTo>
                          <a:cubicBezTo>
                            <a:pt x="42260" y="33753"/>
                            <a:pt x="-2567" y="101216"/>
                            <a:pt x="114" y="169424"/>
                          </a:cubicBezTo>
                          <a:cubicBezTo>
                            <a:pt x="3688" y="261311"/>
                            <a:pt x="80534" y="331157"/>
                            <a:pt x="151497" y="389610"/>
                          </a:cubicBezTo>
                          <a:cubicBezTo>
                            <a:pt x="372203" y="571596"/>
                            <a:pt x="592985" y="753582"/>
                            <a:pt x="813692" y="935643"/>
                          </a:cubicBezTo>
                          <a:cubicBezTo>
                            <a:pt x="840201" y="957461"/>
                            <a:pt x="867826" y="979949"/>
                            <a:pt x="901185" y="988214"/>
                          </a:cubicBezTo>
                          <a:cubicBezTo>
                            <a:pt x="934470" y="996554"/>
                            <a:pt x="975052" y="986204"/>
                            <a:pt x="990913" y="955823"/>
                          </a:cubicBezTo>
                          <a:cubicBezTo>
                            <a:pt x="1012805" y="913826"/>
                            <a:pt x="978254" y="865425"/>
                            <a:pt x="945193" y="831396"/>
                          </a:cubicBezTo>
                          <a:cubicBezTo>
                            <a:pt x="807437" y="689545"/>
                            <a:pt x="656576" y="560427"/>
                            <a:pt x="495066" y="446276"/>
                          </a:cubicBezTo>
                          <a:cubicBezTo>
                            <a:pt x="457091" y="419395"/>
                            <a:pt x="417551" y="392439"/>
                            <a:pt x="391638" y="353719"/>
                          </a:cubicBezTo>
                          <a:cubicBezTo>
                            <a:pt x="333557" y="267044"/>
                            <a:pt x="356641" y="141500"/>
                            <a:pt x="291039" y="60262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34" name="AutoShape 234"/>
                    <p:cNvSpPr/>
                    <p:nvPr/>
                  </p:nvSpPr>
                  <p:spPr>
                    <a:xfrm>
                      <a:off x="7369954" y="4177572"/>
                      <a:ext cx="616252" cy="6223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16252" h="622357">
                          <a:moveTo>
                            <a:pt x="463827" y="0"/>
                          </a:moveTo>
                          <a:cubicBezTo>
                            <a:pt x="514387" y="32093"/>
                            <a:pt x="565171" y="63740"/>
                            <a:pt x="616252" y="95014"/>
                          </a:cubicBezTo>
                          <a:cubicBezTo>
                            <a:pt x="401576" y="231281"/>
                            <a:pt x="237610" y="412820"/>
                            <a:pt x="109907" y="622358"/>
                          </a:cubicBezTo>
                          <a:cubicBezTo>
                            <a:pt x="73271" y="590860"/>
                            <a:pt x="36636" y="559437"/>
                            <a:pt x="0" y="528014"/>
                          </a:cubicBezTo>
                          <a:cubicBezTo>
                            <a:pt x="218324" y="431585"/>
                            <a:pt x="397779" y="242673"/>
                            <a:pt x="463827" y="0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235" name="Group 235"/>
                  <p:cNvGrpSpPr/>
                  <p:nvPr/>
                </p:nvGrpSpPr>
                <p:grpSpPr>
                  <a:xfrm>
                    <a:off x="5367312" y="3432077"/>
                    <a:ext cx="1202096" cy="1352438"/>
                    <a:chOff x="5367312" y="3432077"/>
                    <a:chExt cx="1202096" cy="1352438"/>
                  </a:xfrm>
                </p:grpSpPr>
                <p:sp>
                  <p:nvSpPr>
                    <p:cNvPr id="236" name="AutoShape 236"/>
                    <p:cNvSpPr/>
                    <p:nvPr/>
                  </p:nvSpPr>
                  <p:spPr>
                    <a:xfrm>
                      <a:off x="5367383" y="3432077"/>
                      <a:ext cx="1202025" cy="13524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02025" h="1352438">
                          <a:moveTo>
                            <a:pt x="707519" y="24623"/>
                          </a:moveTo>
                          <a:cubicBezTo>
                            <a:pt x="803502" y="-21321"/>
                            <a:pt x="916833" y="6007"/>
                            <a:pt x="1019517" y="34080"/>
                          </a:cubicBezTo>
                          <a:cubicBezTo>
                            <a:pt x="1078641" y="50238"/>
                            <a:pt x="1142753" y="69822"/>
                            <a:pt x="1177452" y="120382"/>
                          </a:cubicBezTo>
                          <a:cubicBezTo>
                            <a:pt x="1234193" y="203035"/>
                            <a:pt x="1182069" y="314431"/>
                            <a:pt x="1128084" y="398872"/>
                          </a:cubicBezTo>
                          <a:cubicBezTo>
                            <a:pt x="915791" y="730677"/>
                            <a:pt x="673118" y="1041856"/>
                            <a:pt x="430891" y="1352439"/>
                          </a:cubicBezTo>
                          <a:cubicBezTo>
                            <a:pt x="314655" y="1272094"/>
                            <a:pt x="198494" y="1191749"/>
                            <a:pt x="82257" y="1111404"/>
                          </a:cubicBezTo>
                          <a:cubicBezTo>
                            <a:pt x="47483" y="1087352"/>
                            <a:pt x="9954" y="1059280"/>
                            <a:pt x="1689" y="1017879"/>
                          </a:cubicBezTo>
                          <a:cubicBezTo>
                            <a:pt x="-7098" y="974020"/>
                            <a:pt x="20007" y="931875"/>
                            <a:pt x="45845" y="895388"/>
                          </a:cubicBezTo>
                          <a:cubicBezTo>
                            <a:pt x="213386" y="658299"/>
                            <a:pt x="380927" y="421136"/>
                            <a:pt x="548467" y="184047"/>
                          </a:cubicBezTo>
                          <a:cubicBezTo>
                            <a:pt x="592177" y="122020"/>
                            <a:pt x="638939" y="57386"/>
                            <a:pt x="707519" y="24623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grpSp>
                  <p:nvGrpSpPr>
                    <p:cNvPr id="237" name="Group 237"/>
                    <p:cNvGrpSpPr/>
                    <p:nvPr/>
                  </p:nvGrpSpPr>
                  <p:grpSpPr>
                    <a:xfrm>
                      <a:off x="5367312" y="3432238"/>
                      <a:ext cx="1202096" cy="1339469"/>
                      <a:chOff x="5367312" y="3432238"/>
                      <a:chExt cx="1202096" cy="1339469"/>
                    </a:xfrm>
                  </p:grpSpPr>
                  <p:sp>
                    <p:nvSpPr>
                      <p:cNvPr id="238" name="AutoShape 238"/>
                      <p:cNvSpPr/>
                      <p:nvPr/>
                    </p:nvSpPr>
                    <p:spPr>
                      <a:xfrm>
                        <a:off x="5681935" y="3486135"/>
                        <a:ext cx="887473" cy="128557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87473" h="1285572">
                            <a:moveTo>
                              <a:pt x="806309" y="17178"/>
                            </a:moveTo>
                            <a:cubicBezTo>
                              <a:pt x="728942" y="-10969"/>
                              <a:pt x="635566" y="-5906"/>
                              <a:pt x="566167" y="42644"/>
                            </a:cubicBezTo>
                            <a:cubicBezTo>
                              <a:pt x="466387" y="112490"/>
                              <a:pt x="476365" y="232225"/>
                              <a:pt x="536233" y="322102"/>
                            </a:cubicBezTo>
                            <a:cubicBezTo>
                              <a:pt x="655969" y="491728"/>
                              <a:pt x="406519" y="641472"/>
                              <a:pt x="316718" y="761208"/>
                            </a:cubicBezTo>
                            <a:cubicBezTo>
                              <a:pt x="256850" y="711318"/>
                              <a:pt x="187004" y="661428"/>
                              <a:pt x="107180" y="691362"/>
                            </a:cubicBezTo>
                            <a:cubicBezTo>
                              <a:pt x="17378" y="721295"/>
                              <a:pt x="-42490" y="860987"/>
                              <a:pt x="37334" y="920929"/>
                            </a:cubicBezTo>
                            <a:cubicBezTo>
                              <a:pt x="198396" y="1037538"/>
                              <a:pt x="192514" y="1166582"/>
                              <a:pt x="126391" y="1285573"/>
                            </a:cubicBezTo>
                            <a:cubicBezTo>
                              <a:pt x="365267" y="979234"/>
                              <a:pt x="604143" y="672076"/>
                              <a:pt x="813531" y="344887"/>
                            </a:cubicBezTo>
                            <a:cubicBezTo>
                              <a:pt x="867517" y="260447"/>
                              <a:pt x="919641" y="149051"/>
                              <a:pt x="862900" y="66397"/>
                            </a:cubicBezTo>
                            <a:cubicBezTo>
                              <a:pt x="848306" y="45175"/>
                              <a:pt x="828573" y="29464"/>
                              <a:pt x="806309" y="17178"/>
                            </a:cubicBezTo>
                            <a:close/>
                          </a:path>
                        </a:pathLst>
                      </a:custGeom>
                      <a:solidFill>
                        <a:srgbClr val="005361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39" name="AutoShape 239"/>
                      <p:cNvSpPr/>
                      <p:nvPr/>
                    </p:nvSpPr>
                    <p:spPr>
                      <a:xfrm>
                        <a:off x="5367312" y="3432238"/>
                        <a:ext cx="830974" cy="11163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30974" h="1116379">
                            <a:moveTo>
                              <a:pt x="132293" y="894928"/>
                            </a:moveTo>
                            <a:cubicBezTo>
                              <a:pt x="331852" y="595514"/>
                              <a:pt x="561420" y="326109"/>
                              <a:pt x="800967" y="36673"/>
                            </a:cubicBezTo>
                            <a:cubicBezTo>
                              <a:pt x="810498" y="27142"/>
                              <a:pt x="820103" y="13515"/>
                              <a:pt x="830975" y="38"/>
                            </a:cubicBezTo>
                            <a:cubicBezTo>
                              <a:pt x="788233" y="-558"/>
                              <a:pt x="746460" y="5846"/>
                              <a:pt x="707590" y="24461"/>
                            </a:cubicBezTo>
                            <a:cubicBezTo>
                              <a:pt x="639085" y="57225"/>
                              <a:pt x="592248" y="121858"/>
                              <a:pt x="548464" y="183886"/>
                            </a:cubicBezTo>
                            <a:cubicBezTo>
                              <a:pt x="380923" y="420974"/>
                              <a:pt x="213383" y="658138"/>
                              <a:pt x="45842" y="895226"/>
                            </a:cubicBezTo>
                            <a:cubicBezTo>
                              <a:pt x="20078" y="931713"/>
                              <a:pt x="-7101" y="973933"/>
                              <a:pt x="1686" y="1017717"/>
                            </a:cubicBezTo>
                            <a:cubicBezTo>
                              <a:pt x="9951" y="1059118"/>
                              <a:pt x="47480" y="1087265"/>
                              <a:pt x="82254" y="1111242"/>
                            </a:cubicBezTo>
                            <a:cubicBezTo>
                              <a:pt x="84711" y="1112955"/>
                              <a:pt x="87243" y="1114667"/>
                              <a:pt x="89700" y="1116380"/>
                            </a:cubicBezTo>
                            <a:cubicBezTo>
                              <a:pt x="107869" y="1047204"/>
                              <a:pt x="141526" y="981528"/>
                              <a:pt x="192235" y="924863"/>
                            </a:cubicBezTo>
                            <a:cubicBezTo>
                              <a:pt x="185534" y="904907"/>
                              <a:pt x="152249" y="904907"/>
                              <a:pt x="132293" y="894928"/>
                            </a:cubicBezTo>
                            <a:close/>
                          </a:path>
                        </a:pathLst>
                      </a:custGeom>
                      <a:solidFill>
                        <a:srgbClr val="BBC6E2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sp>
                  <p:nvSpPr>
                    <p:cNvPr id="240" name="AutoShape 240"/>
                    <p:cNvSpPr/>
                    <p:nvPr/>
                  </p:nvSpPr>
                  <p:spPr>
                    <a:xfrm>
                      <a:off x="5392344" y="4384110"/>
                      <a:ext cx="439814" cy="3233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9814" h="323324">
                          <a:moveTo>
                            <a:pt x="414939" y="318348"/>
                          </a:moveTo>
                          <a:cubicBezTo>
                            <a:pt x="433778" y="307848"/>
                            <a:pt x="439661" y="283425"/>
                            <a:pt x="439810" y="261831"/>
                          </a:cubicBezTo>
                          <a:cubicBezTo>
                            <a:pt x="440406" y="183347"/>
                            <a:pt x="389697" y="110895"/>
                            <a:pt x="323723" y="68452"/>
                          </a:cubicBezTo>
                          <a:cubicBezTo>
                            <a:pt x="257749" y="25933"/>
                            <a:pt x="178446" y="9328"/>
                            <a:pt x="100335" y="1658"/>
                          </a:cubicBezTo>
                          <a:cubicBezTo>
                            <a:pt x="78592" y="-501"/>
                            <a:pt x="55955" y="-1841"/>
                            <a:pt x="35627" y="6126"/>
                          </a:cubicBezTo>
                          <a:cubicBezTo>
                            <a:pt x="15299" y="14094"/>
                            <a:pt x="-1976" y="34050"/>
                            <a:pt x="183" y="55793"/>
                          </a:cubicBezTo>
                          <a:cubicBezTo>
                            <a:pt x="2491" y="78429"/>
                            <a:pt x="23415" y="93843"/>
                            <a:pt x="42403" y="106353"/>
                          </a:cubicBezTo>
                          <a:cubicBezTo>
                            <a:pt x="141811" y="171507"/>
                            <a:pt x="241218" y="236588"/>
                            <a:pt x="340700" y="301742"/>
                          </a:cubicBezTo>
                          <a:cubicBezTo>
                            <a:pt x="363039" y="316337"/>
                            <a:pt x="391558" y="331379"/>
                            <a:pt x="414939" y="318348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41" name="AutoShape 241"/>
                    <p:cNvSpPr/>
                    <p:nvPr/>
                  </p:nvSpPr>
                  <p:spPr>
                    <a:xfrm>
                      <a:off x="5405037" y="4433866"/>
                      <a:ext cx="334113" cy="31431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34113" h="314312">
                          <a:moveTo>
                            <a:pt x="0" y="180206"/>
                          </a:moveTo>
                          <a:cubicBezTo>
                            <a:pt x="25541" y="125327"/>
                            <a:pt x="51007" y="70373"/>
                            <a:pt x="76547" y="15494"/>
                          </a:cubicBezTo>
                          <a:cubicBezTo>
                            <a:pt x="125842" y="-6025"/>
                            <a:pt x="184444" y="-5057"/>
                            <a:pt x="233068" y="17951"/>
                          </a:cubicBezTo>
                          <a:cubicBezTo>
                            <a:pt x="281692" y="40960"/>
                            <a:pt x="319519" y="85713"/>
                            <a:pt x="334113" y="137538"/>
                          </a:cubicBezTo>
                          <a:cubicBezTo>
                            <a:pt x="307158" y="193087"/>
                            <a:pt x="289436" y="253030"/>
                            <a:pt x="281915" y="314312"/>
                          </a:cubicBezTo>
                          <a:cubicBezTo>
                            <a:pt x="210729" y="256231"/>
                            <a:pt x="91887" y="182514"/>
                            <a:pt x="0" y="180206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grpSp>
                  <p:nvGrpSpPr>
                    <p:cNvPr id="242" name="Group 242"/>
                    <p:cNvGrpSpPr/>
                    <p:nvPr/>
                  </p:nvGrpSpPr>
                  <p:grpSpPr>
                    <a:xfrm>
                      <a:off x="6226262" y="3535332"/>
                      <a:ext cx="263317" cy="285712"/>
                      <a:chOff x="6226262" y="3535332"/>
                      <a:chExt cx="263317" cy="285712"/>
                    </a:xfrm>
                  </p:grpSpPr>
                  <p:sp>
                    <p:nvSpPr>
                      <p:cNvPr id="243" name="AutoShape 243"/>
                      <p:cNvSpPr/>
                      <p:nvPr/>
                    </p:nvSpPr>
                    <p:spPr>
                      <a:xfrm>
                        <a:off x="6226262" y="3535332"/>
                        <a:ext cx="263317" cy="28571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63317" h="285712">
                            <a:moveTo>
                              <a:pt x="106950" y="285713"/>
                            </a:moveTo>
                            <a:cubicBezTo>
                              <a:pt x="106950" y="285713"/>
                              <a:pt x="106950" y="285713"/>
                              <a:pt x="106950" y="285713"/>
                            </a:cubicBezTo>
                            <a:cubicBezTo>
                              <a:pt x="80367" y="285713"/>
                              <a:pt x="56762" y="277894"/>
                              <a:pt x="38594" y="263002"/>
                            </a:cubicBezTo>
                            <a:cubicBezTo>
                              <a:pt x="-6754" y="225845"/>
                              <a:pt x="-5637" y="158903"/>
                              <a:pt x="9106" y="112885"/>
                            </a:cubicBezTo>
                            <a:cubicBezTo>
                              <a:pt x="27126" y="56815"/>
                              <a:pt x="64432" y="16009"/>
                              <a:pt x="108961" y="3723"/>
                            </a:cubicBezTo>
                            <a:cubicBezTo>
                              <a:pt x="117896" y="1266"/>
                              <a:pt x="127204" y="0"/>
                              <a:pt x="136586" y="0"/>
                            </a:cubicBezTo>
                            <a:cubicBezTo>
                              <a:pt x="195486" y="0"/>
                              <a:pt x="251556" y="48103"/>
                              <a:pt x="261534" y="107301"/>
                            </a:cubicBezTo>
                            <a:cubicBezTo>
                              <a:pt x="272480" y="172083"/>
                              <a:pt x="232047" y="243046"/>
                              <a:pt x="167563" y="272310"/>
                            </a:cubicBezTo>
                            <a:cubicBezTo>
                              <a:pt x="148351" y="281022"/>
                              <a:pt x="127353" y="285713"/>
                              <a:pt x="106950" y="285713"/>
                            </a:cubicBezTo>
                            <a:close/>
                            <a:moveTo>
                              <a:pt x="136735" y="19956"/>
                            </a:moveTo>
                            <a:cubicBezTo>
                              <a:pt x="129140" y="19956"/>
                              <a:pt x="121619" y="20998"/>
                              <a:pt x="114396" y="22934"/>
                            </a:cubicBezTo>
                            <a:cubicBezTo>
                              <a:pt x="76346" y="33434"/>
                              <a:pt x="44178" y="69325"/>
                              <a:pt x="28169" y="118917"/>
                            </a:cubicBezTo>
                            <a:cubicBezTo>
                              <a:pt x="15287" y="158978"/>
                              <a:pt x="13649" y="216686"/>
                              <a:pt x="51252" y="247513"/>
                            </a:cubicBezTo>
                            <a:cubicBezTo>
                              <a:pt x="65772" y="259427"/>
                              <a:pt x="85058" y="265682"/>
                              <a:pt x="106950" y="265682"/>
                            </a:cubicBezTo>
                            <a:lnTo>
                              <a:pt x="106950" y="265682"/>
                            </a:lnTo>
                            <a:cubicBezTo>
                              <a:pt x="124523" y="265682"/>
                              <a:pt x="142692" y="261661"/>
                              <a:pt x="159446" y="254066"/>
                            </a:cubicBezTo>
                            <a:cubicBezTo>
                              <a:pt x="215963" y="228377"/>
                              <a:pt x="251482" y="166722"/>
                              <a:pt x="242025" y="110577"/>
                            </a:cubicBezTo>
                            <a:cubicBezTo>
                              <a:pt x="233760" y="61432"/>
                              <a:pt x="185508" y="19956"/>
                              <a:pt x="136735" y="19956"/>
                            </a:cubicBezTo>
                            <a:close/>
                          </a:path>
                        </a:pathLst>
                      </a:custGeom>
                      <a:solidFill>
                        <a:srgbClr val="E0DBD5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44" name="AutoShape 244"/>
                      <p:cNvSpPr/>
                      <p:nvPr/>
                    </p:nvSpPr>
                    <p:spPr>
                      <a:xfrm>
                        <a:off x="6279229" y="3586443"/>
                        <a:ext cx="138059" cy="18392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38059" h="183929">
                            <a:moveTo>
                              <a:pt x="8041" y="76220"/>
                            </a:moveTo>
                            <a:cubicBezTo>
                              <a:pt x="-1714" y="107420"/>
                              <a:pt x="-6405" y="145768"/>
                              <a:pt x="16678" y="168925"/>
                            </a:cubicBezTo>
                            <a:cubicBezTo>
                              <a:pt x="37230" y="189477"/>
                              <a:pt x="73344" y="187839"/>
                              <a:pt x="96725" y="170564"/>
                            </a:cubicBezTo>
                            <a:cubicBezTo>
                              <a:pt x="120107" y="153288"/>
                              <a:pt x="132319" y="124322"/>
                              <a:pt x="136786" y="95580"/>
                            </a:cubicBezTo>
                            <a:cubicBezTo>
                              <a:pt x="142818" y="56413"/>
                              <a:pt x="127553" y="6374"/>
                              <a:pt x="88311" y="566"/>
                            </a:cubicBezTo>
                            <a:cubicBezTo>
                              <a:pt x="48623" y="-5466"/>
                              <a:pt x="20104" y="37872"/>
                              <a:pt x="8041" y="76220"/>
                            </a:cubicBezTo>
                            <a:close/>
                          </a:path>
                        </a:pathLst>
                      </a:custGeom>
                      <a:solidFill>
                        <a:srgbClr val="002033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grpSp>
                  <p:nvGrpSpPr>
                    <p:cNvPr id="245" name="Group 245"/>
                    <p:cNvGrpSpPr/>
                    <p:nvPr/>
                  </p:nvGrpSpPr>
                  <p:grpSpPr>
                    <a:xfrm>
                      <a:off x="5729301" y="4205569"/>
                      <a:ext cx="238603" cy="276107"/>
                      <a:chOff x="5729301" y="4205569"/>
                      <a:chExt cx="238603" cy="276107"/>
                    </a:xfrm>
                  </p:grpSpPr>
                  <p:sp>
                    <p:nvSpPr>
                      <p:cNvPr id="246" name="AutoShape 246"/>
                      <p:cNvSpPr/>
                      <p:nvPr/>
                    </p:nvSpPr>
                    <p:spPr>
                      <a:xfrm>
                        <a:off x="5729301" y="4205569"/>
                        <a:ext cx="238603" cy="27610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38603" h="276107">
                            <a:moveTo>
                              <a:pt x="113724" y="276107"/>
                            </a:moveTo>
                            <a:cubicBezTo>
                              <a:pt x="113724" y="276107"/>
                              <a:pt x="113724" y="276107"/>
                              <a:pt x="113724" y="276107"/>
                            </a:cubicBezTo>
                            <a:cubicBezTo>
                              <a:pt x="95257" y="276107"/>
                              <a:pt x="77535" y="271640"/>
                              <a:pt x="62271" y="263076"/>
                            </a:cubicBezTo>
                            <a:cubicBezTo>
                              <a:pt x="6275" y="231727"/>
                              <a:pt x="-9065" y="156669"/>
                              <a:pt x="4786" y="98737"/>
                            </a:cubicBezTo>
                            <a:cubicBezTo>
                              <a:pt x="15582" y="53390"/>
                              <a:pt x="40825" y="19733"/>
                              <a:pt x="73961" y="6404"/>
                            </a:cubicBezTo>
                            <a:cubicBezTo>
                              <a:pt x="84535" y="2160"/>
                              <a:pt x="95853" y="0"/>
                              <a:pt x="107693" y="0"/>
                            </a:cubicBezTo>
                            <a:cubicBezTo>
                              <a:pt x="142020" y="0"/>
                              <a:pt x="178655" y="18616"/>
                              <a:pt x="203377" y="48475"/>
                            </a:cubicBezTo>
                            <a:cubicBezTo>
                              <a:pt x="242768" y="96206"/>
                              <a:pt x="249991" y="166647"/>
                              <a:pt x="220652" y="216165"/>
                            </a:cubicBezTo>
                            <a:cubicBezTo>
                              <a:pt x="199058" y="252577"/>
                              <a:pt x="157061" y="276107"/>
                              <a:pt x="113724" y="276107"/>
                            </a:cubicBezTo>
                            <a:close/>
                            <a:moveTo>
                              <a:pt x="107618" y="19956"/>
                            </a:moveTo>
                            <a:cubicBezTo>
                              <a:pt x="98385" y="19956"/>
                              <a:pt x="89524" y="21594"/>
                              <a:pt x="81333" y="24945"/>
                            </a:cubicBezTo>
                            <a:cubicBezTo>
                              <a:pt x="42910" y="40359"/>
                              <a:pt x="28539" y="84962"/>
                              <a:pt x="24146" y="103354"/>
                            </a:cubicBezTo>
                            <a:cubicBezTo>
                              <a:pt x="12083" y="153988"/>
                              <a:pt x="24667" y="219143"/>
                              <a:pt x="72025" y="245652"/>
                            </a:cubicBezTo>
                            <a:cubicBezTo>
                              <a:pt x="84460" y="252577"/>
                              <a:pt x="98459" y="256151"/>
                              <a:pt x="113724" y="256151"/>
                            </a:cubicBezTo>
                            <a:cubicBezTo>
                              <a:pt x="113724" y="256151"/>
                              <a:pt x="113724" y="256151"/>
                              <a:pt x="113724" y="256151"/>
                            </a:cubicBezTo>
                            <a:cubicBezTo>
                              <a:pt x="149615" y="256151"/>
                              <a:pt x="185655" y="235972"/>
                              <a:pt x="203452" y="206038"/>
                            </a:cubicBezTo>
                            <a:cubicBezTo>
                              <a:pt x="228620" y="163594"/>
                              <a:pt x="222142" y="102684"/>
                              <a:pt x="187963" y="61283"/>
                            </a:cubicBezTo>
                            <a:cubicBezTo>
                              <a:pt x="166965" y="35816"/>
                              <a:pt x="136212" y="19956"/>
                              <a:pt x="107618" y="19956"/>
                            </a:cubicBezTo>
                            <a:close/>
                          </a:path>
                        </a:pathLst>
                      </a:custGeom>
                      <a:solidFill>
                        <a:srgbClr val="E0DBD5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47" name="AutoShape 247"/>
                      <p:cNvSpPr/>
                      <p:nvPr/>
                    </p:nvSpPr>
                    <p:spPr>
                      <a:xfrm>
                        <a:off x="5783047" y="4271077"/>
                        <a:ext cx="125305" cy="15179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25305" h="151793">
                            <a:moveTo>
                              <a:pt x="125133" y="67855"/>
                            </a:moveTo>
                            <a:cubicBezTo>
                              <a:pt x="123570" y="42984"/>
                              <a:pt x="111135" y="17742"/>
                              <a:pt x="89094" y="6125"/>
                            </a:cubicBezTo>
                            <a:cubicBezTo>
                              <a:pt x="65489" y="-6235"/>
                              <a:pt x="33470" y="690"/>
                              <a:pt x="17163" y="21688"/>
                            </a:cubicBezTo>
                            <a:cubicBezTo>
                              <a:pt x="5770" y="36357"/>
                              <a:pt x="2121" y="55643"/>
                              <a:pt x="632" y="74184"/>
                            </a:cubicBezTo>
                            <a:cubicBezTo>
                              <a:pt x="-857" y="92279"/>
                              <a:pt x="-336" y="111490"/>
                              <a:pt x="9121" y="126978"/>
                            </a:cubicBezTo>
                            <a:cubicBezTo>
                              <a:pt x="24609" y="152370"/>
                              <a:pt x="62138" y="158774"/>
                              <a:pt x="87902" y="143881"/>
                            </a:cubicBezTo>
                            <a:cubicBezTo>
                              <a:pt x="113666" y="129063"/>
                              <a:pt x="126995" y="97566"/>
                              <a:pt x="125133" y="67855"/>
                            </a:cubicBezTo>
                            <a:close/>
                          </a:path>
                        </a:pathLst>
                      </a:custGeom>
                      <a:solidFill>
                        <a:srgbClr val="002033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</p:grpSp>
              <p:grpSp>
                <p:nvGrpSpPr>
                  <p:cNvPr id="248" name="Group 248"/>
                  <p:cNvGrpSpPr/>
                  <p:nvPr/>
                </p:nvGrpSpPr>
                <p:grpSpPr>
                  <a:xfrm>
                    <a:off x="5171643" y="4551768"/>
                    <a:ext cx="622162" cy="1490494"/>
                    <a:chOff x="5171643" y="4551768"/>
                    <a:chExt cx="622162" cy="1490494"/>
                  </a:xfrm>
                </p:grpSpPr>
                <p:grpSp>
                  <p:nvGrpSpPr>
                    <p:cNvPr id="249" name="Group 249"/>
                    <p:cNvGrpSpPr/>
                    <p:nvPr/>
                  </p:nvGrpSpPr>
                  <p:grpSpPr>
                    <a:xfrm>
                      <a:off x="5220891" y="4551768"/>
                      <a:ext cx="572914" cy="765963"/>
                      <a:chOff x="5220891" y="4551768"/>
                      <a:chExt cx="572914" cy="765963"/>
                    </a:xfrm>
                  </p:grpSpPr>
                  <p:sp>
                    <p:nvSpPr>
                      <p:cNvPr id="250" name="AutoShape 250"/>
                      <p:cNvSpPr/>
                      <p:nvPr/>
                    </p:nvSpPr>
                    <p:spPr>
                      <a:xfrm>
                        <a:off x="5220891" y="4551768"/>
                        <a:ext cx="572914" cy="7659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2914" h="765963">
                            <a:moveTo>
                              <a:pt x="85036" y="36092"/>
                            </a:moveTo>
                            <a:cubicBezTo>
                              <a:pt x="43263" y="234609"/>
                              <a:pt x="14744" y="435956"/>
                              <a:pt x="0" y="638271"/>
                            </a:cubicBezTo>
                            <a:cubicBezTo>
                              <a:pt x="141181" y="787717"/>
                              <a:pt x="311477" y="792706"/>
                              <a:pt x="497186" y="721296"/>
                            </a:cubicBezTo>
                            <a:cubicBezTo>
                              <a:pt x="509696" y="716456"/>
                              <a:pt x="526004" y="725020"/>
                              <a:pt x="535386" y="715488"/>
                            </a:cubicBezTo>
                            <a:cubicBezTo>
                              <a:pt x="542460" y="708265"/>
                              <a:pt x="543428" y="697245"/>
                              <a:pt x="543949" y="687192"/>
                            </a:cubicBezTo>
                            <a:cubicBezTo>
                              <a:pt x="553629" y="515631"/>
                              <a:pt x="563235" y="344069"/>
                              <a:pt x="572915" y="172433"/>
                            </a:cubicBezTo>
                            <a:cubicBezTo>
                              <a:pt x="463380" y="23880"/>
                              <a:pt x="266650" y="-48796"/>
                              <a:pt x="85036" y="36092"/>
                            </a:cubicBezTo>
                            <a:close/>
                          </a:path>
                        </a:pathLst>
                      </a:custGeom>
                      <a:solidFill>
                        <a:srgbClr val="002033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grpSp>
                    <p:nvGrpSpPr>
                      <p:cNvPr id="251" name="Group 251"/>
                      <p:cNvGrpSpPr/>
                      <p:nvPr/>
                    </p:nvGrpSpPr>
                    <p:grpSpPr>
                      <a:xfrm>
                        <a:off x="5242482" y="4551969"/>
                        <a:ext cx="452689" cy="739335"/>
                        <a:chOff x="5242482" y="4551969"/>
                        <a:chExt cx="452689" cy="739335"/>
                      </a:xfrm>
                    </p:grpSpPr>
                    <p:grpSp>
                      <p:nvGrpSpPr>
                        <p:cNvPr id="252" name="Group 252"/>
                        <p:cNvGrpSpPr/>
                        <p:nvPr/>
                      </p:nvGrpSpPr>
                      <p:grpSpPr>
                        <a:xfrm>
                          <a:off x="5265866" y="4551969"/>
                          <a:ext cx="300009" cy="530545"/>
                          <a:chOff x="5265866" y="4551969"/>
                          <a:chExt cx="300009" cy="530545"/>
                        </a:xfrm>
                        <a:solidFill>
                          <a:srgbClr val="809CAA">
                            <a:alpha val="100000"/>
                          </a:srgbClr>
                        </a:solidFill>
                      </p:grpSpPr>
                      <p:sp>
                        <p:nvSpPr>
                          <p:cNvPr id="253" name="AutoShape 253"/>
                          <p:cNvSpPr/>
                          <p:nvPr/>
                        </p:nvSpPr>
                        <p:spPr>
                          <a:xfrm>
                            <a:off x="5265866" y="4551969"/>
                            <a:ext cx="197400" cy="518185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97400" h="518184">
                                <a:moveTo>
                                  <a:pt x="124278" y="506345"/>
                                </a:moveTo>
                                <a:cubicBezTo>
                                  <a:pt x="132767" y="507164"/>
                                  <a:pt x="141330" y="508132"/>
                                  <a:pt x="149893" y="509175"/>
                                </a:cubicBezTo>
                                <a:cubicBezTo>
                                  <a:pt x="161286" y="339996"/>
                                  <a:pt x="177817" y="171115"/>
                                  <a:pt x="197400" y="0"/>
                                </a:cubicBezTo>
                                <a:cubicBezTo>
                                  <a:pt x="151904" y="372"/>
                                  <a:pt x="105439" y="9010"/>
                                  <a:pt x="59793" y="27402"/>
                                </a:cubicBezTo>
                                <a:lnTo>
                                  <a:pt x="0" y="518185"/>
                                </a:lnTo>
                                <a:cubicBezTo>
                                  <a:pt x="38423" y="502994"/>
                                  <a:pt x="84068" y="502473"/>
                                  <a:pt x="124278" y="506345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809CAA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254" name="AutoShape 254"/>
                          <p:cNvSpPr/>
                          <p:nvPr/>
                        </p:nvSpPr>
                        <p:spPr>
                          <a:xfrm>
                            <a:off x="5449863" y="4555618"/>
                            <a:ext cx="116012" cy="526897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16012" h="526897">
                                <a:moveTo>
                                  <a:pt x="72526" y="526897"/>
                                </a:moveTo>
                                <a:cubicBezTo>
                                  <a:pt x="80941" y="353921"/>
                                  <a:pt x="94493" y="181018"/>
                                  <a:pt x="116013" y="10053"/>
                                </a:cubicBezTo>
                                <a:cubicBezTo>
                                  <a:pt x="100227" y="5734"/>
                                  <a:pt x="84143" y="2308"/>
                                  <a:pt x="67910" y="0"/>
                                </a:cubicBezTo>
                                <a:cubicBezTo>
                                  <a:pt x="55996" y="170147"/>
                                  <a:pt x="23530" y="340368"/>
                                  <a:pt x="0" y="510515"/>
                                </a:cubicBezTo>
                                <a:cubicBezTo>
                                  <a:pt x="24349" y="514685"/>
                                  <a:pt x="48699" y="519972"/>
                                  <a:pt x="72526" y="526897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809CAA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</p:grpSp>
                    <p:sp>
                      <p:nvSpPr>
                        <p:cNvPr id="255" name="AutoShape 255"/>
                        <p:cNvSpPr/>
                        <p:nvPr/>
                      </p:nvSpPr>
                      <p:spPr>
                        <a:xfrm>
                          <a:off x="5242482" y="5115578"/>
                          <a:ext cx="452689" cy="17572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52688" h="175726">
                              <a:moveTo>
                                <a:pt x="407314" y="158454"/>
                              </a:moveTo>
                              <a:cubicBezTo>
                                <a:pt x="424366" y="153539"/>
                                <a:pt x="442907" y="146093"/>
                                <a:pt x="449981" y="129860"/>
                              </a:cubicBezTo>
                              <a:cubicBezTo>
                                <a:pt x="456533" y="114819"/>
                                <a:pt x="450502" y="96650"/>
                                <a:pt x="439333" y="84587"/>
                              </a:cubicBezTo>
                              <a:cubicBezTo>
                                <a:pt x="428238" y="72524"/>
                                <a:pt x="412898" y="65376"/>
                                <a:pt x="397783" y="58972"/>
                              </a:cubicBezTo>
                              <a:cubicBezTo>
                                <a:pt x="293386" y="14593"/>
                                <a:pt x="178565" y="-9459"/>
                                <a:pt x="65828" y="3497"/>
                              </a:cubicBezTo>
                              <a:cubicBezTo>
                                <a:pt x="40139" y="6476"/>
                                <a:pt x="10131" y="15039"/>
                                <a:pt x="1940" y="39612"/>
                              </a:cubicBezTo>
                              <a:cubicBezTo>
                                <a:pt x="-7666" y="68578"/>
                                <a:pt x="20183" y="95756"/>
                                <a:pt x="46394" y="111394"/>
                              </a:cubicBezTo>
                              <a:cubicBezTo>
                                <a:pt x="153545" y="175357"/>
                                <a:pt x="287354" y="192781"/>
                                <a:pt x="407314" y="15845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7888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56" name="AutoShape 256"/>
                        <p:cNvSpPr/>
                        <p:nvPr/>
                      </p:nvSpPr>
                      <p:spPr>
                        <a:xfrm>
                          <a:off x="5295667" y="5133623"/>
                          <a:ext cx="342933" cy="13304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42933" h="133045">
                              <a:moveTo>
                                <a:pt x="308558" y="119932"/>
                              </a:moveTo>
                              <a:cubicBezTo>
                                <a:pt x="321440" y="116209"/>
                                <a:pt x="335513" y="110550"/>
                                <a:pt x="340874" y="98264"/>
                              </a:cubicBezTo>
                              <a:cubicBezTo>
                                <a:pt x="345863" y="86871"/>
                                <a:pt x="341247" y="73095"/>
                                <a:pt x="332832" y="64011"/>
                              </a:cubicBezTo>
                              <a:cubicBezTo>
                                <a:pt x="324418" y="54926"/>
                                <a:pt x="312802" y="49491"/>
                                <a:pt x="301335" y="44650"/>
                              </a:cubicBezTo>
                              <a:cubicBezTo>
                                <a:pt x="222256" y="11068"/>
                                <a:pt x="135283" y="-7175"/>
                                <a:pt x="49875" y="2654"/>
                              </a:cubicBezTo>
                              <a:cubicBezTo>
                                <a:pt x="30366" y="4888"/>
                                <a:pt x="7655" y="11366"/>
                                <a:pt x="1474" y="29982"/>
                              </a:cubicBezTo>
                              <a:cubicBezTo>
                                <a:pt x="-5823" y="51948"/>
                                <a:pt x="15324" y="72499"/>
                                <a:pt x="35206" y="84339"/>
                              </a:cubicBezTo>
                              <a:cubicBezTo>
                                <a:pt x="116370" y="132740"/>
                                <a:pt x="217713" y="145994"/>
                                <a:pt x="308558" y="11993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</p:grpSp>
                <p:grpSp>
                  <p:nvGrpSpPr>
                    <p:cNvPr id="257" name="Group 257"/>
                    <p:cNvGrpSpPr/>
                    <p:nvPr/>
                  </p:nvGrpSpPr>
                  <p:grpSpPr>
                    <a:xfrm>
                      <a:off x="5171643" y="5149821"/>
                      <a:ext cx="547206" cy="892441"/>
                      <a:chOff x="5171643" y="5149821"/>
                      <a:chExt cx="547206" cy="892441"/>
                    </a:xfrm>
                  </p:grpSpPr>
                  <p:grpSp>
                    <p:nvGrpSpPr>
                      <p:cNvPr id="258" name="Group 258"/>
                      <p:cNvGrpSpPr/>
                      <p:nvPr/>
                    </p:nvGrpSpPr>
                    <p:grpSpPr>
                      <a:xfrm>
                        <a:off x="5171643" y="5149821"/>
                        <a:ext cx="260572" cy="892441"/>
                        <a:chOff x="5171643" y="5149821"/>
                        <a:chExt cx="260572" cy="892441"/>
                      </a:xfrm>
                    </p:grpSpPr>
                    <p:sp>
                      <p:nvSpPr>
                        <p:cNvPr id="259" name="AutoShape 259"/>
                        <p:cNvSpPr/>
                        <p:nvPr/>
                      </p:nvSpPr>
                      <p:spPr>
                        <a:xfrm>
                          <a:off x="5171643" y="5149821"/>
                          <a:ext cx="260572" cy="89244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60572" h="892441">
                              <a:moveTo>
                                <a:pt x="143145" y="892441"/>
                              </a:moveTo>
                              <a:cubicBezTo>
                                <a:pt x="152304" y="890356"/>
                                <a:pt x="161388" y="888271"/>
                                <a:pt x="170547" y="886186"/>
                              </a:cubicBezTo>
                              <a:cubicBezTo>
                                <a:pt x="168388" y="749771"/>
                                <a:pt x="166228" y="613281"/>
                                <a:pt x="164143" y="476866"/>
                              </a:cubicBezTo>
                              <a:cubicBezTo>
                                <a:pt x="163622" y="444921"/>
                                <a:pt x="163324" y="411860"/>
                                <a:pt x="175983" y="382522"/>
                              </a:cubicBezTo>
                              <a:cubicBezTo>
                                <a:pt x="188642" y="353184"/>
                                <a:pt x="217905" y="328462"/>
                                <a:pt x="249701" y="331664"/>
                              </a:cubicBezTo>
                              <a:cubicBezTo>
                                <a:pt x="253350" y="221906"/>
                                <a:pt x="256924" y="112148"/>
                                <a:pt x="260572" y="2390"/>
                              </a:cubicBezTo>
                              <a:cubicBezTo>
                                <a:pt x="219171" y="-6843"/>
                                <a:pt x="175536" y="11698"/>
                                <a:pt x="144262" y="40367"/>
                              </a:cubicBezTo>
                              <a:cubicBezTo>
                                <a:pt x="112988" y="69034"/>
                                <a:pt x="91840" y="106712"/>
                                <a:pt x="71140" y="143795"/>
                              </a:cubicBezTo>
                              <a:cubicBezTo>
                                <a:pt x="38823" y="201727"/>
                                <a:pt x="5762" y="262041"/>
                                <a:pt x="698" y="328239"/>
                              </a:cubicBezTo>
                              <a:cubicBezTo>
                                <a:pt x="-2206" y="366512"/>
                                <a:pt x="4421" y="404786"/>
                                <a:pt x="11868" y="442390"/>
                              </a:cubicBezTo>
                              <a:cubicBezTo>
                                <a:pt x="42174" y="595857"/>
                                <a:pt x="86181" y="746718"/>
                                <a:pt x="143145" y="892441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5361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60" name="AutoShape 260"/>
                        <p:cNvSpPr/>
                        <p:nvPr/>
                      </p:nvSpPr>
                      <p:spPr>
                        <a:xfrm>
                          <a:off x="5345244" y="5185182"/>
                          <a:ext cx="48172" cy="4843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8172" h="48431">
                              <a:moveTo>
                                <a:pt x="0" y="23845"/>
                              </a:moveTo>
                              <a:cubicBezTo>
                                <a:pt x="0" y="39333"/>
                                <a:pt x="17499" y="52140"/>
                                <a:pt x="32317" y="47449"/>
                              </a:cubicBezTo>
                              <a:cubicBezTo>
                                <a:pt x="49592" y="41865"/>
                                <a:pt x="53985" y="14612"/>
                                <a:pt x="39316" y="3963"/>
                              </a:cubicBezTo>
                              <a:cubicBezTo>
                                <a:pt x="24647" y="-6759"/>
                                <a:pt x="0" y="5750"/>
                                <a:pt x="0" y="2384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09CAA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61" name="AutoShape 261"/>
                        <p:cNvSpPr/>
                        <p:nvPr/>
                      </p:nvSpPr>
                      <p:spPr>
                        <a:xfrm>
                          <a:off x="5241814" y="5345325"/>
                          <a:ext cx="131081" cy="13079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31081" h="130797">
                              <a:moveTo>
                                <a:pt x="69698" y="130798"/>
                              </a:moveTo>
                              <a:lnTo>
                                <a:pt x="69698" y="130798"/>
                              </a:lnTo>
                              <a:lnTo>
                                <a:pt x="68059" y="130798"/>
                              </a:lnTo>
                              <a:cubicBezTo>
                                <a:pt x="32020" y="129905"/>
                                <a:pt x="224" y="98407"/>
                                <a:pt x="1" y="63484"/>
                              </a:cubicBezTo>
                              <a:cubicBezTo>
                                <a:pt x="-74" y="47549"/>
                                <a:pt x="6851" y="31391"/>
                                <a:pt x="19063" y="19105"/>
                              </a:cubicBezTo>
                              <a:cubicBezTo>
                                <a:pt x="33137" y="4882"/>
                                <a:pt x="52571" y="-2117"/>
                                <a:pt x="70517" y="563"/>
                              </a:cubicBezTo>
                              <a:cubicBezTo>
                                <a:pt x="87569" y="3095"/>
                                <a:pt x="104099" y="13520"/>
                                <a:pt x="115864" y="29083"/>
                              </a:cubicBezTo>
                              <a:cubicBezTo>
                                <a:pt x="132395" y="51049"/>
                                <a:pt x="135820" y="79792"/>
                                <a:pt x="124353" y="100567"/>
                              </a:cubicBezTo>
                              <a:cubicBezTo>
                                <a:pt x="114152" y="118959"/>
                                <a:pt x="92781" y="130798"/>
                                <a:pt x="69698" y="130798"/>
                              </a:cubicBezTo>
                              <a:close/>
                              <a:moveTo>
                                <a:pt x="62698" y="14860"/>
                              </a:moveTo>
                              <a:cubicBezTo>
                                <a:pt x="51007" y="14860"/>
                                <a:pt x="38945" y="20222"/>
                                <a:pt x="29637" y="29604"/>
                              </a:cubicBezTo>
                              <a:cubicBezTo>
                                <a:pt x="20254" y="39060"/>
                                <a:pt x="14893" y="51421"/>
                                <a:pt x="14968" y="63410"/>
                              </a:cubicBezTo>
                              <a:cubicBezTo>
                                <a:pt x="15116" y="90216"/>
                                <a:pt x="40657" y="115236"/>
                                <a:pt x="68506" y="115980"/>
                              </a:cubicBezTo>
                              <a:lnTo>
                                <a:pt x="69772" y="115980"/>
                              </a:lnTo>
                              <a:cubicBezTo>
                                <a:pt x="87494" y="115980"/>
                                <a:pt x="103801" y="107119"/>
                                <a:pt x="111322" y="93493"/>
                              </a:cubicBezTo>
                              <a:cubicBezTo>
                                <a:pt x="121375" y="75324"/>
                                <a:pt x="114896" y="52613"/>
                                <a:pt x="103950" y="38167"/>
                              </a:cubicBezTo>
                              <a:cubicBezTo>
                                <a:pt x="94568" y="25657"/>
                                <a:pt x="81537" y="17392"/>
                                <a:pt x="68357" y="15381"/>
                              </a:cubicBezTo>
                              <a:cubicBezTo>
                                <a:pt x="66496" y="15009"/>
                                <a:pt x="64560" y="14860"/>
                                <a:pt x="62698" y="1486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09CAA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  <p:grpSp>
                    <p:nvGrpSpPr>
                      <p:cNvPr id="262" name="Group 262"/>
                      <p:cNvGrpSpPr/>
                      <p:nvPr/>
                    </p:nvGrpSpPr>
                    <p:grpSpPr>
                      <a:xfrm>
                        <a:off x="5458278" y="5149821"/>
                        <a:ext cx="260572" cy="892441"/>
                        <a:chOff x="5458278" y="5149821"/>
                        <a:chExt cx="260572" cy="892441"/>
                      </a:xfrm>
                    </p:grpSpPr>
                    <p:sp>
                      <p:nvSpPr>
                        <p:cNvPr id="263" name="AutoShape 263"/>
                        <p:cNvSpPr/>
                        <p:nvPr/>
                      </p:nvSpPr>
                      <p:spPr>
                        <a:xfrm>
                          <a:off x="5458278" y="5149821"/>
                          <a:ext cx="260572" cy="89244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60572" h="892441">
                              <a:moveTo>
                                <a:pt x="117427" y="892441"/>
                              </a:moveTo>
                              <a:cubicBezTo>
                                <a:pt x="108269" y="890356"/>
                                <a:pt x="99184" y="888271"/>
                                <a:pt x="90025" y="886186"/>
                              </a:cubicBezTo>
                              <a:cubicBezTo>
                                <a:pt x="92185" y="749771"/>
                                <a:pt x="94344" y="613281"/>
                                <a:pt x="96429" y="476866"/>
                              </a:cubicBezTo>
                              <a:cubicBezTo>
                                <a:pt x="96950" y="444921"/>
                                <a:pt x="97248" y="411860"/>
                                <a:pt x="84589" y="382522"/>
                              </a:cubicBezTo>
                              <a:cubicBezTo>
                                <a:pt x="71931" y="353184"/>
                                <a:pt x="42667" y="328462"/>
                                <a:pt x="10871" y="331664"/>
                              </a:cubicBezTo>
                              <a:cubicBezTo>
                                <a:pt x="7223" y="221906"/>
                                <a:pt x="3649" y="112148"/>
                                <a:pt x="0" y="2390"/>
                              </a:cubicBezTo>
                              <a:cubicBezTo>
                                <a:pt x="41401" y="-6843"/>
                                <a:pt x="85036" y="11698"/>
                                <a:pt x="116310" y="40367"/>
                              </a:cubicBezTo>
                              <a:cubicBezTo>
                                <a:pt x="147585" y="69034"/>
                                <a:pt x="168732" y="106712"/>
                                <a:pt x="189433" y="143795"/>
                              </a:cubicBezTo>
                              <a:cubicBezTo>
                                <a:pt x="221749" y="201727"/>
                                <a:pt x="254811" y="262041"/>
                                <a:pt x="259874" y="328239"/>
                              </a:cubicBezTo>
                              <a:cubicBezTo>
                                <a:pt x="262778" y="366512"/>
                                <a:pt x="256151" y="404786"/>
                                <a:pt x="248705" y="442390"/>
                              </a:cubicBezTo>
                              <a:cubicBezTo>
                                <a:pt x="218399" y="595857"/>
                                <a:pt x="174391" y="746718"/>
                                <a:pt x="117427" y="892441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5361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64" name="AutoShape 264"/>
                        <p:cNvSpPr/>
                        <p:nvPr/>
                      </p:nvSpPr>
                      <p:spPr>
                        <a:xfrm>
                          <a:off x="5499902" y="5190171"/>
                          <a:ext cx="48172" cy="4843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8172" h="48432">
                              <a:moveTo>
                                <a:pt x="0" y="23845"/>
                              </a:moveTo>
                              <a:cubicBezTo>
                                <a:pt x="0" y="39333"/>
                                <a:pt x="17499" y="52141"/>
                                <a:pt x="32317" y="47450"/>
                              </a:cubicBezTo>
                              <a:cubicBezTo>
                                <a:pt x="49592" y="41865"/>
                                <a:pt x="53985" y="14612"/>
                                <a:pt x="39316" y="3963"/>
                              </a:cubicBezTo>
                              <a:cubicBezTo>
                                <a:pt x="24647" y="-6759"/>
                                <a:pt x="75" y="5750"/>
                                <a:pt x="0" y="2384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09CAA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65" name="AutoShape 265"/>
                        <p:cNvSpPr/>
                        <p:nvPr/>
                      </p:nvSpPr>
                      <p:spPr>
                        <a:xfrm>
                          <a:off x="5551110" y="5351027"/>
                          <a:ext cx="118187" cy="11884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18187" h="118841">
                              <a:moveTo>
                                <a:pt x="61454" y="118842"/>
                              </a:moveTo>
                              <a:lnTo>
                                <a:pt x="61454" y="118842"/>
                              </a:lnTo>
                              <a:cubicBezTo>
                                <a:pt x="35839" y="118842"/>
                                <a:pt x="12011" y="103354"/>
                                <a:pt x="3522" y="81164"/>
                              </a:cubicBezTo>
                              <a:cubicBezTo>
                                <a:pt x="-2435" y="65527"/>
                                <a:pt x="-797" y="47358"/>
                                <a:pt x="8139" y="31349"/>
                              </a:cubicBezTo>
                              <a:cubicBezTo>
                                <a:pt x="17075" y="15265"/>
                                <a:pt x="31520" y="4244"/>
                                <a:pt x="47977" y="1043"/>
                              </a:cubicBezTo>
                              <a:cubicBezTo>
                                <a:pt x="51551" y="372"/>
                                <a:pt x="55274" y="0"/>
                                <a:pt x="58997" y="0"/>
                              </a:cubicBezTo>
                              <a:cubicBezTo>
                                <a:pt x="76496" y="0"/>
                                <a:pt x="93622" y="7744"/>
                                <a:pt x="104791" y="20775"/>
                              </a:cubicBezTo>
                              <a:cubicBezTo>
                                <a:pt x="115663" y="33434"/>
                                <a:pt x="120280" y="51081"/>
                                <a:pt x="117301" y="69250"/>
                              </a:cubicBezTo>
                              <a:cubicBezTo>
                                <a:pt x="114323" y="87344"/>
                                <a:pt x="104419" y="102684"/>
                                <a:pt x="90048" y="111247"/>
                              </a:cubicBezTo>
                              <a:cubicBezTo>
                                <a:pt x="81708" y="116236"/>
                                <a:pt x="71804" y="118842"/>
                                <a:pt x="61454" y="118842"/>
                              </a:cubicBezTo>
                              <a:close/>
                              <a:moveTo>
                                <a:pt x="58923" y="14893"/>
                              </a:moveTo>
                              <a:cubicBezTo>
                                <a:pt x="56167" y="14893"/>
                                <a:pt x="53412" y="15190"/>
                                <a:pt x="50732" y="15637"/>
                              </a:cubicBezTo>
                              <a:cubicBezTo>
                                <a:pt x="38669" y="18020"/>
                                <a:pt x="27872" y="26360"/>
                                <a:pt x="21095" y="38497"/>
                              </a:cubicBezTo>
                              <a:cubicBezTo>
                                <a:pt x="14319" y="50709"/>
                                <a:pt x="12979" y="64261"/>
                                <a:pt x="17372" y="75803"/>
                              </a:cubicBezTo>
                              <a:cubicBezTo>
                                <a:pt x="23627" y="92110"/>
                                <a:pt x="42094" y="103875"/>
                                <a:pt x="61380" y="103875"/>
                              </a:cubicBezTo>
                              <a:cubicBezTo>
                                <a:pt x="69049" y="103875"/>
                                <a:pt x="76347" y="101939"/>
                                <a:pt x="82378" y="98365"/>
                              </a:cubicBezTo>
                              <a:cubicBezTo>
                                <a:pt x="92952" y="92036"/>
                                <a:pt x="100324" y="80569"/>
                                <a:pt x="102557" y="66793"/>
                              </a:cubicBezTo>
                              <a:cubicBezTo>
                                <a:pt x="104791" y="53017"/>
                                <a:pt x="101515" y="39763"/>
                                <a:pt x="93473" y="30455"/>
                              </a:cubicBezTo>
                              <a:cubicBezTo>
                                <a:pt x="85133" y="20775"/>
                                <a:pt x="72177" y="14893"/>
                                <a:pt x="58923" y="14893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09CAA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</p:grpSp>
              </p:grpSp>
            </p:grpSp>
          </p:grpSp>
        </p:grpSp>
        <p:grpSp>
          <p:nvGrpSpPr>
            <p:cNvPr id="266" name="Group 266"/>
            <p:cNvGrpSpPr/>
            <p:nvPr/>
          </p:nvGrpSpPr>
          <p:grpSpPr>
            <a:xfrm>
              <a:off x="4411856" y="0"/>
              <a:ext cx="7762421" cy="2864463"/>
              <a:chOff x="4411856" y="0"/>
              <a:chExt cx="7762421" cy="2864463"/>
            </a:xfrm>
          </p:grpSpPr>
          <p:grpSp>
            <p:nvGrpSpPr>
              <p:cNvPr id="267" name="Group 267"/>
              <p:cNvGrpSpPr/>
              <p:nvPr/>
            </p:nvGrpSpPr>
            <p:grpSpPr>
              <a:xfrm>
                <a:off x="4411856" y="71409"/>
                <a:ext cx="7762421" cy="1953599"/>
                <a:chOff x="4411856" y="71409"/>
                <a:chExt cx="7762421" cy="1953599"/>
              </a:xfrm>
              <a:solidFill>
                <a:srgbClr val="002033">
                  <a:alpha val="100000"/>
                </a:srgbClr>
              </a:solidFill>
            </p:grpSpPr>
            <p:grpSp>
              <p:nvGrpSpPr>
                <p:cNvPr id="268" name="Group 268"/>
                <p:cNvGrpSpPr/>
                <p:nvPr/>
              </p:nvGrpSpPr>
              <p:grpSpPr>
                <a:xfrm>
                  <a:off x="4662273" y="207601"/>
                  <a:ext cx="3765543" cy="1817407"/>
                  <a:chOff x="4662273" y="207601"/>
                  <a:chExt cx="3765543" cy="1817407"/>
                </a:xfrm>
                <a:solidFill>
                  <a:srgbClr val="002033">
                    <a:alpha val="100000"/>
                  </a:srgbClr>
                </a:solidFill>
              </p:grpSpPr>
              <p:grpSp>
                <p:nvGrpSpPr>
                  <p:cNvPr id="269" name="Group 269"/>
                  <p:cNvGrpSpPr/>
                  <p:nvPr/>
                </p:nvGrpSpPr>
                <p:grpSpPr>
                  <a:xfrm>
                    <a:off x="6139908" y="338706"/>
                    <a:ext cx="2287908" cy="1686302"/>
                    <a:chOff x="6139908" y="338706"/>
                    <a:chExt cx="2287908" cy="1686302"/>
                  </a:xfrm>
                  <a:solidFill>
                    <a:srgbClr val="002033">
                      <a:alpha val="100000"/>
                    </a:srgbClr>
                  </a:solidFill>
                </p:grpSpPr>
                <p:sp>
                  <p:nvSpPr>
                    <p:cNvPr id="270" name="AutoShape 270"/>
                    <p:cNvSpPr/>
                    <p:nvPr/>
                  </p:nvSpPr>
                  <p:spPr>
                    <a:xfrm>
                      <a:off x="6139908" y="371865"/>
                      <a:ext cx="2241396" cy="132610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41396" h="1326103">
                          <a:moveTo>
                            <a:pt x="404778" y="1326103"/>
                          </a:moveTo>
                          <a:cubicBezTo>
                            <a:pt x="307158" y="1326103"/>
                            <a:pt x="213335" y="1270108"/>
                            <a:pt x="154659" y="1203315"/>
                          </a:cubicBezTo>
                          <a:cubicBezTo>
                            <a:pt x="74909" y="1112619"/>
                            <a:pt x="35146" y="993479"/>
                            <a:pt x="0" y="888264"/>
                          </a:cubicBezTo>
                          <a:lnTo>
                            <a:pt x="14148" y="883573"/>
                          </a:lnTo>
                          <a:cubicBezTo>
                            <a:pt x="48847" y="987373"/>
                            <a:pt x="88164" y="1105099"/>
                            <a:pt x="165903" y="1193486"/>
                          </a:cubicBezTo>
                          <a:cubicBezTo>
                            <a:pt x="236419" y="1273756"/>
                            <a:pt x="359580" y="1337794"/>
                            <a:pt x="475592" y="1300116"/>
                          </a:cubicBezTo>
                          <a:cubicBezTo>
                            <a:pt x="599051" y="1259981"/>
                            <a:pt x="659440" y="1128405"/>
                            <a:pt x="702256" y="1005021"/>
                          </a:cubicBezTo>
                          <a:cubicBezTo>
                            <a:pt x="720574" y="952227"/>
                            <a:pt x="738371" y="897869"/>
                            <a:pt x="755646" y="845224"/>
                          </a:cubicBezTo>
                          <a:cubicBezTo>
                            <a:pt x="836884" y="597339"/>
                            <a:pt x="920804" y="341113"/>
                            <a:pt x="1091249" y="138724"/>
                          </a:cubicBezTo>
                          <a:cubicBezTo>
                            <a:pt x="1168764" y="46688"/>
                            <a:pt x="1247843" y="0"/>
                            <a:pt x="1326401" y="0"/>
                          </a:cubicBezTo>
                          <a:cubicBezTo>
                            <a:pt x="1327965" y="0"/>
                            <a:pt x="1329603" y="0"/>
                            <a:pt x="1331167" y="74"/>
                          </a:cubicBezTo>
                          <a:cubicBezTo>
                            <a:pt x="1379270" y="1266"/>
                            <a:pt x="1424096" y="20105"/>
                            <a:pt x="1467508" y="38274"/>
                          </a:cubicBezTo>
                          <a:cubicBezTo>
                            <a:pt x="1508090" y="55326"/>
                            <a:pt x="1550012" y="72973"/>
                            <a:pt x="1593647" y="75282"/>
                          </a:cubicBezTo>
                          <a:cubicBezTo>
                            <a:pt x="1644207" y="77962"/>
                            <a:pt x="1691491" y="60836"/>
                            <a:pt x="1741604" y="42667"/>
                          </a:cubicBezTo>
                          <a:cubicBezTo>
                            <a:pt x="1786654" y="26360"/>
                            <a:pt x="1833268" y="9531"/>
                            <a:pt x="1882041" y="8712"/>
                          </a:cubicBezTo>
                          <a:cubicBezTo>
                            <a:pt x="1966407" y="7372"/>
                            <a:pt x="2053007" y="56592"/>
                            <a:pt x="2108854" y="137309"/>
                          </a:cubicBezTo>
                          <a:cubicBezTo>
                            <a:pt x="2162541" y="214899"/>
                            <a:pt x="2183391" y="310062"/>
                            <a:pt x="2195603" y="384227"/>
                          </a:cubicBezTo>
                          <a:cubicBezTo>
                            <a:pt x="2199549" y="408204"/>
                            <a:pt x="2202974" y="432627"/>
                            <a:pt x="2206325" y="456306"/>
                          </a:cubicBezTo>
                          <a:cubicBezTo>
                            <a:pt x="2214888" y="516919"/>
                            <a:pt x="2223749" y="579616"/>
                            <a:pt x="2241397" y="639112"/>
                          </a:cubicBezTo>
                          <a:lnTo>
                            <a:pt x="2227100" y="643356"/>
                          </a:lnTo>
                          <a:cubicBezTo>
                            <a:pt x="2209154" y="582893"/>
                            <a:pt x="2200219" y="519600"/>
                            <a:pt x="2191507" y="458391"/>
                          </a:cubicBezTo>
                          <a:cubicBezTo>
                            <a:pt x="2188156" y="434861"/>
                            <a:pt x="2184731" y="410438"/>
                            <a:pt x="2180859" y="386684"/>
                          </a:cubicBezTo>
                          <a:cubicBezTo>
                            <a:pt x="2168945" y="314009"/>
                            <a:pt x="2148542" y="221005"/>
                            <a:pt x="2096567" y="145798"/>
                          </a:cubicBezTo>
                          <a:cubicBezTo>
                            <a:pt x="2043550" y="69101"/>
                            <a:pt x="1961194" y="22041"/>
                            <a:pt x="1882264" y="23605"/>
                          </a:cubicBezTo>
                          <a:cubicBezTo>
                            <a:pt x="1835948" y="24349"/>
                            <a:pt x="1790526" y="40805"/>
                            <a:pt x="1746593" y="56666"/>
                          </a:cubicBezTo>
                          <a:cubicBezTo>
                            <a:pt x="1697299" y="74537"/>
                            <a:pt x="1646292" y="93004"/>
                            <a:pt x="1592754" y="90100"/>
                          </a:cubicBezTo>
                          <a:cubicBezTo>
                            <a:pt x="1546587" y="87642"/>
                            <a:pt x="1503399" y="69474"/>
                            <a:pt x="1461625" y="51975"/>
                          </a:cubicBezTo>
                          <a:cubicBezTo>
                            <a:pt x="1419554" y="34253"/>
                            <a:pt x="1375993" y="16009"/>
                            <a:pt x="1330720" y="14893"/>
                          </a:cubicBezTo>
                          <a:cubicBezTo>
                            <a:pt x="1255513" y="13180"/>
                            <a:pt x="1178593" y="57932"/>
                            <a:pt x="1102567" y="148255"/>
                          </a:cubicBezTo>
                          <a:cubicBezTo>
                            <a:pt x="933983" y="348410"/>
                            <a:pt x="850511" y="603370"/>
                            <a:pt x="769719" y="849841"/>
                          </a:cubicBezTo>
                          <a:cubicBezTo>
                            <a:pt x="752444" y="902486"/>
                            <a:pt x="734647" y="956993"/>
                            <a:pt x="716255" y="1009861"/>
                          </a:cubicBezTo>
                          <a:cubicBezTo>
                            <a:pt x="674854" y="1129299"/>
                            <a:pt x="610518" y="1271820"/>
                            <a:pt x="480135" y="1314189"/>
                          </a:cubicBezTo>
                          <a:cubicBezTo>
                            <a:pt x="455115" y="1322380"/>
                            <a:pt x="429872" y="1326103"/>
                            <a:pt x="404778" y="1326103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71" name="AutoShape 271"/>
                    <p:cNvSpPr/>
                    <p:nvPr/>
                  </p:nvSpPr>
                  <p:spPr>
                    <a:xfrm>
                      <a:off x="6192255" y="338706"/>
                      <a:ext cx="2235561" cy="16863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35561" h="1686301">
                          <a:moveTo>
                            <a:pt x="342453" y="1686302"/>
                          </a:moveTo>
                          <a:cubicBezTo>
                            <a:pt x="331358" y="1686302"/>
                            <a:pt x="320412" y="1685185"/>
                            <a:pt x="309764" y="1682951"/>
                          </a:cubicBezTo>
                          <a:cubicBezTo>
                            <a:pt x="231132" y="1666197"/>
                            <a:pt x="181391" y="1591511"/>
                            <a:pt x="150861" y="1536707"/>
                          </a:cubicBezTo>
                          <a:cubicBezTo>
                            <a:pt x="67240" y="1386739"/>
                            <a:pt x="15041" y="1217560"/>
                            <a:pt x="0" y="1047413"/>
                          </a:cubicBezTo>
                          <a:lnTo>
                            <a:pt x="14818" y="1046073"/>
                          </a:lnTo>
                          <a:cubicBezTo>
                            <a:pt x="29710" y="1214135"/>
                            <a:pt x="81239" y="1381304"/>
                            <a:pt x="163818" y="1529484"/>
                          </a:cubicBezTo>
                          <a:cubicBezTo>
                            <a:pt x="192932" y="1581682"/>
                            <a:pt x="240067" y="1652943"/>
                            <a:pt x="312817" y="1668431"/>
                          </a:cubicBezTo>
                          <a:cubicBezTo>
                            <a:pt x="357941" y="1678037"/>
                            <a:pt x="411182" y="1663889"/>
                            <a:pt x="455338" y="1630679"/>
                          </a:cubicBezTo>
                          <a:cubicBezTo>
                            <a:pt x="498080" y="1598511"/>
                            <a:pt x="528907" y="1553312"/>
                            <a:pt x="553480" y="1513400"/>
                          </a:cubicBezTo>
                          <a:cubicBezTo>
                            <a:pt x="656834" y="1344966"/>
                            <a:pt x="717446" y="1153150"/>
                            <a:pt x="776048" y="967664"/>
                          </a:cubicBezTo>
                          <a:cubicBezTo>
                            <a:pt x="811120" y="856715"/>
                            <a:pt x="847384" y="742043"/>
                            <a:pt x="892433" y="632955"/>
                          </a:cubicBezTo>
                          <a:cubicBezTo>
                            <a:pt x="934430" y="531388"/>
                            <a:pt x="997500" y="407333"/>
                            <a:pt x="1113736" y="349029"/>
                          </a:cubicBezTo>
                          <a:cubicBezTo>
                            <a:pt x="1169955" y="320882"/>
                            <a:pt x="1233100" y="310979"/>
                            <a:pt x="1294233" y="301448"/>
                          </a:cubicBezTo>
                          <a:cubicBezTo>
                            <a:pt x="1338762" y="294523"/>
                            <a:pt x="1384854" y="287300"/>
                            <a:pt x="1427670" y="273003"/>
                          </a:cubicBezTo>
                          <a:cubicBezTo>
                            <a:pt x="1506824" y="246643"/>
                            <a:pt x="1575627" y="195934"/>
                            <a:pt x="1642197" y="146863"/>
                          </a:cubicBezTo>
                          <a:cubicBezTo>
                            <a:pt x="1672131" y="124822"/>
                            <a:pt x="1703032" y="102037"/>
                            <a:pt x="1734605" y="81634"/>
                          </a:cubicBezTo>
                          <a:cubicBezTo>
                            <a:pt x="1796037" y="41946"/>
                            <a:pt x="1953376" y="-42942"/>
                            <a:pt x="2087259" y="26309"/>
                          </a:cubicBezTo>
                          <a:cubicBezTo>
                            <a:pt x="2156584" y="62199"/>
                            <a:pt x="2207144" y="135768"/>
                            <a:pt x="2225983" y="228102"/>
                          </a:cubicBezTo>
                          <a:cubicBezTo>
                            <a:pt x="2242663" y="309862"/>
                            <a:pt x="2234174" y="393334"/>
                            <a:pt x="2225909" y="474052"/>
                          </a:cubicBezTo>
                          <a:lnTo>
                            <a:pt x="2211091" y="472563"/>
                          </a:lnTo>
                          <a:cubicBezTo>
                            <a:pt x="2219207" y="392962"/>
                            <a:pt x="2227621" y="310607"/>
                            <a:pt x="2211388" y="231081"/>
                          </a:cubicBezTo>
                          <a:cubicBezTo>
                            <a:pt x="2193443" y="143140"/>
                            <a:pt x="2145712" y="73369"/>
                            <a:pt x="2080409" y="39563"/>
                          </a:cubicBezTo>
                          <a:cubicBezTo>
                            <a:pt x="1953450" y="-26188"/>
                            <a:pt x="1801919" y="55870"/>
                            <a:pt x="1742647" y="94144"/>
                          </a:cubicBezTo>
                          <a:cubicBezTo>
                            <a:pt x="1711373" y="114323"/>
                            <a:pt x="1680694" y="136960"/>
                            <a:pt x="1650983" y="158852"/>
                          </a:cubicBezTo>
                          <a:cubicBezTo>
                            <a:pt x="1583520" y="208593"/>
                            <a:pt x="1513674" y="259972"/>
                            <a:pt x="1432287" y="287151"/>
                          </a:cubicBezTo>
                          <a:cubicBezTo>
                            <a:pt x="1388354" y="301820"/>
                            <a:pt x="1341666" y="309117"/>
                            <a:pt x="1296467" y="316117"/>
                          </a:cubicBezTo>
                          <a:cubicBezTo>
                            <a:pt x="1236525" y="325499"/>
                            <a:pt x="1174498" y="335179"/>
                            <a:pt x="1120363" y="362284"/>
                          </a:cubicBezTo>
                          <a:cubicBezTo>
                            <a:pt x="1008521" y="418354"/>
                            <a:pt x="947164" y="539355"/>
                            <a:pt x="906135" y="638540"/>
                          </a:cubicBezTo>
                          <a:cubicBezTo>
                            <a:pt x="861308" y="747031"/>
                            <a:pt x="825119" y="861406"/>
                            <a:pt x="790196" y="972057"/>
                          </a:cubicBezTo>
                          <a:cubicBezTo>
                            <a:pt x="731296" y="1158437"/>
                            <a:pt x="670386" y="1351146"/>
                            <a:pt x="566138" y="1521144"/>
                          </a:cubicBezTo>
                          <a:cubicBezTo>
                            <a:pt x="540896" y="1562322"/>
                            <a:pt x="509026" y="1608861"/>
                            <a:pt x="464274" y="1642592"/>
                          </a:cubicBezTo>
                          <a:cubicBezTo>
                            <a:pt x="426373" y="1671112"/>
                            <a:pt x="383408" y="1686302"/>
                            <a:pt x="342453" y="1686302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272" name="Group 272"/>
                  <p:cNvGrpSpPr/>
                  <p:nvPr/>
                </p:nvGrpSpPr>
                <p:grpSpPr>
                  <a:xfrm>
                    <a:off x="4662273" y="207601"/>
                    <a:ext cx="1269288" cy="1351197"/>
                    <a:chOff x="4662273" y="207601"/>
                    <a:chExt cx="1269288" cy="1351197"/>
                  </a:xfrm>
                  <a:solidFill>
                    <a:srgbClr val="002033">
                      <a:alpha val="100000"/>
                    </a:srgbClr>
                  </a:solidFill>
                </p:grpSpPr>
                <p:sp>
                  <p:nvSpPr>
                    <p:cNvPr id="273" name="AutoShape 273"/>
                    <p:cNvSpPr/>
                    <p:nvPr/>
                  </p:nvSpPr>
                  <p:spPr>
                    <a:xfrm>
                      <a:off x="4698909" y="207601"/>
                      <a:ext cx="1022296" cy="115856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2296" h="1158562">
                          <a:moveTo>
                            <a:pt x="706947" y="1158563"/>
                          </a:moveTo>
                          <a:cubicBezTo>
                            <a:pt x="686098" y="1158563"/>
                            <a:pt x="664951" y="1155212"/>
                            <a:pt x="644027" y="1147766"/>
                          </a:cubicBezTo>
                          <a:cubicBezTo>
                            <a:pt x="564501" y="1119470"/>
                            <a:pt x="505452" y="1035700"/>
                            <a:pt x="486017" y="923633"/>
                          </a:cubicBezTo>
                          <a:cubicBezTo>
                            <a:pt x="477752" y="875977"/>
                            <a:pt x="476114" y="826906"/>
                            <a:pt x="474475" y="779548"/>
                          </a:cubicBezTo>
                          <a:cubicBezTo>
                            <a:pt x="472986" y="735094"/>
                            <a:pt x="471422" y="689151"/>
                            <a:pt x="464349" y="644771"/>
                          </a:cubicBezTo>
                          <a:cubicBezTo>
                            <a:pt x="447371" y="537917"/>
                            <a:pt x="394056" y="456604"/>
                            <a:pt x="321604" y="427341"/>
                          </a:cubicBezTo>
                          <a:cubicBezTo>
                            <a:pt x="301871" y="419373"/>
                            <a:pt x="280203" y="414905"/>
                            <a:pt x="259279" y="410661"/>
                          </a:cubicBezTo>
                          <a:cubicBezTo>
                            <a:pt x="233589" y="405374"/>
                            <a:pt x="207080" y="399938"/>
                            <a:pt x="182880" y="387950"/>
                          </a:cubicBezTo>
                          <a:cubicBezTo>
                            <a:pt x="105886" y="349900"/>
                            <a:pt x="75058" y="262480"/>
                            <a:pt x="49965" y="176253"/>
                          </a:cubicBezTo>
                          <a:lnTo>
                            <a:pt x="0" y="4170"/>
                          </a:lnTo>
                          <a:lnTo>
                            <a:pt x="14297" y="0"/>
                          </a:lnTo>
                          <a:lnTo>
                            <a:pt x="64261" y="172157"/>
                          </a:lnTo>
                          <a:cubicBezTo>
                            <a:pt x="88387" y="255258"/>
                            <a:pt x="117874" y="339251"/>
                            <a:pt x="189433" y="374696"/>
                          </a:cubicBezTo>
                          <a:cubicBezTo>
                            <a:pt x="211921" y="385790"/>
                            <a:pt x="236344" y="390854"/>
                            <a:pt x="262183" y="396141"/>
                          </a:cubicBezTo>
                          <a:cubicBezTo>
                            <a:pt x="283777" y="400608"/>
                            <a:pt x="306116" y="405151"/>
                            <a:pt x="327114" y="413639"/>
                          </a:cubicBezTo>
                          <a:cubicBezTo>
                            <a:pt x="404406" y="444914"/>
                            <a:pt x="461221" y="530471"/>
                            <a:pt x="479018" y="642537"/>
                          </a:cubicBezTo>
                          <a:cubicBezTo>
                            <a:pt x="486166" y="687811"/>
                            <a:pt x="487804" y="734201"/>
                            <a:pt x="489294" y="779102"/>
                          </a:cubicBezTo>
                          <a:cubicBezTo>
                            <a:pt x="490857" y="826013"/>
                            <a:pt x="492570" y="874488"/>
                            <a:pt x="500612" y="921176"/>
                          </a:cubicBezTo>
                          <a:cubicBezTo>
                            <a:pt x="519079" y="1027881"/>
                            <a:pt x="574553" y="1107332"/>
                            <a:pt x="648941" y="1133767"/>
                          </a:cubicBezTo>
                          <a:cubicBezTo>
                            <a:pt x="744849" y="1167871"/>
                            <a:pt x="846267" y="1108896"/>
                            <a:pt x="899954" y="1039720"/>
                          </a:cubicBezTo>
                          <a:cubicBezTo>
                            <a:pt x="960492" y="961758"/>
                            <a:pt x="985661" y="859893"/>
                            <a:pt x="1007851" y="770092"/>
                          </a:cubicBezTo>
                          <a:lnTo>
                            <a:pt x="1022296" y="773666"/>
                          </a:lnTo>
                          <a:cubicBezTo>
                            <a:pt x="999734" y="864957"/>
                            <a:pt x="974119" y="968385"/>
                            <a:pt x="911719" y="1048879"/>
                          </a:cubicBezTo>
                          <a:cubicBezTo>
                            <a:pt x="866446" y="1107184"/>
                            <a:pt x="788707" y="1158563"/>
                            <a:pt x="706947" y="1158563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74" name="AutoShape 274"/>
                    <p:cNvSpPr/>
                    <p:nvPr/>
                  </p:nvSpPr>
                  <p:spPr>
                    <a:xfrm>
                      <a:off x="4662273" y="222791"/>
                      <a:ext cx="1269288" cy="133600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69288" h="1336006">
                          <a:moveTo>
                            <a:pt x="995639" y="1336007"/>
                          </a:moveTo>
                          <a:cubicBezTo>
                            <a:pt x="989235" y="1336007"/>
                            <a:pt x="982756" y="1335858"/>
                            <a:pt x="976353" y="1335486"/>
                          </a:cubicBezTo>
                          <a:cubicBezTo>
                            <a:pt x="868233" y="1329231"/>
                            <a:pt x="761007" y="1271522"/>
                            <a:pt x="689523" y="1181274"/>
                          </a:cubicBezTo>
                          <a:cubicBezTo>
                            <a:pt x="622656" y="1096833"/>
                            <a:pt x="586318" y="986182"/>
                            <a:pt x="587137" y="869723"/>
                          </a:cubicBezTo>
                          <a:cubicBezTo>
                            <a:pt x="587286" y="850139"/>
                            <a:pt x="588403" y="829885"/>
                            <a:pt x="589446" y="810301"/>
                          </a:cubicBezTo>
                          <a:cubicBezTo>
                            <a:pt x="593020" y="744402"/>
                            <a:pt x="596743" y="676269"/>
                            <a:pt x="564203" y="621018"/>
                          </a:cubicBezTo>
                          <a:cubicBezTo>
                            <a:pt x="502920" y="516993"/>
                            <a:pt x="351612" y="519674"/>
                            <a:pt x="306711" y="523025"/>
                          </a:cubicBezTo>
                          <a:cubicBezTo>
                            <a:pt x="296659" y="523770"/>
                            <a:pt x="286457" y="524663"/>
                            <a:pt x="276107" y="525557"/>
                          </a:cubicBezTo>
                          <a:cubicBezTo>
                            <a:pt x="204102" y="531960"/>
                            <a:pt x="122565" y="539183"/>
                            <a:pt x="67463" y="489442"/>
                          </a:cubicBezTo>
                          <a:cubicBezTo>
                            <a:pt x="15786" y="442754"/>
                            <a:pt x="13329" y="368217"/>
                            <a:pt x="16456" y="327933"/>
                          </a:cubicBezTo>
                          <a:cubicBezTo>
                            <a:pt x="18764" y="298818"/>
                            <a:pt x="24498" y="269852"/>
                            <a:pt x="30083" y="241854"/>
                          </a:cubicBezTo>
                          <a:cubicBezTo>
                            <a:pt x="35295" y="215495"/>
                            <a:pt x="40731" y="188316"/>
                            <a:pt x="43114" y="161360"/>
                          </a:cubicBezTo>
                          <a:cubicBezTo>
                            <a:pt x="46465" y="123757"/>
                            <a:pt x="45273" y="54283"/>
                            <a:pt x="0" y="10723"/>
                          </a:cubicBezTo>
                          <a:lnTo>
                            <a:pt x="10350" y="0"/>
                          </a:lnTo>
                          <a:cubicBezTo>
                            <a:pt x="60091" y="47879"/>
                            <a:pt x="61506" y="122491"/>
                            <a:pt x="57932" y="162701"/>
                          </a:cubicBezTo>
                          <a:cubicBezTo>
                            <a:pt x="55474" y="190475"/>
                            <a:pt x="49964" y="218101"/>
                            <a:pt x="44678" y="244833"/>
                          </a:cubicBezTo>
                          <a:cubicBezTo>
                            <a:pt x="39167" y="272384"/>
                            <a:pt x="33508" y="300903"/>
                            <a:pt x="31349" y="329199"/>
                          </a:cubicBezTo>
                          <a:cubicBezTo>
                            <a:pt x="28445" y="366802"/>
                            <a:pt x="30530" y="436127"/>
                            <a:pt x="77516" y="478571"/>
                          </a:cubicBezTo>
                          <a:cubicBezTo>
                            <a:pt x="127778" y="523993"/>
                            <a:pt x="202538" y="517291"/>
                            <a:pt x="274841" y="510887"/>
                          </a:cubicBezTo>
                          <a:cubicBezTo>
                            <a:pt x="285266" y="509994"/>
                            <a:pt x="295542" y="509026"/>
                            <a:pt x="305669" y="508281"/>
                          </a:cubicBezTo>
                          <a:cubicBezTo>
                            <a:pt x="431287" y="498974"/>
                            <a:pt x="532779" y="538364"/>
                            <a:pt x="577085" y="613571"/>
                          </a:cubicBezTo>
                          <a:cubicBezTo>
                            <a:pt x="611933" y="672695"/>
                            <a:pt x="608061" y="743136"/>
                            <a:pt x="604412" y="811195"/>
                          </a:cubicBezTo>
                          <a:cubicBezTo>
                            <a:pt x="603370" y="830630"/>
                            <a:pt x="602253" y="850660"/>
                            <a:pt x="602104" y="869946"/>
                          </a:cubicBezTo>
                          <a:cubicBezTo>
                            <a:pt x="601285" y="983055"/>
                            <a:pt x="636506" y="1090355"/>
                            <a:pt x="701288" y="1172189"/>
                          </a:cubicBezTo>
                          <a:cubicBezTo>
                            <a:pt x="770166" y="1259236"/>
                            <a:pt x="873371" y="1314785"/>
                            <a:pt x="977321" y="1320817"/>
                          </a:cubicBezTo>
                          <a:cubicBezTo>
                            <a:pt x="1086781" y="1327220"/>
                            <a:pt x="1196762" y="1276437"/>
                            <a:pt x="1257151" y="1191550"/>
                          </a:cubicBezTo>
                          <a:lnTo>
                            <a:pt x="1269288" y="1200187"/>
                          </a:lnTo>
                          <a:cubicBezTo>
                            <a:pt x="1209420" y="1283958"/>
                            <a:pt x="1103684" y="1336007"/>
                            <a:pt x="995639" y="1336007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  <p:grpSp>
              <p:nvGrpSpPr>
                <p:cNvPr id="275" name="Group 275"/>
                <p:cNvGrpSpPr/>
                <p:nvPr/>
              </p:nvGrpSpPr>
              <p:grpSpPr>
                <a:xfrm>
                  <a:off x="4411856" y="71409"/>
                  <a:ext cx="7762421" cy="1288797"/>
                  <a:chOff x="4411856" y="71409"/>
                  <a:chExt cx="7762421" cy="1288797"/>
                </a:xfrm>
                <a:solidFill>
                  <a:srgbClr val="002033">
                    <a:alpha val="100000"/>
                  </a:srgbClr>
                </a:solidFill>
              </p:grpSpPr>
              <p:sp>
                <p:nvSpPr>
                  <p:cNvPr id="276" name="AutoShape 276"/>
                  <p:cNvSpPr/>
                  <p:nvPr/>
                </p:nvSpPr>
                <p:spPr>
                  <a:xfrm>
                    <a:off x="4411856" y="71409"/>
                    <a:ext cx="7762347" cy="4200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62347" h="420043">
                        <a:moveTo>
                          <a:pt x="7762347" y="365015"/>
                        </a:moveTo>
                        <a:lnTo>
                          <a:pt x="7076994" y="365015"/>
                        </a:lnTo>
                        <a:lnTo>
                          <a:pt x="7076994" y="338134"/>
                        </a:lnTo>
                        <a:lnTo>
                          <a:pt x="6980193" y="338134"/>
                        </a:lnTo>
                        <a:lnTo>
                          <a:pt x="6980193" y="365015"/>
                        </a:lnTo>
                        <a:lnTo>
                          <a:pt x="6380769" y="365015"/>
                        </a:lnTo>
                        <a:lnTo>
                          <a:pt x="6380769" y="338134"/>
                        </a:lnTo>
                        <a:lnTo>
                          <a:pt x="6283968" y="338134"/>
                        </a:lnTo>
                        <a:lnTo>
                          <a:pt x="6283968" y="365015"/>
                        </a:lnTo>
                        <a:lnTo>
                          <a:pt x="5684545" y="365015"/>
                        </a:lnTo>
                        <a:lnTo>
                          <a:pt x="5684545" y="338134"/>
                        </a:lnTo>
                        <a:lnTo>
                          <a:pt x="5587744" y="338134"/>
                        </a:lnTo>
                        <a:lnTo>
                          <a:pt x="5587744" y="365015"/>
                        </a:lnTo>
                        <a:lnTo>
                          <a:pt x="4794718" y="365015"/>
                        </a:lnTo>
                        <a:lnTo>
                          <a:pt x="4794718" y="312073"/>
                        </a:lnTo>
                        <a:lnTo>
                          <a:pt x="4757933" y="312073"/>
                        </a:lnTo>
                        <a:lnTo>
                          <a:pt x="4757933" y="238429"/>
                        </a:lnTo>
                        <a:lnTo>
                          <a:pt x="4920038" y="238429"/>
                        </a:lnTo>
                        <a:lnTo>
                          <a:pt x="4920038" y="266204"/>
                        </a:lnTo>
                        <a:lnTo>
                          <a:pt x="5106195" y="266204"/>
                        </a:lnTo>
                        <a:lnTo>
                          <a:pt x="5106195" y="238429"/>
                        </a:lnTo>
                        <a:lnTo>
                          <a:pt x="5292351" y="238429"/>
                        </a:lnTo>
                        <a:lnTo>
                          <a:pt x="5292351" y="266204"/>
                        </a:lnTo>
                        <a:lnTo>
                          <a:pt x="5478507" y="266204"/>
                        </a:lnTo>
                        <a:lnTo>
                          <a:pt x="5478507" y="238429"/>
                        </a:lnTo>
                        <a:lnTo>
                          <a:pt x="5664664" y="238429"/>
                        </a:lnTo>
                        <a:lnTo>
                          <a:pt x="5664664" y="266204"/>
                        </a:lnTo>
                        <a:lnTo>
                          <a:pt x="5850820" y="266204"/>
                        </a:lnTo>
                        <a:lnTo>
                          <a:pt x="5850820" y="238429"/>
                        </a:lnTo>
                        <a:lnTo>
                          <a:pt x="6036976" y="238429"/>
                        </a:lnTo>
                        <a:lnTo>
                          <a:pt x="6036976" y="266204"/>
                        </a:lnTo>
                        <a:lnTo>
                          <a:pt x="6223133" y="266204"/>
                        </a:lnTo>
                        <a:lnTo>
                          <a:pt x="6223133" y="238429"/>
                        </a:lnTo>
                        <a:lnTo>
                          <a:pt x="6409289" y="238429"/>
                        </a:lnTo>
                        <a:lnTo>
                          <a:pt x="6409289" y="266204"/>
                        </a:lnTo>
                        <a:lnTo>
                          <a:pt x="6595445" y="266204"/>
                        </a:lnTo>
                        <a:lnTo>
                          <a:pt x="6595445" y="238429"/>
                        </a:lnTo>
                        <a:lnTo>
                          <a:pt x="6781602" y="238429"/>
                        </a:lnTo>
                        <a:lnTo>
                          <a:pt x="6781602" y="266204"/>
                        </a:lnTo>
                        <a:lnTo>
                          <a:pt x="6967758" y="266204"/>
                        </a:lnTo>
                        <a:lnTo>
                          <a:pt x="6967758" y="238429"/>
                        </a:lnTo>
                        <a:lnTo>
                          <a:pt x="7153914" y="238429"/>
                        </a:lnTo>
                        <a:lnTo>
                          <a:pt x="7153914" y="266204"/>
                        </a:lnTo>
                        <a:lnTo>
                          <a:pt x="7340071" y="266204"/>
                        </a:lnTo>
                        <a:lnTo>
                          <a:pt x="7340071" y="238429"/>
                        </a:lnTo>
                        <a:lnTo>
                          <a:pt x="7526227" y="238429"/>
                        </a:lnTo>
                        <a:lnTo>
                          <a:pt x="7526227" y="266204"/>
                        </a:lnTo>
                        <a:lnTo>
                          <a:pt x="7712383" y="266204"/>
                        </a:lnTo>
                        <a:lnTo>
                          <a:pt x="7712383" y="238429"/>
                        </a:lnTo>
                        <a:lnTo>
                          <a:pt x="7762347" y="238429"/>
                        </a:lnTo>
                        <a:lnTo>
                          <a:pt x="7762347" y="193752"/>
                        </a:lnTo>
                        <a:lnTo>
                          <a:pt x="6996277" y="193752"/>
                        </a:lnTo>
                        <a:lnTo>
                          <a:pt x="6996277" y="130458"/>
                        </a:lnTo>
                        <a:lnTo>
                          <a:pt x="7762347" y="130458"/>
                        </a:lnTo>
                        <a:lnTo>
                          <a:pt x="7762347" y="63442"/>
                        </a:lnTo>
                        <a:lnTo>
                          <a:pt x="7087270" y="63442"/>
                        </a:lnTo>
                        <a:lnTo>
                          <a:pt x="7087270" y="32242"/>
                        </a:lnTo>
                        <a:lnTo>
                          <a:pt x="7061432" y="32242"/>
                        </a:lnTo>
                        <a:lnTo>
                          <a:pt x="7045199" y="0"/>
                        </a:lnTo>
                        <a:lnTo>
                          <a:pt x="6827768" y="0"/>
                        </a:lnTo>
                        <a:lnTo>
                          <a:pt x="6811536" y="32242"/>
                        </a:lnTo>
                        <a:lnTo>
                          <a:pt x="6785697" y="32242"/>
                        </a:lnTo>
                        <a:lnTo>
                          <a:pt x="6785697" y="63442"/>
                        </a:lnTo>
                        <a:lnTo>
                          <a:pt x="5881051" y="63442"/>
                        </a:lnTo>
                        <a:lnTo>
                          <a:pt x="5881051" y="32242"/>
                        </a:lnTo>
                        <a:lnTo>
                          <a:pt x="5855213" y="32242"/>
                        </a:lnTo>
                        <a:lnTo>
                          <a:pt x="5838981" y="0"/>
                        </a:lnTo>
                        <a:lnTo>
                          <a:pt x="5621549" y="0"/>
                        </a:lnTo>
                        <a:lnTo>
                          <a:pt x="5605317" y="32242"/>
                        </a:lnTo>
                        <a:lnTo>
                          <a:pt x="5579478" y="32242"/>
                        </a:lnTo>
                        <a:lnTo>
                          <a:pt x="5579478" y="63442"/>
                        </a:lnTo>
                        <a:lnTo>
                          <a:pt x="4674759" y="63442"/>
                        </a:lnTo>
                        <a:lnTo>
                          <a:pt x="4674759" y="32242"/>
                        </a:lnTo>
                        <a:lnTo>
                          <a:pt x="4648920" y="32242"/>
                        </a:lnTo>
                        <a:lnTo>
                          <a:pt x="4632687" y="0"/>
                        </a:lnTo>
                        <a:lnTo>
                          <a:pt x="4415256" y="0"/>
                        </a:lnTo>
                        <a:lnTo>
                          <a:pt x="4399024" y="32242"/>
                        </a:lnTo>
                        <a:lnTo>
                          <a:pt x="4373185" y="32242"/>
                        </a:lnTo>
                        <a:lnTo>
                          <a:pt x="4373185" y="63442"/>
                        </a:lnTo>
                        <a:lnTo>
                          <a:pt x="3468539" y="63442"/>
                        </a:lnTo>
                        <a:lnTo>
                          <a:pt x="3468539" y="32242"/>
                        </a:lnTo>
                        <a:lnTo>
                          <a:pt x="3442701" y="32242"/>
                        </a:lnTo>
                        <a:lnTo>
                          <a:pt x="3426468" y="0"/>
                        </a:lnTo>
                        <a:lnTo>
                          <a:pt x="3209038" y="0"/>
                        </a:lnTo>
                        <a:lnTo>
                          <a:pt x="3192805" y="32242"/>
                        </a:lnTo>
                        <a:lnTo>
                          <a:pt x="3166966" y="32242"/>
                        </a:lnTo>
                        <a:lnTo>
                          <a:pt x="3166966" y="63442"/>
                        </a:lnTo>
                        <a:lnTo>
                          <a:pt x="2262321" y="63442"/>
                        </a:lnTo>
                        <a:lnTo>
                          <a:pt x="2262321" y="32242"/>
                        </a:lnTo>
                        <a:lnTo>
                          <a:pt x="2236483" y="32242"/>
                        </a:lnTo>
                        <a:lnTo>
                          <a:pt x="2220250" y="0"/>
                        </a:lnTo>
                        <a:lnTo>
                          <a:pt x="2002819" y="0"/>
                        </a:lnTo>
                        <a:lnTo>
                          <a:pt x="1986586" y="32242"/>
                        </a:lnTo>
                        <a:lnTo>
                          <a:pt x="1960748" y="32242"/>
                        </a:lnTo>
                        <a:lnTo>
                          <a:pt x="1960748" y="63442"/>
                        </a:lnTo>
                        <a:lnTo>
                          <a:pt x="0" y="63442"/>
                        </a:lnTo>
                        <a:lnTo>
                          <a:pt x="0" y="130458"/>
                        </a:lnTo>
                        <a:lnTo>
                          <a:pt x="154435" y="130458"/>
                        </a:lnTo>
                        <a:lnTo>
                          <a:pt x="154435" y="191741"/>
                        </a:lnTo>
                        <a:lnTo>
                          <a:pt x="323242" y="191741"/>
                        </a:lnTo>
                        <a:lnTo>
                          <a:pt x="323242" y="130458"/>
                        </a:lnTo>
                        <a:lnTo>
                          <a:pt x="2080558" y="130458"/>
                        </a:lnTo>
                        <a:lnTo>
                          <a:pt x="2080558" y="193752"/>
                        </a:lnTo>
                        <a:lnTo>
                          <a:pt x="1470412" y="193752"/>
                        </a:lnTo>
                        <a:lnTo>
                          <a:pt x="1470412" y="238429"/>
                        </a:lnTo>
                        <a:lnTo>
                          <a:pt x="4396343" y="238429"/>
                        </a:lnTo>
                        <a:lnTo>
                          <a:pt x="4396343" y="278564"/>
                        </a:lnTo>
                        <a:lnTo>
                          <a:pt x="4374004" y="278564"/>
                        </a:lnTo>
                        <a:lnTo>
                          <a:pt x="4374004" y="353027"/>
                        </a:lnTo>
                        <a:lnTo>
                          <a:pt x="4396343" y="353027"/>
                        </a:lnTo>
                        <a:lnTo>
                          <a:pt x="4396343" y="417586"/>
                        </a:lnTo>
                        <a:lnTo>
                          <a:pt x="4446009" y="417586"/>
                        </a:lnTo>
                        <a:lnTo>
                          <a:pt x="4446009" y="409693"/>
                        </a:lnTo>
                        <a:lnTo>
                          <a:pt x="4656962" y="409693"/>
                        </a:lnTo>
                        <a:lnTo>
                          <a:pt x="4656962" y="412597"/>
                        </a:lnTo>
                        <a:lnTo>
                          <a:pt x="4794718" y="412597"/>
                        </a:lnTo>
                        <a:lnTo>
                          <a:pt x="4794718" y="409693"/>
                        </a:lnTo>
                        <a:lnTo>
                          <a:pt x="5587744" y="409693"/>
                        </a:lnTo>
                        <a:lnTo>
                          <a:pt x="5587744" y="420043"/>
                        </a:lnTo>
                        <a:lnTo>
                          <a:pt x="5684545" y="420043"/>
                        </a:lnTo>
                        <a:lnTo>
                          <a:pt x="5684545" y="409693"/>
                        </a:lnTo>
                        <a:lnTo>
                          <a:pt x="6283968" y="409693"/>
                        </a:lnTo>
                        <a:lnTo>
                          <a:pt x="6283968" y="420043"/>
                        </a:lnTo>
                        <a:lnTo>
                          <a:pt x="6380769" y="420043"/>
                        </a:lnTo>
                        <a:lnTo>
                          <a:pt x="6380769" y="409693"/>
                        </a:lnTo>
                        <a:lnTo>
                          <a:pt x="6980193" y="409693"/>
                        </a:lnTo>
                        <a:lnTo>
                          <a:pt x="6980193" y="420043"/>
                        </a:lnTo>
                        <a:lnTo>
                          <a:pt x="7076994" y="420043"/>
                        </a:lnTo>
                        <a:lnTo>
                          <a:pt x="7076994" y="409693"/>
                        </a:lnTo>
                        <a:lnTo>
                          <a:pt x="7762347" y="409693"/>
                        </a:lnTo>
                        <a:lnTo>
                          <a:pt x="7762347" y="365015"/>
                        </a:lnTo>
                        <a:close/>
                        <a:moveTo>
                          <a:pt x="6518525" y="130458"/>
                        </a:moveTo>
                        <a:lnTo>
                          <a:pt x="6934250" y="130458"/>
                        </a:lnTo>
                        <a:lnTo>
                          <a:pt x="6934250" y="193752"/>
                        </a:lnTo>
                        <a:lnTo>
                          <a:pt x="6518525" y="193752"/>
                        </a:lnTo>
                        <a:lnTo>
                          <a:pt x="6518525" y="130458"/>
                        </a:lnTo>
                        <a:close/>
                        <a:moveTo>
                          <a:pt x="6414277" y="130458"/>
                        </a:moveTo>
                        <a:lnTo>
                          <a:pt x="6496186" y="130458"/>
                        </a:lnTo>
                        <a:lnTo>
                          <a:pt x="6496186" y="193752"/>
                        </a:lnTo>
                        <a:lnTo>
                          <a:pt x="6414277" y="193752"/>
                        </a:lnTo>
                        <a:lnTo>
                          <a:pt x="6414277" y="130458"/>
                        </a:lnTo>
                        <a:close/>
                        <a:moveTo>
                          <a:pt x="6310030" y="130458"/>
                        </a:moveTo>
                        <a:lnTo>
                          <a:pt x="6391939" y="130458"/>
                        </a:lnTo>
                        <a:lnTo>
                          <a:pt x="6391939" y="193752"/>
                        </a:lnTo>
                        <a:lnTo>
                          <a:pt x="6310030" y="193752"/>
                        </a:lnTo>
                        <a:lnTo>
                          <a:pt x="6310030" y="130458"/>
                        </a:lnTo>
                        <a:close/>
                        <a:moveTo>
                          <a:pt x="6205782" y="130458"/>
                        </a:moveTo>
                        <a:lnTo>
                          <a:pt x="6287691" y="130458"/>
                        </a:lnTo>
                        <a:lnTo>
                          <a:pt x="6287691" y="193752"/>
                        </a:lnTo>
                        <a:lnTo>
                          <a:pt x="6205782" y="193752"/>
                        </a:lnTo>
                        <a:lnTo>
                          <a:pt x="6205782" y="130458"/>
                        </a:lnTo>
                        <a:close/>
                        <a:moveTo>
                          <a:pt x="6101535" y="130458"/>
                        </a:moveTo>
                        <a:lnTo>
                          <a:pt x="6183444" y="130458"/>
                        </a:lnTo>
                        <a:lnTo>
                          <a:pt x="6183444" y="193752"/>
                        </a:lnTo>
                        <a:lnTo>
                          <a:pt x="6101535" y="193752"/>
                        </a:lnTo>
                        <a:lnTo>
                          <a:pt x="6101535" y="130458"/>
                        </a:lnTo>
                        <a:close/>
                        <a:moveTo>
                          <a:pt x="5782612" y="130458"/>
                        </a:moveTo>
                        <a:lnTo>
                          <a:pt x="6079196" y="130458"/>
                        </a:lnTo>
                        <a:lnTo>
                          <a:pt x="6079196" y="193752"/>
                        </a:lnTo>
                        <a:lnTo>
                          <a:pt x="5782612" y="193752"/>
                        </a:lnTo>
                        <a:lnTo>
                          <a:pt x="5782612" y="130458"/>
                        </a:lnTo>
                        <a:close/>
                        <a:moveTo>
                          <a:pt x="5397864" y="130458"/>
                        </a:moveTo>
                        <a:lnTo>
                          <a:pt x="5720510" y="130458"/>
                        </a:lnTo>
                        <a:lnTo>
                          <a:pt x="5720510" y="193752"/>
                        </a:lnTo>
                        <a:lnTo>
                          <a:pt x="5397864" y="193752"/>
                        </a:lnTo>
                        <a:lnTo>
                          <a:pt x="5397864" y="130458"/>
                        </a:lnTo>
                        <a:close/>
                        <a:moveTo>
                          <a:pt x="5293617" y="130458"/>
                        </a:moveTo>
                        <a:lnTo>
                          <a:pt x="5375525" y="130458"/>
                        </a:lnTo>
                        <a:lnTo>
                          <a:pt x="5375525" y="193752"/>
                        </a:lnTo>
                        <a:lnTo>
                          <a:pt x="5293617" y="193752"/>
                        </a:lnTo>
                        <a:lnTo>
                          <a:pt x="5293617" y="130458"/>
                        </a:lnTo>
                        <a:close/>
                        <a:moveTo>
                          <a:pt x="5189369" y="130458"/>
                        </a:moveTo>
                        <a:lnTo>
                          <a:pt x="5271278" y="130458"/>
                        </a:lnTo>
                        <a:lnTo>
                          <a:pt x="5271278" y="193752"/>
                        </a:lnTo>
                        <a:lnTo>
                          <a:pt x="5189369" y="193752"/>
                        </a:lnTo>
                        <a:lnTo>
                          <a:pt x="5189369" y="130458"/>
                        </a:lnTo>
                        <a:close/>
                        <a:moveTo>
                          <a:pt x="5085122" y="130458"/>
                        </a:moveTo>
                        <a:lnTo>
                          <a:pt x="5167030" y="130458"/>
                        </a:lnTo>
                        <a:lnTo>
                          <a:pt x="5167030" y="193752"/>
                        </a:lnTo>
                        <a:lnTo>
                          <a:pt x="5085122" y="193752"/>
                        </a:lnTo>
                        <a:lnTo>
                          <a:pt x="5085122" y="130458"/>
                        </a:lnTo>
                        <a:close/>
                        <a:moveTo>
                          <a:pt x="4980874" y="130458"/>
                        </a:moveTo>
                        <a:lnTo>
                          <a:pt x="5062783" y="130458"/>
                        </a:lnTo>
                        <a:lnTo>
                          <a:pt x="5062783" y="193752"/>
                        </a:lnTo>
                        <a:lnTo>
                          <a:pt x="4980874" y="193752"/>
                        </a:lnTo>
                        <a:lnTo>
                          <a:pt x="4980874" y="130458"/>
                        </a:lnTo>
                        <a:close/>
                        <a:moveTo>
                          <a:pt x="4757933" y="130458"/>
                        </a:moveTo>
                        <a:lnTo>
                          <a:pt x="4958535" y="130458"/>
                        </a:lnTo>
                        <a:lnTo>
                          <a:pt x="4958535" y="193752"/>
                        </a:lnTo>
                        <a:lnTo>
                          <a:pt x="4757933" y="193752"/>
                        </a:lnTo>
                        <a:lnTo>
                          <a:pt x="4757933" y="130458"/>
                        </a:lnTo>
                        <a:close/>
                        <a:moveTo>
                          <a:pt x="2482656" y="193752"/>
                        </a:moveTo>
                        <a:lnTo>
                          <a:pt x="2142585" y="193752"/>
                        </a:lnTo>
                        <a:lnTo>
                          <a:pt x="2142585" y="130458"/>
                        </a:lnTo>
                        <a:lnTo>
                          <a:pt x="2482656" y="130458"/>
                        </a:lnTo>
                        <a:lnTo>
                          <a:pt x="2482656" y="193752"/>
                        </a:lnTo>
                        <a:close/>
                        <a:moveTo>
                          <a:pt x="2586903" y="193752"/>
                        </a:moveTo>
                        <a:lnTo>
                          <a:pt x="2504994" y="193752"/>
                        </a:lnTo>
                        <a:lnTo>
                          <a:pt x="2504994" y="130458"/>
                        </a:lnTo>
                        <a:lnTo>
                          <a:pt x="2586903" y="130458"/>
                        </a:lnTo>
                        <a:lnTo>
                          <a:pt x="2586903" y="193752"/>
                        </a:lnTo>
                        <a:close/>
                        <a:moveTo>
                          <a:pt x="2691151" y="193752"/>
                        </a:moveTo>
                        <a:lnTo>
                          <a:pt x="2609242" y="193752"/>
                        </a:lnTo>
                        <a:lnTo>
                          <a:pt x="2609242" y="130458"/>
                        </a:lnTo>
                        <a:lnTo>
                          <a:pt x="2691151" y="130458"/>
                        </a:lnTo>
                        <a:lnTo>
                          <a:pt x="2691151" y="193752"/>
                        </a:lnTo>
                        <a:close/>
                        <a:moveTo>
                          <a:pt x="2795398" y="193752"/>
                        </a:moveTo>
                        <a:lnTo>
                          <a:pt x="2713490" y="193752"/>
                        </a:lnTo>
                        <a:lnTo>
                          <a:pt x="2713490" y="130458"/>
                        </a:lnTo>
                        <a:lnTo>
                          <a:pt x="2795398" y="130458"/>
                        </a:lnTo>
                        <a:lnTo>
                          <a:pt x="2795398" y="193752"/>
                        </a:lnTo>
                        <a:close/>
                        <a:moveTo>
                          <a:pt x="2899646" y="193752"/>
                        </a:moveTo>
                        <a:lnTo>
                          <a:pt x="2817737" y="193752"/>
                        </a:lnTo>
                        <a:lnTo>
                          <a:pt x="2817737" y="130458"/>
                        </a:lnTo>
                        <a:lnTo>
                          <a:pt x="2899646" y="130458"/>
                        </a:lnTo>
                        <a:lnTo>
                          <a:pt x="2899646" y="193752"/>
                        </a:lnTo>
                        <a:close/>
                        <a:moveTo>
                          <a:pt x="3296755" y="193752"/>
                        </a:moveTo>
                        <a:lnTo>
                          <a:pt x="2921985" y="193752"/>
                        </a:lnTo>
                        <a:lnTo>
                          <a:pt x="2921985" y="130458"/>
                        </a:lnTo>
                        <a:lnTo>
                          <a:pt x="3296755" y="130458"/>
                        </a:lnTo>
                        <a:lnTo>
                          <a:pt x="3296755" y="193752"/>
                        </a:lnTo>
                        <a:close/>
                        <a:moveTo>
                          <a:pt x="3722457" y="193752"/>
                        </a:moveTo>
                        <a:lnTo>
                          <a:pt x="3378664" y="193752"/>
                        </a:lnTo>
                        <a:lnTo>
                          <a:pt x="3378664" y="130458"/>
                        </a:lnTo>
                        <a:lnTo>
                          <a:pt x="3722457" y="130458"/>
                        </a:lnTo>
                        <a:lnTo>
                          <a:pt x="3722457" y="193752"/>
                        </a:lnTo>
                        <a:close/>
                        <a:moveTo>
                          <a:pt x="3826704" y="193752"/>
                        </a:moveTo>
                        <a:lnTo>
                          <a:pt x="3744796" y="193752"/>
                        </a:lnTo>
                        <a:lnTo>
                          <a:pt x="3744796" y="130458"/>
                        </a:lnTo>
                        <a:lnTo>
                          <a:pt x="3826704" y="130458"/>
                        </a:lnTo>
                        <a:lnTo>
                          <a:pt x="3826704" y="193752"/>
                        </a:lnTo>
                        <a:close/>
                        <a:moveTo>
                          <a:pt x="3930952" y="193752"/>
                        </a:moveTo>
                        <a:lnTo>
                          <a:pt x="3849043" y="193752"/>
                        </a:lnTo>
                        <a:lnTo>
                          <a:pt x="3849043" y="130458"/>
                        </a:lnTo>
                        <a:lnTo>
                          <a:pt x="3930952" y="130458"/>
                        </a:lnTo>
                        <a:lnTo>
                          <a:pt x="3930952" y="193752"/>
                        </a:lnTo>
                        <a:close/>
                        <a:moveTo>
                          <a:pt x="4035200" y="193752"/>
                        </a:moveTo>
                        <a:lnTo>
                          <a:pt x="3953291" y="193752"/>
                        </a:lnTo>
                        <a:lnTo>
                          <a:pt x="3953291" y="130458"/>
                        </a:lnTo>
                        <a:lnTo>
                          <a:pt x="4035200" y="130458"/>
                        </a:lnTo>
                        <a:lnTo>
                          <a:pt x="4035200" y="193752"/>
                        </a:lnTo>
                        <a:close/>
                        <a:moveTo>
                          <a:pt x="4139447" y="193752"/>
                        </a:moveTo>
                        <a:lnTo>
                          <a:pt x="4057538" y="193752"/>
                        </a:lnTo>
                        <a:lnTo>
                          <a:pt x="4057538" y="130458"/>
                        </a:lnTo>
                        <a:lnTo>
                          <a:pt x="4139447" y="130458"/>
                        </a:lnTo>
                        <a:lnTo>
                          <a:pt x="4139447" y="193752"/>
                        </a:lnTo>
                        <a:close/>
                        <a:moveTo>
                          <a:pt x="4161786" y="193752"/>
                        </a:moveTo>
                        <a:lnTo>
                          <a:pt x="4161786" y="130458"/>
                        </a:lnTo>
                        <a:lnTo>
                          <a:pt x="4521664" y="130458"/>
                        </a:lnTo>
                        <a:lnTo>
                          <a:pt x="4521664" y="193752"/>
                        </a:lnTo>
                        <a:lnTo>
                          <a:pt x="4161786" y="193752"/>
                        </a:lnTo>
                        <a:close/>
                        <a:moveTo>
                          <a:pt x="4702086" y="312073"/>
                        </a:moveTo>
                        <a:lnTo>
                          <a:pt x="4656962" y="312073"/>
                        </a:lnTo>
                        <a:lnTo>
                          <a:pt x="4656962" y="365015"/>
                        </a:lnTo>
                        <a:lnTo>
                          <a:pt x="4446009" y="365015"/>
                        </a:lnTo>
                        <a:lnTo>
                          <a:pt x="4446009" y="330688"/>
                        </a:lnTo>
                        <a:lnTo>
                          <a:pt x="4485698" y="330688"/>
                        </a:lnTo>
                        <a:lnTo>
                          <a:pt x="4485698" y="308349"/>
                        </a:lnTo>
                        <a:lnTo>
                          <a:pt x="4446009" y="308349"/>
                        </a:lnTo>
                        <a:lnTo>
                          <a:pt x="4446009" y="238429"/>
                        </a:lnTo>
                        <a:lnTo>
                          <a:pt x="4702161" y="238429"/>
                        </a:lnTo>
                        <a:lnTo>
                          <a:pt x="4702161" y="312073"/>
                        </a:lnTo>
                        <a:close/>
                        <a:moveTo>
                          <a:pt x="4702086" y="193752"/>
                        </a:moveTo>
                        <a:lnTo>
                          <a:pt x="4583691" y="193752"/>
                        </a:lnTo>
                        <a:lnTo>
                          <a:pt x="4583691" y="130458"/>
                        </a:lnTo>
                        <a:lnTo>
                          <a:pt x="4702086" y="130458"/>
                        </a:lnTo>
                        <a:lnTo>
                          <a:pt x="4702086" y="193752"/>
                        </a:ln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77" name="AutoShape 277"/>
                  <p:cNvSpPr/>
                  <p:nvPr/>
                </p:nvSpPr>
                <p:spPr>
                  <a:xfrm>
                    <a:off x="9395931" y="302317"/>
                    <a:ext cx="2778346" cy="6686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8346" h="668673">
                        <a:moveTo>
                          <a:pt x="2778272" y="424213"/>
                        </a:moveTo>
                        <a:cubicBezTo>
                          <a:pt x="2401566" y="598455"/>
                          <a:pt x="1982938" y="658845"/>
                          <a:pt x="1519557" y="596222"/>
                        </a:cubicBezTo>
                        <a:cubicBezTo>
                          <a:pt x="1014478" y="528014"/>
                          <a:pt x="486613" y="344017"/>
                          <a:pt x="8712" y="0"/>
                        </a:cubicBezTo>
                        <a:lnTo>
                          <a:pt x="0" y="12063"/>
                        </a:lnTo>
                        <a:cubicBezTo>
                          <a:pt x="479911" y="357495"/>
                          <a:pt x="1001819" y="576340"/>
                          <a:pt x="1509281" y="644920"/>
                        </a:cubicBezTo>
                        <a:cubicBezTo>
                          <a:pt x="1626411" y="660706"/>
                          <a:pt x="1743242" y="668674"/>
                          <a:pt x="1859329" y="668674"/>
                        </a:cubicBezTo>
                        <a:cubicBezTo>
                          <a:pt x="2019722" y="668674"/>
                          <a:pt x="2178477" y="653558"/>
                          <a:pt x="2334177" y="623400"/>
                        </a:cubicBezTo>
                        <a:cubicBezTo>
                          <a:pt x="2489953" y="593243"/>
                          <a:pt x="2638431" y="548640"/>
                          <a:pt x="2778346" y="490187"/>
                        </a:cubicBezTo>
                        <a:lnTo>
                          <a:pt x="2778346" y="424213"/>
                        </a:ln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78" name="AutoShape 278"/>
                  <p:cNvSpPr/>
                  <p:nvPr/>
                </p:nvSpPr>
                <p:spPr>
                  <a:xfrm>
                    <a:off x="9797954" y="290850"/>
                    <a:ext cx="2376248" cy="10693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76248" h="1069356">
                        <a:moveTo>
                          <a:pt x="2376249" y="1033093"/>
                        </a:moveTo>
                        <a:cubicBezTo>
                          <a:pt x="2281682" y="1048135"/>
                          <a:pt x="2184508" y="1055507"/>
                          <a:pt x="2085994" y="1054390"/>
                        </a:cubicBezTo>
                        <a:cubicBezTo>
                          <a:pt x="1718372" y="1050443"/>
                          <a:pt x="1338018" y="938898"/>
                          <a:pt x="955504" y="722808"/>
                        </a:cubicBezTo>
                        <a:cubicBezTo>
                          <a:pt x="585872" y="513940"/>
                          <a:pt x="270150" y="240216"/>
                          <a:pt x="10127" y="0"/>
                        </a:cubicBezTo>
                        <a:lnTo>
                          <a:pt x="0" y="10946"/>
                        </a:lnTo>
                        <a:cubicBezTo>
                          <a:pt x="260693" y="251758"/>
                          <a:pt x="562862" y="552065"/>
                          <a:pt x="933835" y="761603"/>
                        </a:cubicBezTo>
                        <a:cubicBezTo>
                          <a:pt x="1318582" y="978959"/>
                          <a:pt x="1715692" y="1065336"/>
                          <a:pt x="2085845" y="1069282"/>
                        </a:cubicBezTo>
                        <a:cubicBezTo>
                          <a:pt x="2092174" y="1069357"/>
                          <a:pt x="2098429" y="1069357"/>
                          <a:pt x="2104759" y="1069357"/>
                        </a:cubicBezTo>
                        <a:cubicBezTo>
                          <a:pt x="2193592" y="1069357"/>
                          <a:pt x="2284957" y="1064293"/>
                          <a:pt x="2376249" y="1053794"/>
                        </a:cubicBezTo>
                        <a:lnTo>
                          <a:pt x="2376249" y="1033093"/>
                        </a:ln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279" name="Group 279"/>
              <p:cNvGrpSpPr/>
              <p:nvPr/>
            </p:nvGrpSpPr>
            <p:grpSpPr>
              <a:xfrm>
                <a:off x="4997578" y="208495"/>
                <a:ext cx="3962300" cy="2655968"/>
                <a:chOff x="4997578" y="208495"/>
                <a:chExt cx="3962300" cy="2655968"/>
              </a:xfrm>
            </p:grpSpPr>
            <p:grpSp>
              <p:nvGrpSpPr>
                <p:cNvPr id="280" name="Group 280"/>
                <p:cNvGrpSpPr/>
                <p:nvPr/>
              </p:nvGrpSpPr>
              <p:grpSpPr>
                <a:xfrm>
                  <a:off x="4997578" y="208495"/>
                  <a:ext cx="1125873" cy="947089"/>
                  <a:chOff x="4997578" y="208495"/>
                  <a:chExt cx="1125873" cy="947089"/>
                </a:xfrm>
              </p:grpSpPr>
              <p:grpSp>
                <p:nvGrpSpPr>
                  <p:cNvPr id="281" name="Group 281"/>
                  <p:cNvGrpSpPr/>
                  <p:nvPr/>
                </p:nvGrpSpPr>
                <p:grpSpPr>
                  <a:xfrm>
                    <a:off x="4997578" y="208495"/>
                    <a:ext cx="1125873" cy="947089"/>
                    <a:chOff x="4997578" y="208495"/>
                    <a:chExt cx="1125873" cy="947089"/>
                  </a:xfrm>
                </p:grpSpPr>
                <p:sp>
                  <p:nvSpPr>
                    <p:cNvPr id="282" name="AutoShape 282"/>
                    <p:cNvSpPr/>
                    <p:nvPr/>
                  </p:nvSpPr>
                  <p:spPr>
                    <a:xfrm>
                      <a:off x="4997578" y="208495"/>
                      <a:ext cx="1125873" cy="9470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25873" h="947013">
                          <a:moveTo>
                            <a:pt x="156818" y="0"/>
                          </a:moveTo>
                          <a:lnTo>
                            <a:pt x="0" y="3351"/>
                          </a:lnTo>
                          <a:cubicBezTo>
                            <a:pt x="198889" y="323987"/>
                            <a:pt x="407310" y="638740"/>
                            <a:pt x="624815" y="947015"/>
                          </a:cubicBezTo>
                          <a:cubicBezTo>
                            <a:pt x="791835" y="891168"/>
                            <a:pt x="958854" y="835321"/>
                            <a:pt x="1125874" y="779474"/>
                          </a:cubicBezTo>
                          <a:cubicBezTo>
                            <a:pt x="1074346" y="519674"/>
                            <a:pt x="1022817" y="259800"/>
                            <a:pt x="971215" y="0"/>
                          </a:cubicBezTo>
                          <a:lnTo>
                            <a:pt x="156818" y="0"/>
                          </a:lnTo>
                          <a:close/>
                        </a:path>
                      </a:pathLst>
                    </a:custGeom>
                    <a:solidFill>
                      <a:srgbClr val="809CAA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83" name="AutoShape 283"/>
                    <p:cNvSpPr/>
                    <p:nvPr/>
                  </p:nvSpPr>
                  <p:spPr>
                    <a:xfrm>
                      <a:off x="4997578" y="208495"/>
                      <a:ext cx="1006807" cy="2509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06807" h="250938">
                          <a:moveTo>
                            <a:pt x="156818" y="0"/>
                          </a:moveTo>
                          <a:lnTo>
                            <a:pt x="0" y="3351"/>
                          </a:lnTo>
                          <a:cubicBezTo>
                            <a:pt x="51454" y="86302"/>
                            <a:pt x="103577" y="168807"/>
                            <a:pt x="156297" y="250939"/>
                          </a:cubicBezTo>
                          <a:cubicBezTo>
                            <a:pt x="163371" y="206410"/>
                            <a:pt x="180348" y="166796"/>
                            <a:pt x="214080" y="141479"/>
                          </a:cubicBezTo>
                          <a:cubicBezTo>
                            <a:pt x="310881" y="67016"/>
                            <a:pt x="452360" y="74463"/>
                            <a:pt x="489591" y="201049"/>
                          </a:cubicBezTo>
                          <a:cubicBezTo>
                            <a:pt x="663610" y="178710"/>
                            <a:pt x="834949" y="175210"/>
                            <a:pt x="1006808" y="179082"/>
                          </a:cubicBezTo>
                          <a:cubicBezTo>
                            <a:pt x="994968" y="119363"/>
                            <a:pt x="983129" y="59644"/>
                            <a:pt x="971289" y="0"/>
                          </a:cubicBezTo>
                          <a:lnTo>
                            <a:pt x="156818" y="0"/>
                          </a:ln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84" name="AutoShape 284"/>
                    <p:cNvSpPr/>
                    <p:nvPr/>
                  </p:nvSpPr>
                  <p:spPr>
                    <a:xfrm>
                      <a:off x="5461478" y="423292"/>
                      <a:ext cx="661973" cy="7322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61973" h="732291">
                          <a:moveTo>
                            <a:pt x="661974" y="564676"/>
                          </a:moveTo>
                          <a:cubicBezTo>
                            <a:pt x="633380" y="420442"/>
                            <a:pt x="604712" y="276208"/>
                            <a:pt x="576118" y="132049"/>
                          </a:cubicBezTo>
                          <a:cubicBezTo>
                            <a:pt x="467031" y="-7345"/>
                            <a:pt x="236272" y="-41002"/>
                            <a:pt x="115047" y="53267"/>
                          </a:cubicBezTo>
                          <a:cubicBezTo>
                            <a:pt x="-48920" y="193108"/>
                            <a:pt x="-16082" y="417315"/>
                            <a:pt x="79975" y="616651"/>
                          </a:cubicBezTo>
                          <a:cubicBezTo>
                            <a:pt x="106781" y="655297"/>
                            <a:pt x="133811" y="693794"/>
                            <a:pt x="160916" y="732291"/>
                          </a:cubicBezTo>
                          <a:cubicBezTo>
                            <a:pt x="327935" y="676370"/>
                            <a:pt x="494954" y="620523"/>
                            <a:pt x="661974" y="564676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85" name="AutoShape 285"/>
                    <p:cNvSpPr/>
                    <p:nvPr/>
                  </p:nvSpPr>
                  <p:spPr>
                    <a:xfrm>
                      <a:off x="5506671" y="501372"/>
                      <a:ext cx="591744" cy="6067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744" h="606764">
                          <a:moveTo>
                            <a:pt x="571060" y="499925"/>
                          </a:moveTo>
                          <a:cubicBezTo>
                            <a:pt x="601590" y="455471"/>
                            <a:pt x="592208" y="395975"/>
                            <a:pt x="581485" y="343107"/>
                          </a:cubicBezTo>
                          <a:cubicBezTo>
                            <a:pt x="559593" y="234838"/>
                            <a:pt x="531148" y="116070"/>
                            <a:pt x="440900" y="52479"/>
                          </a:cubicBezTo>
                          <a:cubicBezTo>
                            <a:pt x="381553" y="10632"/>
                            <a:pt x="305452" y="951"/>
                            <a:pt x="232851" y="58"/>
                          </a:cubicBezTo>
                          <a:cubicBezTo>
                            <a:pt x="168739" y="-761"/>
                            <a:pt x="98893" y="6685"/>
                            <a:pt x="52578" y="50990"/>
                          </a:cubicBezTo>
                          <a:cubicBezTo>
                            <a:pt x="-3865" y="104827"/>
                            <a:pt x="-6024" y="193809"/>
                            <a:pt x="5741" y="270953"/>
                          </a:cubicBezTo>
                          <a:cubicBezTo>
                            <a:pt x="18176" y="352563"/>
                            <a:pt x="41706" y="432536"/>
                            <a:pt x="75512" y="507892"/>
                          </a:cubicBezTo>
                          <a:cubicBezTo>
                            <a:pt x="91745" y="544081"/>
                            <a:pt x="112892" y="581685"/>
                            <a:pt x="149081" y="597769"/>
                          </a:cubicBezTo>
                          <a:cubicBezTo>
                            <a:pt x="180355" y="611693"/>
                            <a:pt x="216470" y="606704"/>
                            <a:pt x="250276" y="601045"/>
                          </a:cubicBezTo>
                          <a:cubicBezTo>
                            <a:pt x="313494" y="590471"/>
                            <a:pt x="376564" y="578706"/>
                            <a:pt x="439411" y="565675"/>
                          </a:cubicBezTo>
                          <a:cubicBezTo>
                            <a:pt x="488630" y="555399"/>
                            <a:pt x="542541" y="541400"/>
                            <a:pt x="571060" y="499925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86" name="AutoShape 286"/>
                    <p:cNvSpPr/>
                    <p:nvPr/>
                  </p:nvSpPr>
                  <p:spPr>
                    <a:xfrm>
                      <a:off x="5239703" y="329124"/>
                      <a:ext cx="209393" cy="3344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9392" h="334485">
                          <a:moveTo>
                            <a:pt x="107254" y="334486"/>
                          </a:moveTo>
                          <a:lnTo>
                            <a:pt x="107254" y="334486"/>
                          </a:lnTo>
                          <a:cubicBezTo>
                            <a:pt x="103233" y="334486"/>
                            <a:pt x="99212" y="334114"/>
                            <a:pt x="95414" y="333443"/>
                          </a:cubicBezTo>
                          <a:cubicBezTo>
                            <a:pt x="52002" y="325699"/>
                            <a:pt x="29515" y="279681"/>
                            <a:pt x="19983" y="252949"/>
                          </a:cubicBezTo>
                          <a:cubicBezTo>
                            <a:pt x="1368" y="200900"/>
                            <a:pt x="-4366" y="144383"/>
                            <a:pt x="3304" y="89653"/>
                          </a:cubicBezTo>
                          <a:cubicBezTo>
                            <a:pt x="9037" y="48848"/>
                            <a:pt x="23856" y="21445"/>
                            <a:pt x="47460" y="8265"/>
                          </a:cubicBezTo>
                          <a:cubicBezTo>
                            <a:pt x="67342" y="-2829"/>
                            <a:pt x="94893" y="-2681"/>
                            <a:pt x="117902" y="8265"/>
                          </a:cubicBezTo>
                          <a:cubicBezTo>
                            <a:pt x="136592" y="17126"/>
                            <a:pt x="153793" y="32764"/>
                            <a:pt x="169132" y="54805"/>
                          </a:cubicBezTo>
                          <a:cubicBezTo>
                            <a:pt x="207629" y="110205"/>
                            <a:pt x="219394" y="181987"/>
                            <a:pt x="200630" y="246769"/>
                          </a:cubicBezTo>
                          <a:cubicBezTo>
                            <a:pt x="192885" y="273576"/>
                            <a:pt x="180897" y="294797"/>
                            <a:pt x="165111" y="309913"/>
                          </a:cubicBezTo>
                          <a:cubicBezTo>
                            <a:pt x="148729" y="325550"/>
                            <a:pt x="127656" y="334486"/>
                            <a:pt x="107254" y="334486"/>
                          </a:cubicBezTo>
                          <a:close/>
                          <a:moveTo>
                            <a:pt x="81192" y="14669"/>
                          </a:moveTo>
                          <a:cubicBezTo>
                            <a:pt x="71512" y="14669"/>
                            <a:pt x="62353" y="16903"/>
                            <a:pt x="54683" y="21222"/>
                          </a:cubicBezTo>
                          <a:cubicBezTo>
                            <a:pt x="35397" y="32019"/>
                            <a:pt x="23036" y="55698"/>
                            <a:pt x="18048" y="91663"/>
                          </a:cubicBezTo>
                          <a:cubicBezTo>
                            <a:pt x="10750" y="144085"/>
                            <a:pt x="16260" y="198070"/>
                            <a:pt x="33982" y="247886"/>
                          </a:cubicBezTo>
                          <a:cubicBezTo>
                            <a:pt x="42397" y="271565"/>
                            <a:pt x="61980" y="312296"/>
                            <a:pt x="97946" y="318700"/>
                          </a:cubicBezTo>
                          <a:cubicBezTo>
                            <a:pt x="116934" y="322051"/>
                            <a:pt x="138602" y="314530"/>
                            <a:pt x="154761" y="299042"/>
                          </a:cubicBezTo>
                          <a:cubicBezTo>
                            <a:pt x="168611" y="285787"/>
                            <a:pt x="179184" y="266799"/>
                            <a:pt x="186258" y="242525"/>
                          </a:cubicBezTo>
                          <a:cubicBezTo>
                            <a:pt x="203831" y="181987"/>
                            <a:pt x="192885" y="114970"/>
                            <a:pt x="156846" y="63219"/>
                          </a:cubicBezTo>
                          <a:cubicBezTo>
                            <a:pt x="143070" y="43337"/>
                            <a:pt x="127805" y="29413"/>
                            <a:pt x="111498" y="21669"/>
                          </a:cubicBezTo>
                          <a:cubicBezTo>
                            <a:pt x="101892" y="17126"/>
                            <a:pt x="91393" y="14669"/>
                            <a:pt x="81192" y="14669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87" name="AutoShape 287"/>
                    <p:cNvSpPr/>
                    <p:nvPr/>
                  </p:nvSpPr>
                  <p:spPr>
                    <a:xfrm>
                      <a:off x="5285096" y="403187"/>
                      <a:ext cx="106115" cy="2016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6115" h="201600">
                          <a:moveTo>
                            <a:pt x="105048" y="117083"/>
                          </a:moveTo>
                          <a:cubicBezTo>
                            <a:pt x="107803" y="78139"/>
                            <a:pt x="107431" y="32195"/>
                            <a:pt x="76008" y="9038"/>
                          </a:cubicBezTo>
                          <a:cubicBezTo>
                            <a:pt x="66104" y="1740"/>
                            <a:pt x="53073" y="-2281"/>
                            <a:pt x="41308" y="1368"/>
                          </a:cubicBezTo>
                          <a:cubicBezTo>
                            <a:pt x="25373" y="6357"/>
                            <a:pt x="16661" y="23334"/>
                            <a:pt x="11523" y="39195"/>
                          </a:cubicBezTo>
                          <a:cubicBezTo>
                            <a:pt x="1545" y="69725"/>
                            <a:pt x="-2029" y="102265"/>
                            <a:pt x="1098" y="134209"/>
                          </a:cubicBezTo>
                          <a:cubicBezTo>
                            <a:pt x="4077" y="164888"/>
                            <a:pt x="20757" y="201151"/>
                            <a:pt x="51584" y="201598"/>
                          </a:cubicBezTo>
                          <a:cubicBezTo>
                            <a:pt x="70051" y="201821"/>
                            <a:pt x="86358" y="187822"/>
                            <a:pt x="94400" y="171143"/>
                          </a:cubicBezTo>
                          <a:cubicBezTo>
                            <a:pt x="102442" y="154463"/>
                            <a:pt x="103708" y="135549"/>
                            <a:pt x="105048" y="117083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288" name="AutoShape 288"/>
                  <p:cNvSpPr/>
                  <p:nvPr/>
                </p:nvSpPr>
                <p:spPr>
                  <a:xfrm>
                    <a:off x="5577606" y="549483"/>
                    <a:ext cx="380762" cy="3073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0762" h="307356">
                        <a:moveTo>
                          <a:pt x="165193" y="143911"/>
                        </a:moveTo>
                        <a:cubicBezTo>
                          <a:pt x="192446" y="117775"/>
                          <a:pt x="230050" y="104446"/>
                          <a:pt x="267654" y="100053"/>
                        </a:cubicBezTo>
                        <a:cubicBezTo>
                          <a:pt x="305183" y="95660"/>
                          <a:pt x="343158" y="99457"/>
                          <a:pt x="380762" y="103180"/>
                        </a:cubicBezTo>
                        <a:cubicBezTo>
                          <a:pt x="358349" y="60364"/>
                          <a:pt x="314491" y="31994"/>
                          <a:pt x="268249" y="17846"/>
                        </a:cubicBezTo>
                        <a:cubicBezTo>
                          <a:pt x="222008" y="3698"/>
                          <a:pt x="173086" y="1986"/>
                          <a:pt x="124760" y="348"/>
                        </a:cubicBezTo>
                        <a:cubicBezTo>
                          <a:pt x="98400" y="-546"/>
                          <a:pt x="70030" y="-844"/>
                          <a:pt x="48361" y="14198"/>
                        </a:cubicBezTo>
                        <a:cubicBezTo>
                          <a:pt x="22672" y="32069"/>
                          <a:pt x="14406" y="65800"/>
                          <a:pt x="9790" y="96702"/>
                        </a:cubicBezTo>
                        <a:cubicBezTo>
                          <a:pt x="-709" y="166325"/>
                          <a:pt x="-2794" y="237287"/>
                          <a:pt x="3684" y="307357"/>
                        </a:cubicBezTo>
                        <a:cubicBezTo>
                          <a:pt x="14704" y="244883"/>
                          <a:pt x="32799" y="183674"/>
                          <a:pt x="57520" y="125296"/>
                        </a:cubicBezTo>
                        <a:cubicBezTo>
                          <a:pt x="61988" y="114722"/>
                          <a:pt x="67498" y="103404"/>
                          <a:pt x="77849" y="98638"/>
                        </a:cubicBezTo>
                        <a:cubicBezTo>
                          <a:pt x="93486" y="91341"/>
                          <a:pt x="111431" y="102361"/>
                          <a:pt x="123717" y="114499"/>
                        </a:cubicBezTo>
                        <a:cubicBezTo>
                          <a:pt x="135929" y="126785"/>
                          <a:pt x="148067" y="141603"/>
                          <a:pt x="165193" y="143911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89" name="AutoShape 289"/>
                  <p:cNvSpPr/>
                  <p:nvPr/>
                </p:nvSpPr>
                <p:spPr>
                  <a:xfrm>
                    <a:off x="5768787" y="670136"/>
                    <a:ext cx="232918" cy="45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918" h="45523">
                        <a:moveTo>
                          <a:pt x="86525" y="3452"/>
                        </a:moveTo>
                        <a:cubicBezTo>
                          <a:pt x="113183" y="27"/>
                          <a:pt x="140436" y="-2133"/>
                          <a:pt x="166796" y="3303"/>
                        </a:cubicBezTo>
                        <a:cubicBezTo>
                          <a:pt x="193156" y="8739"/>
                          <a:pt x="218696" y="22738"/>
                          <a:pt x="232919" y="45523"/>
                        </a:cubicBezTo>
                        <a:cubicBezTo>
                          <a:pt x="158680" y="18940"/>
                          <a:pt x="76845" y="14026"/>
                          <a:pt x="0" y="31673"/>
                        </a:cubicBezTo>
                        <a:cubicBezTo>
                          <a:pt x="24573" y="13281"/>
                          <a:pt x="56070" y="7324"/>
                          <a:pt x="86525" y="3452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290" name="Group 290"/>
                <p:cNvGrpSpPr/>
                <p:nvPr/>
              </p:nvGrpSpPr>
              <p:grpSpPr>
                <a:xfrm>
                  <a:off x="5652442" y="733156"/>
                  <a:ext cx="623334" cy="934625"/>
                  <a:chOff x="5652442" y="733156"/>
                  <a:chExt cx="623334" cy="934625"/>
                </a:xfrm>
              </p:grpSpPr>
              <p:sp>
                <p:nvSpPr>
                  <p:cNvPr id="291" name="AutoShape 291"/>
                  <p:cNvSpPr/>
                  <p:nvPr/>
                </p:nvSpPr>
                <p:spPr>
                  <a:xfrm>
                    <a:off x="5652442" y="733156"/>
                    <a:ext cx="623332" cy="934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3332" h="934624">
                        <a:moveTo>
                          <a:pt x="360284" y="44382"/>
                        </a:moveTo>
                        <a:cubicBezTo>
                          <a:pt x="494987" y="204104"/>
                          <a:pt x="584565" y="401504"/>
                          <a:pt x="616138" y="608063"/>
                        </a:cubicBezTo>
                        <a:cubicBezTo>
                          <a:pt x="630955" y="704939"/>
                          <a:pt x="628126" y="816930"/>
                          <a:pt x="556567" y="883872"/>
                        </a:cubicBezTo>
                        <a:cubicBezTo>
                          <a:pt x="501391" y="935475"/>
                          <a:pt x="416057" y="945900"/>
                          <a:pt x="343902" y="923412"/>
                        </a:cubicBezTo>
                        <a:cubicBezTo>
                          <a:pt x="271748" y="900924"/>
                          <a:pt x="211508" y="849992"/>
                          <a:pt x="162810" y="792209"/>
                        </a:cubicBezTo>
                        <a:cubicBezTo>
                          <a:pt x="13959" y="615584"/>
                          <a:pt x="-38239" y="362113"/>
                          <a:pt x="28777" y="141034"/>
                        </a:cubicBezTo>
                        <a:cubicBezTo>
                          <a:pt x="43148" y="93527"/>
                          <a:pt x="64072" y="45573"/>
                          <a:pt x="102793" y="14522"/>
                        </a:cubicBezTo>
                        <a:cubicBezTo>
                          <a:pt x="141513" y="-16603"/>
                          <a:pt x="328265" y="6480"/>
                          <a:pt x="360284" y="44382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92" name="AutoShape 292"/>
                  <p:cNvSpPr/>
                  <p:nvPr/>
                </p:nvSpPr>
                <p:spPr>
                  <a:xfrm>
                    <a:off x="5766999" y="733184"/>
                    <a:ext cx="508776" cy="93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8775" h="930383">
                        <a:moveTo>
                          <a:pt x="501580" y="608035"/>
                        </a:moveTo>
                        <a:cubicBezTo>
                          <a:pt x="470008" y="401476"/>
                          <a:pt x="380429" y="204076"/>
                          <a:pt x="245726" y="44353"/>
                        </a:cubicBezTo>
                        <a:cubicBezTo>
                          <a:pt x="216239" y="9356"/>
                          <a:pt x="55177" y="-12908"/>
                          <a:pt x="0" y="8239"/>
                        </a:cubicBezTo>
                        <a:cubicBezTo>
                          <a:pt x="193230" y="153218"/>
                          <a:pt x="316838" y="401848"/>
                          <a:pt x="338209" y="636926"/>
                        </a:cubicBezTo>
                        <a:cubicBezTo>
                          <a:pt x="347219" y="733132"/>
                          <a:pt x="351389" y="831795"/>
                          <a:pt x="347293" y="930383"/>
                        </a:cubicBezTo>
                        <a:cubicBezTo>
                          <a:pt x="382589" y="923607"/>
                          <a:pt x="415799" y="908491"/>
                          <a:pt x="442084" y="883844"/>
                        </a:cubicBezTo>
                        <a:cubicBezTo>
                          <a:pt x="513568" y="816902"/>
                          <a:pt x="516398" y="704911"/>
                          <a:pt x="501580" y="608035"/>
                        </a:cubicBezTo>
                        <a:close/>
                      </a:path>
                    </a:pathLst>
                  </a:custGeom>
                  <a:solidFill>
                    <a:srgbClr val="007888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93" name="AutoShape 293"/>
                  <p:cNvSpPr/>
                  <p:nvPr/>
                </p:nvSpPr>
                <p:spPr>
                  <a:xfrm>
                    <a:off x="5678303" y="813130"/>
                    <a:ext cx="353018" cy="7699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3018" h="769938">
                        <a:moveTo>
                          <a:pt x="352740" y="613348"/>
                        </a:moveTo>
                        <a:cubicBezTo>
                          <a:pt x="353857" y="646037"/>
                          <a:pt x="352070" y="679769"/>
                          <a:pt x="338816" y="709702"/>
                        </a:cubicBezTo>
                        <a:cubicBezTo>
                          <a:pt x="325562" y="739636"/>
                          <a:pt x="298755" y="765326"/>
                          <a:pt x="266289" y="769347"/>
                        </a:cubicBezTo>
                        <a:cubicBezTo>
                          <a:pt x="213198" y="775900"/>
                          <a:pt x="171201" y="726829"/>
                          <a:pt x="142533" y="681705"/>
                        </a:cubicBezTo>
                        <a:cubicBezTo>
                          <a:pt x="77155" y="578797"/>
                          <a:pt x="22648" y="466359"/>
                          <a:pt x="5373" y="345655"/>
                        </a:cubicBezTo>
                        <a:cubicBezTo>
                          <a:pt x="-11903" y="224951"/>
                          <a:pt x="11627" y="94716"/>
                          <a:pt x="88398" y="0"/>
                        </a:cubicBezTo>
                        <a:cubicBezTo>
                          <a:pt x="216548" y="186007"/>
                          <a:pt x="345294" y="387652"/>
                          <a:pt x="352740" y="613348"/>
                        </a:cubicBezTo>
                        <a:close/>
                      </a:path>
                    </a:pathLst>
                  </a:custGeom>
                  <a:solidFill>
                    <a:srgbClr val="00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94" name="AutoShape 294"/>
                  <p:cNvSpPr/>
                  <p:nvPr/>
                </p:nvSpPr>
                <p:spPr>
                  <a:xfrm>
                    <a:off x="5887568" y="1343824"/>
                    <a:ext cx="91741" cy="165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741" h="165959">
                        <a:moveTo>
                          <a:pt x="89341" y="94122"/>
                        </a:moveTo>
                        <a:cubicBezTo>
                          <a:pt x="91947" y="72156"/>
                          <a:pt x="94404" y="48849"/>
                          <a:pt x="85394" y="28595"/>
                        </a:cubicBezTo>
                        <a:cubicBezTo>
                          <a:pt x="76459" y="8341"/>
                          <a:pt x="51588" y="-6626"/>
                          <a:pt x="31707" y="2980"/>
                        </a:cubicBezTo>
                        <a:cubicBezTo>
                          <a:pt x="18750" y="9235"/>
                          <a:pt x="11825" y="23606"/>
                          <a:pt x="7581" y="37382"/>
                        </a:cubicBezTo>
                        <a:cubicBezTo>
                          <a:pt x="-1206" y="66050"/>
                          <a:pt x="-2397" y="97026"/>
                          <a:pt x="4230" y="126290"/>
                        </a:cubicBezTo>
                        <a:cubicBezTo>
                          <a:pt x="7581" y="141182"/>
                          <a:pt x="14283" y="157117"/>
                          <a:pt x="28207" y="163447"/>
                        </a:cubicBezTo>
                        <a:cubicBezTo>
                          <a:pt x="44663" y="170893"/>
                          <a:pt x="64843" y="160841"/>
                          <a:pt x="74821" y="145799"/>
                        </a:cubicBezTo>
                        <a:cubicBezTo>
                          <a:pt x="84799" y="130758"/>
                          <a:pt x="87181" y="112068"/>
                          <a:pt x="89341" y="94122"/>
                        </a:cubicBezTo>
                        <a:close/>
                      </a:path>
                    </a:pathLst>
                  </a:custGeom>
                  <a:solidFill>
                    <a:srgbClr val="007888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295" name="Group 295"/>
                <p:cNvGrpSpPr/>
                <p:nvPr/>
              </p:nvGrpSpPr>
              <p:grpSpPr>
                <a:xfrm>
                  <a:off x="6031230" y="500537"/>
                  <a:ext cx="2276863" cy="1633633"/>
                  <a:chOff x="6031230" y="500537"/>
                  <a:chExt cx="2276863" cy="1633633"/>
                </a:xfrm>
              </p:grpSpPr>
              <p:grpSp>
                <p:nvGrpSpPr>
                  <p:cNvPr id="296" name="Group 296"/>
                  <p:cNvGrpSpPr/>
                  <p:nvPr/>
                </p:nvGrpSpPr>
                <p:grpSpPr>
                  <a:xfrm>
                    <a:off x="6031230" y="500537"/>
                    <a:ext cx="2276863" cy="1633633"/>
                    <a:chOff x="6031230" y="500537"/>
                    <a:chExt cx="2276863" cy="1633633"/>
                  </a:xfrm>
                </p:grpSpPr>
                <p:sp>
                  <p:nvSpPr>
                    <p:cNvPr id="297" name="AutoShape 297"/>
                    <p:cNvSpPr/>
                    <p:nvPr/>
                  </p:nvSpPr>
                  <p:spPr>
                    <a:xfrm>
                      <a:off x="6031230" y="500537"/>
                      <a:ext cx="2276863" cy="16336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76863" h="1633633">
                          <a:moveTo>
                            <a:pt x="1824" y="1326327"/>
                          </a:moveTo>
                          <a:cubicBezTo>
                            <a:pt x="-8303" y="1133767"/>
                            <a:pt x="22450" y="933090"/>
                            <a:pt x="126772" y="763688"/>
                          </a:cubicBezTo>
                          <a:cubicBezTo>
                            <a:pt x="706165" y="469933"/>
                            <a:pt x="1304993" y="214527"/>
                            <a:pt x="1918191" y="0"/>
                          </a:cubicBezTo>
                          <a:cubicBezTo>
                            <a:pt x="2373456" y="233217"/>
                            <a:pt x="2297653" y="504633"/>
                            <a:pt x="2212244" y="776719"/>
                          </a:cubicBezTo>
                          <a:cubicBezTo>
                            <a:pt x="1550794" y="1017233"/>
                            <a:pt x="884651" y="1259981"/>
                            <a:pt x="281654" y="1622837"/>
                          </a:cubicBezTo>
                          <a:cubicBezTo>
                            <a:pt x="275622" y="1626485"/>
                            <a:pt x="269516" y="1630060"/>
                            <a:pt x="263187" y="1633634"/>
                          </a:cubicBezTo>
                          <a:cubicBezTo>
                            <a:pt x="118879" y="1597296"/>
                            <a:pt x="7855" y="1520078"/>
                            <a:pt x="1824" y="1326327"/>
                          </a:cubicBezTo>
                          <a:close/>
                        </a:path>
                      </a:pathLst>
                    </a:custGeom>
                    <a:solidFill>
                      <a:srgbClr val="809CAA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98" name="AutoShape 298"/>
                    <p:cNvSpPr/>
                    <p:nvPr/>
                  </p:nvSpPr>
                  <p:spPr>
                    <a:xfrm>
                      <a:off x="6060084" y="500537"/>
                      <a:ext cx="1963204" cy="10027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63204" h="1002787">
                          <a:moveTo>
                            <a:pt x="52571" y="958929"/>
                          </a:moveTo>
                          <a:cubicBezTo>
                            <a:pt x="663163" y="601508"/>
                            <a:pt x="1221632" y="251534"/>
                            <a:pt x="1891795" y="50486"/>
                          </a:cubicBezTo>
                          <a:cubicBezTo>
                            <a:pt x="1914804" y="43263"/>
                            <a:pt x="1938707" y="40582"/>
                            <a:pt x="1963205" y="40954"/>
                          </a:cubicBezTo>
                          <a:cubicBezTo>
                            <a:pt x="1940270" y="27179"/>
                            <a:pt x="1915772" y="13552"/>
                            <a:pt x="1889338" y="0"/>
                          </a:cubicBezTo>
                          <a:cubicBezTo>
                            <a:pt x="1276139" y="214527"/>
                            <a:pt x="677311" y="469859"/>
                            <a:pt x="97918" y="763688"/>
                          </a:cubicBezTo>
                          <a:cubicBezTo>
                            <a:pt x="51900" y="838448"/>
                            <a:pt x="20179" y="919240"/>
                            <a:pt x="0" y="1002787"/>
                          </a:cubicBezTo>
                          <a:cubicBezTo>
                            <a:pt x="15339" y="984842"/>
                            <a:pt x="33434" y="969875"/>
                            <a:pt x="52571" y="958929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99" name="AutoShape 299"/>
                    <p:cNvSpPr/>
                    <p:nvPr/>
                  </p:nvSpPr>
                  <p:spPr>
                    <a:xfrm>
                      <a:off x="6038415" y="544619"/>
                      <a:ext cx="2269594" cy="1589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69594" h="1589551">
                          <a:moveTo>
                            <a:pt x="1989937" y="0"/>
                          </a:moveTo>
                          <a:cubicBezTo>
                            <a:pt x="1957918" y="2830"/>
                            <a:pt x="1925974" y="6999"/>
                            <a:pt x="1894252" y="12361"/>
                          </a:cubicBezTo>
                          <a:cubicBezTo>
                            <a:pt x="1777421" y="48028"/>
                            <a:pt x="1663940" y="88089"/>
                            <a:pt x="1552991" y="132022"/>
                          </a:cubicBezTo>
                          <a:cubicBezTo>
                            <a:pt x="1422160" y="208570"/>
                            <a:pt x="1315977" y="319072"/>
                            <a:pt x="1258194" y="468072"/>
                          </a:cubicBezTo>
                          <a:cubicBezTo>
                            <a:pt x="1206070" y="587212"/>
                            <a:pt x="1176285" y="743583"/>
                            <a:pt x="1228409" y="877616"/>
                          </a:cubicBezTo>
                          <a:cubicBezTo>
                            <a:pt x="1101822" y="944632"/>
                            <a:pt x="967790" y="1019094"/>
                            <a:pt x="833757" y="1078664"/>
                          </a:cubicBezTo>
                          <a:cubicBezTo>
                            <a:pt x="595477" y="1175466"/>
                            <a:pt x="372089" y="1272267"/>
                            <a:pt x="141255" y="1369068"/>
                          </a:cubicBezTo>
                          <a:cubicBezTo>
                            <a:pt x="88462" y="1391035"/>
                            <a:pt x="40880" y="1371451"/>
                            <a:pt x="0" y="1339432"/>
                          </a:cubicBezTo>
                          <a:cubicBezTo>
                            <a:pt x="24424" y="1491708"/>
                            <a:pt x="126810" y="1557012"/>
                            <a:pt x="256002" y="1589552"/>
                          </a:cubicBezTo>
                          <a:cubicBezTo>
                            <a:pt x="262257" y="1585978"/>
                            <a:pt x="268437" y="1582403"/>
                            <a:pt x="274469" y="1578755"/>
                          </a:cubicBezTo>
                          <a:cubicBezTo>
                            <a:pt x="877541" y="1215899"/>
                            <a:pt x="1543683" y="973151"/>
                            <a:pt x="2205059" y="732637"/>
                          </a:cubicBezTo>
                          <a:cubicBezTo>
                            <a:pt x="2285106" y="477528"/>
                            <a:pt x="2356591" y="222941"/>
                            <a:pt x="1989937" y="0"/>
                          </a:cubicBezTo>
                          <a:close/>
                        </a:path>
                      </a:pathLst>
                    </a:custGeom>
                    <a:solidFill>
                      <a:srgbClr val="5FBBB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00" name="AutoShape 300"/>
                    <p:cNvSpPr/>
                    <p:nvPr/>
                  </p:nvSpPr>
                  <p:spPr>
                    <a:xfrm>
                      <a:off x="6148173" y="1129820"/>
                      <a:ext cx="2137595" cy="1004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37595" h="1004349">
                          <a:moveTo>
                            <a:pt x="2071771" y="31796"/>
                          </a:moveTo>
                          <a:cubicBezTo>
                            <a:pt x="1394162" y="329646"/>
                            <a:pt x="731446" y="620050"/>
                            <a:pt x="53836" y="932792"/>
                          </a:cubicBezTo>
                          <a:cubicBezTo>
                            <a:pt x="35891" y="941728"/>
                            <a:pt x="17946" y="943440"/>
                            <a:pt x="0" y="940909"/>
                          </a:cubicBezTo>
                          <a:cubicBezTo>
                            <a:pt x="41327" y="970768"/>
                            <a:pt x="91365" y="990575"/>
                            <a:pt x="146245" y="1004351"/>
                          </a:cubicBezTo>
                          <a:cubicBezTo>
                            <a:pt x="152499" y="1000777"/>
                            <a:pt x="158680" y="997202"/>
                            <a:pt x="164711" y="993554"/>
                          </a:cubicBezTo>
                          <a:cubicBezTo>
                            <a:pt x="767783" y="630698"/>
                            <a:pt x="1433925" y="387950"/>
                            <a:pt x="2095301" y="147436"/>
                          </a:cubicBezTo>
                          <a:cubicBezTo>
                            <a:pt x="2110715" y="98216"/>
                            <a:pt x="2125831" y="48996"/>
                            <a:pt x="2137596" y="0"/>
                          </a:cubicBezTo>
                          <a:cubicBezTo>
                            <a:pt x="2115853" y="10946"/>
                            <a:pt x="2094036" y="21594"/>
                            <a:pt x="2071771" y="31796"/>
                          </a:cubicBezTo>
                          <a:close/>
                        </a:path>
                      </a:pathLst>
                    </a:custGeom>
                    <a:solidFill>
                      <a:srgbClr val="809CAA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01" name="AutoShape 301"/>
                    <p:cNvSpPr/>
                    <p:nvPr/>
                  </p:nvSpPr>
                  <p:spPr>
                    <a:xfrm>
                      <a:off x="7320082" y="618291"/>
                      <a:ext cx="952251" cy="8446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2251" h="844687">
                          <a:moveTo>
                            <a:pt x="59776" y="376081"/>
                          </a:moveTo>
                          <a:cubicBezTo>
                            <a:pt x="139973" y="226337"/>
                            <a:pt x="272069" y="127078"/>
                            <a:pt x="409750" y="62296"/>
                          </a:cubicBezTo>
                          <a:cubicBezTo>
                            <a:pt x="516455" y="12108"/>
                            <a:pt x="634478" y="-20357"/>
                            <a:pt x="745204" y="14640"/>
                          </a:cubicBezTo>
                          <a:cubicBezTo>
                            <a:pt x="855930" y="49637"/>
                            <a:pt x="954593" y="168480"/>
                            <a:pt x="952210" y="306608"/>
                          </a:cubicBezTo>
                          <a:cubicBezTo>
                            <a:pt x="949604" y="460149"/>
                            <a:pt x="833293" y="572737"/>
                            <a:pt x="721153" y="645412"/>
                          </a:cubicBezTo>
                          <a:cubicBezTo>
                            <a:pt x="597024" y="725832"/>
                            <a:pt x="464033" y="786444"/>
                            <a:pt x="326799" y="825090"/>
                          </a:cubicBezTo>
                          <a:cubicBezTo>
                            <a:pt x="247198" y="847504"/>
                            <a:pt x="157695" y="860683"/>
                            <a:pt x="88742" y="807666"/>
                          </a:cubicBezTo>
                          <a:cubicBezTo>
                            <a:pt x="32597" y="764478"/>
                            <a:pt x="1547" y="682718"/>
                            <a:pt x="57" y="602373"/>
                          </a:cubicBezTo>
                          <a:cubicBezTo>
                            <a:pt x="-1358" y="522102"/>
                            <a:pt x="23588" y="443544"/>
                            <a:pt x="59776" y="376081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302" name="Group 302"/>
                  <p:cNvGrpSpPr/>
                  <p:nvPr/>
                </p:nvGrpSpPr>
                <p:grpSpPr>
                  <a:xfrm>
                    <a:off x="6099904" y="1495424"/>
                    <a:ext cx="266389" cy="376018"/>
                    <a:chOff x="6099904" y="1495424"/>
                    <a:chExt cx="266389" cy="376018"/>
                  </a:xfrm>
                </p:grpSpPr>
                <p:sp>
                  <p:nvSpPr>
                    <p:cNvPr id="303" name="AutoShape 303"/>
                    <p:cNvSpPr/>
                    <p:nvPr/>
                  </p:nvSpPr>
                  <p:spPr>
                    <a:xfrm>
                      <a:off x="6099904" y="1495424"/>
                      <a:ext cx="266389" cy="3760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6389" h="376018">
                          <a:moveTo>
                            <a:pt x="264880" y="113860"/>
                          </a:moveTo>
                          <a:cubicBezTo>
                            <a:pt x="260487" y="74693"/>
                            <a:pt x="244627" y="33739"/>
                            <a:pt x="211044" y="13187"/>
                          </a:cubicBezTo>
                          <a:cubicBezTo>
                            <a:pt x="177015" y="-7663"/>
                            <a:pt x="131220" y="-2376"/>
                            <a:pt x="97563" y="19144"/>
                          </a:cubicBezTo>
                          <a:cubicBezTo>
                            <a:pt x="63906" y="40663"/>
                            <a:pt x="41046" y="75810"/>
                            <a:pt x="25707" y="112669"/>
                          </a:cubicBezTo>
                          <a:cubicBezTo>
                            <a:pt x="5378" y="161814"/>
                            <a:pt x="-3185" y="215725"/>
                            <a:pt x="1060" y="268742"/>
                          </a:cubicBezTo>
                          <a:cubicBezTo>
                            <a:pt x="4113" y="306867"/>
                            <a:pt x="16846" y="348790"/>
                            <a:pt x="50428" y="367107"/>
                          </a:cubicBezTo>
                          <a:cubicBezTo>
                            <a:pt x="87958" y="387585"/>
                            <a:pt x="135465" y="369862"/>
                            <a:pt x="169047" y="343354"/>
                          </a:cubicBezTo>
                          <a:cubicBezTo>
                            <a:pt x="237106" y="289666"/>
                            <a:pt x="274561" y="199864"/>
                            <a:pt x="264880" y="113860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04" name="AutoShape 304"/>
                    <p:cNvSpPr/>
                    <p:nvPr/>
                  </p:nvSpPr>
                  <p:spPr>
                    <a:xfrm>
                      <a:off x="6147630" y="1558607"/>
                      <a:ext cx="162728" cy="2431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2728" h="243181">
                          <a:moveTo>
                            <a:pt x="162350" y="99077"/>
                          </a:moveTo>
                          <a:cubicBezTo>
                            <a:pt x="163914" y="76143"/>
                            <a:pt x="160861" y="52166"/>
                            <a:pt x="148872" y="32582"/>
                          </a:cubicBezTo>
                          <a:cubicBezTo>
                            <a:pt x="136884" y="12924"/>
                            <a:pt x="114843" y="-1447"/>
                            <a:pt x="91908" y="116"/>
                          </a:cubicBezTo>
                          <a:cubicBezTo>
                            <a:pt x="64134" y="1978"/>
                            <a:pt x="42763" y="25359"/>
                            <a:pt x="29062" y="49634"/>
                          </a:cubicBezTo>
                          <a:cubicBezTo>
                            <a:pt x="7691" y="87461"/>
                            <a:pt x="-2361" y="131543"/>
                            <a:pt x="468" y="174880"/>
                          </a:cubicBezTo>
                          <a:cubicBezTo>
                            <a:pt x="2106" y="199601"/>
                            <a:pt x="10074" y="227153"/>
                            <a:pt x="32189" y="238397"/>
                          </a:cubicBezTo>
                          <a:cubicBezTo>
                            <a:pt x="58102" y="251576"/>
                            <a:pt x="89600" y="235492"/>
                            <a:pt x="110077" y="214866"/>
                          </a:cubicBezTo>
                          <a:cubicBezTo>
                            <a:pt x="140458" y="184113"/>
                            <a:pt x="159371" y="142191"/>
                            <a:pt x="162350" y="99077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05" name="AutoShape 305"/>
                    <p:cNvSpPr/>
                    <p:nvPr/>
                  </p:nvSpPr>
                  <p:spPr>
                    <a:xfrm>
                      <a:off x="6193800" y="1590370"/>
                      <a:ext cx="101276" cy="1351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1276" h="135149">
                          <a:moveTo>
                            <a:pt x="39856" y="135149"/>
                          </a:moveTo>
                          <a:lnTo>
                            <a:pt x="39856" y="135149"/>
                          </a:lnTo>
                          <a:cubicBezTo>
                            <a:pt x="34197" y="135149"/>
                            <a:pt x="28910" y="133958"/>
                            <a:pt x="23996" y="131650"/>
                          </a:cubicBezTo>
                          <a:cubicBezTo>
                            <a:pt x="11263" y="125618"/>
                            <a:pt x="2178" y="111694"/>
                            <a:pt x="391" y="95461"/>
                          </a:cubicBezTo>
                          <a:cubicBezTo>
                            <a:pt x="-1247" y="81090"/>
                            <a:pt x="2551" y="67165"/>
                            <a:pt x="6422" y="55400"/>
                          </a:cubicBezTo>
                          <a:cubicBezTo>
                            <a:pt x="11784" y="39167"/>
                            <a:pt x="27942" y="1266"/>
                            <a:pt x="61674" y="0"/>
                          </a:cubicBezTo>
                          <a:lnTo>
                            <a:pt x="63163" y="0"/>
                          </a:lnTo>
                          <a:cubicBezTo>
                            <a:pt x="72024" y="0"/>
                            <a:pt x="80438" y="2830"/>
                            <a:pt x="86842" y="8042"/>
                          </a:cubicBezTo>
                          <a:cubicBezTo>
                            <a:pt x="101362" y="19733"/>
                            <a:pt x="104862" y="39986"/>
                            <a:pt x="97639" y="69920"/>
                          </a:cubicBezTo>
                          <a:cubicBezTo>
                            <a:pt x="93842" y="85706"/>
                            <a:pt x="88778" y="103726"/>
                            <a:pt x="76715" y="117502"/>
                          </a:cubicBezTo>
                          <a:cubicBezTo>
                            <a:pt x="67184" y="128373"/>
                            <a:pt x="53111" y="135149"/>
                            <a:pt x="39856" y="135149"/>
                          </a:cubicBezTo>
                          <a:close/>
                          <a:moveTo>
                            <a:pt x="63163" y="14893"/>
                          </a:moveTo>
                          <a:lnTo>
                            <a:pt x="62195" y="14893"/>
                          </a:lnTo>
                          <a:cubicBezTo>
                            <a:pt x="37101" y="15861"/>
                            <a:pt x="23996" y="49741"/>
                            <a:pt x="20571" y="60091"/>
                          </a:cubicBezTo>
                          <a:cubicBezTo>
                            <a:pt x="17220" y="70293"/>
                            <a:pt x="13943" y="82207"/>
                            <a:pt x="15209" y="93748"/>
                          </a:cubicBezTo>
                          <a:cubicBezTo>
                            <a:pt x="16475" y="104769"/>
                            <a:pt x="22432" y="114374"/>
                            <a:pt x="30399" y="118172"/>
                          </a:cubicBezTo>
                          <a:cubicBezTo>
                            <a:pt x="40824" y="123087"/>
                            <a:pt x="56238" y="118247"/>
                            <a:pt x="65471" y="107673"/>
                          </a:cubicBezTo>
                          <a:cubicBezTo>
                            <a:pt x="75300" y="96429"/>
                            <a:pt x="79619" y="81164"/>
                            <a:pt x="83119" y="66421"/>
                          </a:cubicBezTo>
                          <a:cubicBezTo>
                            <a:pt x="88778" y="42965"/>
                            <a:pt x="86842" y="27253"/>
                            <a:pt x="77385" y="19584"/>
                          </a:cubicBezTo>
                          <a:cubicBezTo>
                            <a:pt x="73662" y="16605"/>
                            <a:pt x="68599" y="14893"/>
                            <a:pt x="63163" y="14893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306" name="Group 306"/>
                  <p:cNvGrpSpPr/>
                  <p:nvPr/>
                </p:nvGrpSpPr>
                <p:grpSpPr>
                  <a:xfrm>
                    <a:off x="7380918" y="961609"/>
                    <a:ext cx="424833" cy="399474"/>
                    <a:chOff x="7380918" y="961609"/>
                    <a:chExt cx="424833" cy="399474"/>
                  </a:xfrm>
                </p:grpSpPr>
                <p:sp>
                  <p:nvSpPr>
                    <p:cNvPr id="307" name="AutoShape 307"/>
                    <p:cNvSpPr/>
                    <p:nvPr/>
                  </p:nvSpPr>
                  <p:spPr>
                    <a:xfrm>
                      <a:off x="7380918" y="963853"/>
                      <a:ext cx="355973" cy="3972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5973" h="397230">
                          <a:moveTo>
                            <a:pt x="342807" y="120173"/>
                          </a:moveTo>
                          <a:cubicBezTo>
                            <a:pt x="368423" y="191880"/>
                            <a:pt x="356806" y="277735"/>
                            <a:pt x="306693" y="335072"/>
                          </a:cubicBezTo>
                          <a:cubicBezTo>
                            <a:pt x="256580" y="392408"/>
                            <a:pt x="167746" y="415044"/>
                            <a:pt x="99240" y="381760"/>
                          </a:cubicBezTo>
                          <a:cubicBezTo>
                            <a:pt x="35575" y="350858"/>
                            <a:pt x="-1656" y="277661"/>
                            <a:pt x="57" y="206921"/>
                          </a:cubicBezTo>
                          <a:cubicBezTo>
                            <a:pt x="1397" y="150255"/>
                            <a:pt x="25597" y="94409"/>
                            <a:pt x="65956" y="54646"/>
                          </a:cubicBezTo>
                          <a:cubicBezTo>
                            <a:pt x="108995" y="12202"/>
                            <a:pt x="173629" y="-11477"/>
                            <a:pt x="231635" y="5575"/>
                          </a:cubicBezTo>
                          <a:cubicBezTo>
                            <a:pt x="284652" y="21137"/>
                            <a:pt x="324192" y="68123"/>
                            <a:pt x="342807" y="120173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08" name="AutoShape 308"/>
                    <p:cNvSpPr/>
                    <p:nvPr/>
                  </p:nvSpPr>
                  <p:spPr>
                    <a:xfrm>
                      <a:off x="7440664" y="1039883"/>
                      <a:ext cx="223490" cy="2237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3490" h="223705">
                          <a:moveTo>
                            <a:pt x="186931" y="27835"/>
                          </a:moveTo>
                          <a:cubicBezTo>
                            <a:pt x="151263" y="-3886"/>
                            <a:pt x="94597" y="-9173"/>
                            <a:pt x="53717" y="15474"/>
                          </a:cubicBezTo>
                          <a:cubicBezTo>
                            <a:pt x="34133" y="27314"/>
                            <a:pt x="18273" y="45185"/>
                            <a:pt x="8965" y="66108"/>
                          </a:cubicBezTo>
                          <a:cubicBezTo>
                            <a:pt x="-13523" y="116520"/>
                            <a:pt x="7848" y="182270"/>
                            <a:pt x="55728" y="209747"/>
                          </a:cubicBezTo>
                          <a:cubicBezTo>
                            <a:pt x="103532" y="237298"/>
                            <a:pt x="171144" y="222703"/>
                            <a:pt x="203461" y="177951"/>
                          </a:cubicBezTo>
                          <a:cubicBezTo>
                            <a:pt x="235703" y="133274"/>
                            <a:pt x="228183" y="64545"/>
                            <a:pt x="186931" y="27835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09" name="AutoShape 309"/>
                    <p:cNvSpPr/>
                    <p:nvPr/>
                  </p:nvSpPr>
                  <p:spPr>
                    <a:xfrm>
                      <a:off x="7526243" y="1092058"/>
                      <a:ext cx="111889" cy="1119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1889" h="111977">
                          <a:moveTo>
                            <a:pt x="93608" y="13933"/>
                          </a:moveTo>
                          <a:cubicBezTo>
                            <a:pt x="75737" y="-1927"/>
                            <a:pt x="47367" y="-4608"/>
                            <a:pt x="26890" y="7753"/>
                          </a:cubicBezTo>
                          <a:cubicBezTo>
                            <a:pt x="17061" y="13635"/>
                            <a:pt x="9168" y="22645"/>
                            <a:pt x="4476" y="33070"/>
                          </a:cubicBezTo>
                          <a:cubicBezTo>
                            <a:pt x="-6767" y="58313"/>
                            <a:pt x="3955" y="91225"/>
                            <a:pt x="27858" y="105001"/>
                          </a:cubicBezTo>
                          <a:cubicBezTo>
                            <a:pt x="51835" y="118776"/>
                            <a:pt x="85640" y="111479"/>
                            <a:pt x="101799" y="89066"/>
                          </a:cubicBezTo>
                          <a:cubicBezTo>
                            <a:pt x="118032" y="66727"/>
                            <a:pt x="114234" y="32251"/>
                            <a:pt x="93608" y="13933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10" name="AutoShape 310"/>
                    <p:cNvSpPr/>
                    <p:nvPr/>
                  </p:nvSpPr>
                  <p:spPr>
                    <a:xfrm>
                      <a:off x="7675847" y="961609"/>
                      <a:ext cx="129905" cy="3558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9905" h="355856">
                          <a:moveTo>
                            <a:pt x="35966" y="355856"/>
                          </a:moveTo>
                          <a:cubicBezTo>
                            <a:pt x="98886" y="316764"/>
                            <a:pt x="136415" y="240365"/>
                            <a:pt x="128969" y="166722"/>
                          </a:cubicBezTo>
                          <a:cubicBezTo>
                            <a:pt x="121523" y="93078"/>
                            <a:pt x="69474" y="25690"/>
                            <a:pt x="0" y="0"/>
                          </a:cubicBezTo>
                          <a:cubicBezTo>
                            <a:pt x="47358" y="44529"/>
                            <a:pt x="77962" y="106481"/>
                            <a:pt x="84515" y="171189"/>
                          </a:cubicBezTo>
                          <a:cubicBezTo>
                            <a:pt x="91068" y="235972"/>
                            <a:pt x="73494" y="302765"/>
                            <a:pt x="35966" y="355856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  <p:grpSp>
              <p:nvGrpSpPr>
                <p:cNvPr id="311" name="Group 311"/>
                <p:cNvGrpSpPr/>
                <p:nvPr/>
              </p:nvGrpSpPr>
              <p:grpSpPr>
                <a:xfrm>
                  <a:off x="7766244" y="558012"/>
                  <a:ext cx="1193634" cy="1659938"/>
                  <a:chOff x="7766244" y="558012"/>
                  <a:chExt cx="1193634" cy="1659938"/>
                </a:xfrm>
              </p:grpSpPr>
              <p:grpSp>
                <p:nvGrpSpPr>
                  <p:cNvPr id="312" name="Group 312"/>
                  <p:cNvGrpSpPr/>
                  <p:nvPr/>
                </p:nvGrpSpPr>
                <p:grpSpPr>
                  <a:xfrm>
                    <a:off x="7766244" y="558012"/>
                    <a:ext cx="1193634" cy="1659938"/>
                    <a:chOff x="7766244" y="558012"/>
                    <a:chExt cx="1193634" cy="1659938"/>
                  </a:xfrm>
                </p:grpSpPr>
                <p:grpSp>
                  <p:nvGrpSpPr>
                    <p:cNvPr id="313" name="Group 313"/>
                    <p:cNvGrpSpPr/>
                    <p:nvPr/>
                  </p:nvGrpSpPr>
                  <p:grpSpPr>
                    <a:xfrm>
                      <a:off x="7766244" y="558012"/>
                      <a:ext cx="1193634" cy="1618318"/>
                      <a:chOff x="7766244" y="558012"/>
                      <a:chExt cx="1193634" cy="1618318"/>
                    </a:xfrm>
                  </p:grpSpPr>
                  <p:sp>
                    <p:nvSpPr>
                      <p:cNvPr id="314" name="AutoShape 314"/>
                      <p:cNvSpPr/>
                      <p:nvPr/>
                    </p:nvSpPr>
                    <p:spPr>
                      <a:xfrm>
                        <a:off x="7766244" y="558012"/>
                        <a:ext cx="1193559" cy="148598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193559" h="1485984">
                            <a:moveTo>
                              <a:pt x="353250" y="1469826"/>
                            </a:moveTo>
                            <a:cubicBezTo>
                              <a:pt x="353473" y="1469900"/>
                              <a:pt x="353623" y="1469975"/>
                              <a:pt x="353772" y="1470124"/>
                            </a:cubicBezTo>
                            <a:cubicBezTo>
                              <a:pt x="361888" y="1472060"/>
                              <a:pt x="370079" y="1473921"/>
                              <a:pt x="378195" y="1475708"/>
                            </a:cubicBezTo>
                            <a:cubicBezTo>
                              <a:pt x="395396" y="1479432"/>
                              <a:pt x="412075" y="1482857"/>
                              <a:pt x="428457" y="1485984"/>
                            </a:cubicBezTo>
                            <a:cubicBezTo>
                              <a:pt x="672694" y="1370865"/>
                              <a:pt x="929814" y="1282999"/>
                              <a:pt x="1193560" y="1224919"/>
                            </a:cubicBezTo>
                            <a:cubicBezTo>
                              <a:pt x="1049847" y="821480"/>
                              <a:pt x="906060" y="417968"/>
                              <a:pt x="762348" y="14530"/>
                            </a:cubicBezTo>
                            <a:cubicBezTo>
                              <a:pt x="447147" y="-42657"/>
                              <a:pt x="199634" y="72536"/>
                              <a:pt x="0" y="297190"/>
                            </a:cubicBezTo>
                            <a:cubicBezTo>
                              <a:pt x="137309" y="680225"/>
                              <a:pt x="253173" y="1070930"/>
                              <a:pt x="347070" y="1466847"/>
                            </a:cubicBezTo>
                            <a:cubicBezTo>
                              <a:pt x="349155" y="1467741"/>
                              <a:pt x="351165" y="1468783"/>
                              <a:pt x="353250" y="1469826"/>
                            </a:cubicBezTo>
                            <a:close/>
                          </a:path>
                        </a:pathLst>
                      </a:custGeom>
                      <a:solidFill>
                        <a:srgbClr val="007888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315" name="AutoShape 315"/>
                      <p:cNvSpPr/>
                      <p:nvPr/>
                    </p:nvSpPr>
                    <p:spPr>
                      <a:xfrm>
                        <a:off x="8101326" y="558058"/>
                        <a:ext cx="858552" cy="161827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58552" h="1618272">
                            <a:moveTo>
                              <a:pt x="215420" y="1027993"/>
                            </a:moveTo>
                            <a:cubicBezTo>
                              <a:pt x="115566" y="1147357"/>
                              <a:pt x="45347" y="1278709"/>
                              <a:pt x="0" y="1416539"/>
                            </a:cubicBezTo>
                            <a:cubicBezTo>
                              <a:pt x="4021" y="1433219"/>
                              <a:pt x="7893" y="1449898"/>
                              <a:pt x="11914" y="1466652"/>
                            </a:cubicBezTo>
                            <a:cubicBezTo>
                              <a:pt x="13999" y="1467695"/>
                              <a:pt x="16084" y="1468737"/>
                              <a:pt x="18243" y="1469780"/>
                            </a:cubicBezTo>
                            <a:cubicBezTo>
                              <a:pt x="18467" y="1469854"/>
                              <a:pt x="18616" y="1469929"/>
                              <a:pt x="18764" y="1470077"/>
                            </a:cubicBezTo>
                            <a:cubicBezTo>
                              <a:pt x="26881" y="1472014"/>
                              <a:pt x="35072" y="1473875"/>
                              <a:pt x="43188" y="1475662"/>
                            </a:cubicBezTo>
                            <a:cubicBezTo>
                              <a:pt x="60389" y="1479385"/>
                              <a:pt x="77069" y="1482811"/>
                              <a:pt x="93450" y="1485938"/>
                            </a:cubicBezTo>
                            <a:cubicBezTo>
                              <a:pt x="456009" y="1739706"/>
                              <a:pt x="701437" y="1615429"/>
                              <a:pt x="858553" y="1224872"/>
                            </a:cubicBezTo>
                            <a:cubicBezTo>
                              <a:pt x="714840" y="821434"/>
                              <a:pt x="571053" y="417922"/>
                              <a:pt x="427341" y="14484"/>
                            </a:cubicBezTo>
                            <a:cubicBezTo>
                              <a:pt x="301722" y="-8302"/>
                              <a:pt x="186901" y="-3611"/>
                              <a:pt x="81462" y="24387"/>
                            </a:cubicBezTo>
                            <a:cubicBezTo>
                              <a:pt x="176104" y="332141"/>
                              <a:pt x="284149" y="622545"/>
                              <a:pt x="386758" y="923895"/>
                            </a:cubicBezTo>
                            <a:cubicBezTo>
                              <a:pt x="319668" y="931192"/>
                              <a:pt x="260098" y="975870"/>
                              <a:pt x="215420" y="1027993"/>
                            </a:cubicBezTo>
                            <a:close/>
                          </a:path>
                        </a:pathLst>
                      </a:custGeom>
                      <a:solidFill>
                        <a:srgbClr val="809CAA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316" name="AutoShape 316"/>
                      <p:cNvSpPr/>
                      <p:nvPr/>
                    </p:nvSpPr>
                    <p:spPr>
                      <a:xfrm>
                        <a:off x="8412504" y="558841"/>
                        <a:ext cx="522801" cy="133764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22801" h="1337645">
                            <a:moveTo>
                              <a:pt x="469486" y="1146053"/>
                            </a:moveTo>
                            <a:cubicBezTo>
                              <a:pt x="412299" y="1004946"/>
                              <a:pt x="355633" y="863542"/>
                              <a:pt x="304552" y="720053"/>
                            </a:cubicBezTo>
                            <a:cubicBezTo>
                              <a:pt x="253768" y="577234"/>
                              <a:pt x="212293" y="431883"/>
                              <a:pt x="167168" y="287276"/>
                            </a:cubicBezTo>
                            <a:cubicBezTo>
                              <a:pt x="147361" y="223760"/>
                              <a:pt x="125395" y="152425"/>
                              <a:pt x="102088" y="99407"/>
                            </a:cubicBezTo>
                            <a:cubicBezTo>
                              <a:pt x="88089" y="67612"/>
                              <a:pt x="75431" y="36933"/>
                              <a:pt x="64783" y="5734"/>
                            </a:cubicBezTo>
                            <a:cubicBezTo>
                              <a:pt x="42890" y="2978"/>
                              <a:pt x="21222" y="1042"/>
                              <a:pt x="0" y="0"/>
                            </a:cubicBezTo>
                            <a:cubicBezTo>
                              <a:pt x="149" y="596"/>
                              <a:pt x="372" y="1191"/>
                              <a:pt x="521" y="1936"/>
                            </a:cubicBezTo>
                            <a:cubicBezTo>
                              <a:pt x="2457" y="9531"/>
                              <a:pt x="4766" y="17052"/>
                              <a:pt x="7297" y="24424"/>
                            </a:cubicBezTo>
                            <a:cubicBezTo>
                              <a:pt x="10723" y="33136"/>
                              <a:pt x="12063" y="36784"/>
                              <a:pt x="11393" y="35593"/>
                            </a:cubicBezTo>
                            <a:cubicBezTo>
                              <a:pt x="14148" y="41550"/>
                              <a:pt x="16903" y="47582"/>
                              <a:pt x="19807" y="53464"/>
                            </a:cubicBezTo>
                            <a:cubicBezTo>
                              <a:pt x="35816" y="85260"/>
                              <a:pt x="53985" y="116013"/>
                              <a:pt x="69623" y="148032"/>
                            </a:cubicBezTo>
                            <a:cubicBezTo>
                              <a:pt x="105365" y="221079"/>
                              <a:pt x="132320" y="298371"/>
                              <a:pt x="156297" y="376036"/>
                            </a:cubicBezTo>
                            <a:cubicBezTo>
                              <a:pt x="204176" y="531141"/>
                              <a:pt x="254885" y="684832"/>
                              <a:pt x="309988" y="837555"/>
                            </a:cubicBezTo>
                            <a:cubicBezTo>
                              <a:pt x="370377" y="1004723"/>
                              <a:pt x="433223" y="1170998"/>
                              <a:pt x="495027" y="1337645"/>
                            </a:cubicBezTo>
                            <a:cubicBezTo>
                              <a:pt x="504558" y="1319625"/>
                              <a:pt x="513792" y="1300712"/>
                              <a:pt x="522802" y="1281054"/>
                            </a:cubicBezTo>
                            <a:cubicBezTo>
                              <a:pt x="505229" y="1236078"/>
                              <a:pt x="487655" y="1190954"/>
                              <a:pt x="469486" y="1146053"/>
                            </a:cubicBezTo>
                            <a:close/>
                          </a:path>
                        </a:pathLst>
                      </a:custGeom>
                      <a:solidFill>
                        <a:srgbClr val="E0DBD5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sp>
                  <p:nvSpPr>
                    <p:cNvPr id="317" name="AutoShape 317"/>
                    <p:cNvSpPr/>
                    <p:nvPr/>
                  </p:nvSpPr>
                  <p:spPr>
                    <a:xfrm>
                      <a:off x="8140072" y="1541836"/>
                      <a:ext cx="766848" cy="6761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66848" h="676114">
                          <a:moveTo>
                            <a:pt x="744079" y="132826"/>
                          </a:moveTo>
                          <a:cubicBezTo>
                            <a:pt x="720027" y="89787"/>
                            <a:pt x="676690" y="60821"/>
                            <a:pt x="631715" y="40567"/>
                          </a:cubicBezTo>
                          <a:cubicBezTo>
                            <a:pt x="554274" y="5644"/>
                            <a:pt x="466929" y="-7982"/>
                            <a:pt x="382935" y="4602"/>
                          </a:cubicBezTo>
                          <a:cubicBezTo>
                            <a:pt x="298942" y="17260"/>
                            <a:pt x="218671" y="56577"/>
                            <a:pt x="159324" y="117264"/>
                          </a:cubicBezTo>
                          <a:cubicBezTo>
                            <a:pt x="91712" y="186365"/>
                            <a:pt x="53811" y="278326"/>
                            <a:pt x="17399" y="367905"/>
                          </a:cubicBezTo>
                          <a:cubicBezTo>
                            <a:pt x="6229" y="395381"/>
                            <a:pt x="-5089" y="425241"/>
                            <a:pt x="2432" y="453909"/>
                          </a:cubicBezTo>
                          <a:cubicBezTo>
                            <a:pt x="10474" y="484513"/>
                            <a:pt x="37727" y="505586"/>
                            <a:pt x="63789" y="523606"/>
                          </a:cubicBezTo>
                          <a:cubicBezTo>
                            <a:pt x="118519" y="561358"/>
                            <a:pt x="175259" y="596132"/>
                            <a:pt x="233787" y="627704"/>
                          </a:cubicBezTo>
                          <a:cubicBezTo>
                            <a:pt x="282634" y="654064"/>
                            <a:pt x="335428" y="678786"/>
                            <a:pt x="390828" y="675881"/>
                          </a:cubicBezTo>
                          <a:cubicBezTo>
                            <a:pt x="470652" y="671712"/>
                            <a:pt x="534913" y="612737"/>
                            <a:pt x="602153" y="569549"/>
                          </a:cubicBezTo>
                          <a:cubicBezTo>
                            <a:pt x="632236" y="550189"/>
                            <a:pt x="664553" y="533211"/>
                            <a:pt x="688976" y="507075"/>
                          </a:cubicBezTo>
                          <a:cubicBezTo>
                            <a:pt x="730005" y="463216"/>
                            <a:pt x="742664" y="400817"/>
                            <a:pt x="753684" y="341768"/>
                          </a:cubicBezTo>
                          <a:cubicBezTo>
                            <a:pt x="766790" y="271699"/>
                            <a:pt x="778853" y="195002"/>
                            <a:pt x="744079" y="132826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318" name="Group 318"/>
                  <p:cNvGrpSpPr/>
                  <p:nvPr/>
                </p:nvGrpSpPr>
                <p:grpSpPr>
                  <a:xfrm>
                    <a:off x="7816211" y="716361"/>
                    <a:ext cx="933964" cy="990125"/>
                    <a:chOff x="7816211" y="716361"/>
                    <a:chExt cx="933964" cy="990125"/>
                  </a:xfrm>
                </p:grpSpPr>
                <p:grpSp>
                  <p:nvGrpSpPr>
                    <p:cNvPr id="319" name="Group 319"/>
                    <p:cNvGrpSpPr/>
                    <p:nvPr/>
                  </p:nvGrpSpPr>
                  <p:grpSpPr>
                    <a:xfrm>
                      <a:off x="7816211" y="716361"/>
                      <a:ext cx="338488" cy="341006"/>
                      <a:chOff x="7816211" y="716361"/>
                      <a:chExt cx="338488" cy="341006"/>
                    </a:xfrm>
                  </p:grpSpPr>
                  <p:sp>
                    <p:nvSpPr>
                      <p:cNvPr id="320" name="AutoShape 320"/>
                      <p:cNvSpPr/>
                      <p:nvPr/>
                    </p:nvSpPr>
                    <p:spPr>
                      <a:xfrm>
                        <a:off x="7888694" y="769153"/>
                        <a:ext cx="228075" cy="22529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28074" h="225290">
                            <a:moveTo>
                              <a:pt x="1903" y="119334"/>
                            </a:moveTo>
                            <a:cubicBezTo>
                              <a:pt x="-2640" y="146736"/>
                              <a:pt x="265" y="177191"/>
                              <a:pt x="18136" y="198487"/>
                            </a:cubicBezTo>
                            <a:cubicBezTo>
                              <a:pt x="36602" y="220528"/>
                              <a:pt x="68100" y="228570"/>
                              <a:pt x="96545" y="224102"/>
                            </a:cubicBezTo>
                            <a:cubicBezTo>
                              <a:pt x="124915" y="219635"/>
                              <a:pt x="150530" y="204221"/>
                              <a:pt x="172869" y="186126"/>
                            </a:cubicBezTo>
                            <a:cubicBezTo>
                              <a:pt x="199377" y="164607"/>
                              <a:pt x="223503" y="136460"/>
                              <a:pt x="227524" y="102579"/>
                            </a:cubicBezTo>
                            <a:cubicBezTo>
                              <a:pt x="232141" y="63859"/>
                              <a:pt x="207270" y="24617"/>
                              <a:pt x="171677" y="8757"/>
                            </a:cubicBezTo>
                            <a:cubicBezTo>
                              <a:pt x="136084" y="-7104"/>
                              <a:pt x="92524" y="-626"/>
                              <a:pt x="60654" y="21788"/>
                            </a:cubicBezTo>
                            <a:cubicBezTo>
                              <a:pt x="28709" y="44126"/>
                              <a:pt x="8307" y="80911"/>
                              <a:pt x="1903" y="119334"/>
                            </a:cubicBezTo>
                            <a:close/>
                          </a:path>
                        </a:pathLst>
                      </a:custGeom>
                      <a:solidFill>
                        <a:srgbClr val="002033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321" name="AutoShape 321"/>
                      <p:cNvSpPr/>
                      <p:nvPr/>
                    </p:nvSpPr>
                    <p:spPr>
                      <a:xfrm>
                        <a:off x="7923608" y="809912"/>
                        <a:ext cx="137892" cy="12757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37892" h="127573">
                            <a:moveTo>
                              <a:pt x="23729" y="121539"/>
                            </a:moveTo>
                            <a:cubicBezTo>
                              <a:pt x="50163" y="136804"/>
                              <a:pt x="83597" y="120571"/>
                              <a:pt x="106978" y="101062"/>
                            </a:cubicBezTo>
                            <a:cubicBezTo>
                              <a:pt x="121051" y="89371"/>
                              <a:pt x="134678" y="75074"/>
                              <a:pt x="137433" y="56980"/>
                            </a:cubicBezTo>
                            <a:cubicBezTo>
                              <a:pt x="141230" y="32035"/>
                              <a:pt x="120977" y="7537"/>
                              <a:pt x="96404" y="1654"/>
                            </a:cubicBezTo>
                            <a:cubicBezTo>
                              <a:pt x="71906" y="-4154"/>
                              <a:pt x="45546" y="5899"/>
                              <a:pt x="26856" y="22951"/>
                            </a:cubicBezTo>
                            <a:cubicBezTo>
                              <a:pt x="12708" y="35833"/>
                              <a:pt x="1911" y="53331"/>
                              <a:pt x="198" y="72394"/>
                            </a:cubicBezTo>
                            <a:cubicBezTo>
                              <a:pt x="-1440" y="91531"/>
                              <a:pt x="7123" y="112008"/>
                              <a:pt x="23729" y="121539"/>
                            </a:cubicBezTo>
                            <a:close/>
                          </a:path>
                        </a:pathLst>
                      </a:custGeom>
                      <a:solidFill>
                        <a:srgbClr val="007888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322" name="AutoShape 322"/>
                      <p:cNvSpPr/>
                      <p:nvPr/>
                    </p:nvSpPr>
                    <p:spPr>
                      <a:xfrm>
                        <a:off x="7816211" y="716361"/>
                        <a:ext cx="338488" cy="34100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38488" h="341006">
                            <a:moveTo>
                              <a:pt x="130531" y="341006"/>
                            </a:moveTo>
                            <a:cubicBezTo>
                              <a:pt x="130531" y="341006"/>
                              <a:pt x="130531" y="341006"/>
                              <a:pt x="130531" y="341006"/>
                            </a:cubicBezTo>
                            <a:cubicBezTo>
                              <a:pt x="119584" y="341006"/>
                              <a:pt x="108639" y="340038"/>
                              <a:pt x="97991" y="338251"/>
                            </a:cubicBezTo>
                            <a:cubicBezTo>
                              <a:pt x="67312" y="332890"/>
                              <a:pt x="42590" y="320678"/>
                              <a:pt x="26581" y="302807"/>
                            </a:cubicBezTo>
                            <a:cubicBezTo>
                              <a:pt x="1115" y="274437"/>
                              <a:pt x="-1566" y="235344"/>
                              <a:pt x="593" y="207495"/>
                            </a:cubicBezTo>
                            <a:cubicBezTo>
                              <a:pt x="6997" y="126405"/>
                              <a:pt x="58823" y="51794"/>
                              <a:pt x="132615" y="17467"/>
                            </a:cubicBezTo>
                            <a:cubicBezTo>
                              <a:pt x="170293" y="-106"/>
                              <a:pt x="209684" y="-4649"/>
                              <a:pt x="242522" y="4882"/>
                            </a:cubicBezTo>
                            <a:cubicBezTo>
                              <a:pt x="283030" y="16648"/>
                              <a:pt x="316985" y="50751"/>
                              <a:pt x="330984" y="93940"/>
                            </a:cubicBezTo>
                            <a:cubicBezTo>
                              <a:pt x="343568" y="132735"/>
                              <a:pt x="340217" y="178529"/>
                              <a:pt x="321750" y="219558"/>
                            </a:cubicBezTo>
                            <a:cubicBezTo>
                              <a:pt x="289583" y="290968"/>
                              <a:pt x="210950" y="341006"/>
                              <a:pt x="130531" y="341006"/>
                            </a:cubicBezTo>
                            <a:close/>
                            <a:moveTo>
                              <a:pt x="206631" y="14712"/>
                            </a:moveTo>
                            <a:cubicBezTo>
                              <a:pt x="185037" y="14712"/>
                              <a:pt x="161656" y="20296"/>
                              <a:pt x="138945" y="30870"/>
                            </a:cubicBezTo>
                            <a:cubicBezTo>
                              <a:pt x="69993" y="62963"/>
                              <a:pt x="21517" y="132735"/>
                              <a:pt x="15486" y="208612"/>
                            </a:cubicBezTo>
                            <a:cubicBezTo>
                              <a:pt x="12656" y="243833"/>
                              <a:pt x="20549" y="273767"/>
                              <a:pt x="37676" y="292829"/>
                            </a:cubicBezTo>
                            <a:cubicBezTo>
                              <a:pt x="55100" y="312189"/>
                              <a:pt x="81460" y="320231"/>
                              <a:pt x="100597" y="323582"/>
                            </a:cubicBezTo>
                            <a:cubicBezTo>
                              <a:pt x="110351" y="325295"/>
                              <a:pt x="120404" y="326114"/>
                              <a:pt x="130531" y="326114"/>
                            </a:cubicBezTo>
                            <a:cubicBezTo>
                              <a:pt x="205291" y="326114"/>
                              <a:pt x="278339" y="279724"/>
                              <a:pt x="308198" y="213303"/>
                            </a:cubicBezTo>
                            <a:cubicBezTo>
                              <a:pt x="325176" y="175625"/>
                              <a:pt x="328303" y="133703"/>
                              <a:pt x="316836" y="98407"/>
                            </a:cubicBezTo>
                            <a:cubicBezTo>
                              <a:pt x="304326" y="59910"/>
                              <a:pt x="274243" y="29530"/>
                              <a:pt x="238427" y="19105"/>
                            </a:cubicBezTo>
                            <a:cubicBezTo>
                              <a:pt x="228375" y="16201"/>
                              <a:pt x="217726" y="14712"/>
                              <a:pt x="206631" y="14712"/>
                            </a:cubicBezTo>
                            <a:close/>
                          </a:path>
                        </a:pathLst>
                      </a:custGeom>
                      <a:solidFill>
                        <a:srgbClr val="E0DBD5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grpSp>
                  <p:nvGrpSpPr>
                    <p:cNvPr id="323" name="Group 323"/>
                    <p:cNvGrpSpPr/>
                    <p:nvPr/>
                  </p:nvGrpSpPr>
                  <p:grpSpPr>
                    <a:xfrm>
                      <a:off x="8088308" y="1415882"/>
                      <a:ext cx="661867" cy="290605"/>
                      <a:chOff x="8088308" y="1415882"/>
                      <a:chExt cx="661867" cy="290605"/>
                    </a:xfrm>
                  </p:grpSpPr>
                  <p:sp>
                    <p:nvSpPr>
                      <p:cNvPr id="324" name="AutoShape 324"/>
                      <p:cNvSpPr/>
                      <p:nvPr/>
                    </p:nvSpPr>
                    <p:spPr>
                      <a:xfrm>
                        <a:off x="8088308" y="1611093"/>
                        <a:ext cx="95609" cy="9539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5609" h="95394">
                            <a:moveTo>
                              <a:pt x="8774" y="76302"/>
                            </a:moveTo>
                            <a:cubicBezTo>
                              <a:pt x="23964" y="97077"/>
                              <a:pt x="57025" y="101769"/>
                              <a:pt x="77428" y="86057"/>
                            </a:cubicBezTo>
                            <a:cubicBezTo>
                              <a:pt x="97831" y="70345"/>
                              <a:pt x="101777" y="37284"/>
                              <a:pt x="85619" y="17254"/>
                            </a:cubicBezTo>
                            <a:cubicBezTo>
                              <a:pt x="69460" y="-2777"/>
                              <a:pt x="36250" y="-5904"/>
                              <a:pt x="16592" y="10701"/>
                            </a:cubicBezTo>
                            <a:cubicBezTo>
                              <a:pt x="-1949" y="26338"/>
                              <a:pt x="-5523" y="56719"/>
                              <a:pt x="8774" y="76302"/>
                            </a:cubicBezTo>
                            <a:close/>
                          </a:path>
                        </a:pathLst>
                      </a:custGeom>
                      <a:solidFill>
                        <a:srgbClr val="002033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grpSp>
                    <p:nvGrpSpPr>
                      <p:cNvPr id="325" name="Group 325"/>
                      <p:cNvGrpSpPr/>
                      <p:nvPr/>
                    </p:nvGrpSpPr>
                    <p:grpSpPr>
                      <a:xfrm>
                        <a:off x="8633254" y="1415882"/>
                        <a:ext cx="116920" cy="116877"/>
                        <a:chOff x="8633254" y="1415882"/>
                        <a:chExt cx="116920" cy="116877"/>
                      </a:xfrm>
                    </p:grpSpPr>
                    <p:sp>
                      <p:nvSpPr>
                        <p:cNvPr id="326" name="AutoShape 326"/>
                        <p:cNvSpPr/>
                        <p:nvPr/>
                      </p:nvSpPr>
                      <p:spPr>
                        <a:xfrm>
                          <a:off x="8633254" y="1415882"/>
                          <a:ext cx="116920" cy="11687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16920" h="116877">
                              <a:moveTo>
                                <a:pt x="96907" y="13426"/>
                              </a:moveTo>
                              <a:cubicBezTo>
                                <a:pt x="78664" y="-1764"/>
                                <a:pt x="50964" y="-4370"/>
                                <a:pt x="30189" y="7172"/>
                              </a:cubicBezTo>
                              <a:cubicBezTo>
                                <a:pt x="19466" y="13129"/>
                                <a:pt x="10680" y="22585"/>
                                <a:pt x="5467" y="33680"/>
                              </a:cubicBezTo>
                              <a:cubicBezTo>
                                <a:pt x="-3170" y="52072"/>
                                <a:pt x="-1458" y="74858"/>
                                <a:pt x="9786" y="91761"/>
                              </a:cubicBezTo>
                              <a:cubicBezTo>
                                <a:pt x="28550" y="119908"/>
                                <a:pt x="73377" y="125493"/>
                                <a:pt x="98545" y="102930"/>
                              </a:cubicBezTo>
                              <a:cubicBezTo>
                                <a:pt x="123714" y="80294"/>
                                <a:pt x="122895" y="35095"/>
                                <a:pt x="96907" y="1342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2033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327" name="AutoShape 327"/>
                        <p:cNvSpPr/>
                        <p:nvPr/>
                      </p:nvSpPr>
                      <p:spPr>
                        <a:xfrm>
                          <a:off x="8658823" y="1432196"/>
                          <a:ext cx="72981" cy="7291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2981" h="72914">
                              <a:moveTo>
                                <a:pt x="36193" y="72915"/>
                              </a:moveTo>
                              <a:cubicBezTo>
                                <a:pt x="36193" y="72915"/>
                                <a:pt x="36193" y="72915"/>
                                <a:pt x="36193" y="72915"/>
                              </a:cubicBezTo>
                              <a:cubicBezTo>
                                <a:pt x="16609" y="72542"/>
                                <a:pt x="-294" y="55267"/>
                                <a:pt x="4" y="35907"/>
                              </a:cubicBezTo>
                              <a:cubicBezTo>
                                <a:pt x="153" y="26748"/>
                                <a:pt x="4323" y="17589"/>
                                <a:pt x="11396" y="10739"/>
                              </a:cubicBezTo>
                              <a:cubicBezTo>
                                <a:pt x="19289" y="3069"/>
                                <a:pt x="29863" y="-878"/>
                                <a:pt x="40213" y="165"/>
                              </a:cubicBezTo>
                              <a:cubicBezTo>
                                <a:pt x="58234" y="2026"/>
                                <a:pt x="73275" y="18929"/>
                                <a:pt x="72977" y="37024"/>
                              </a:cubicBezTo>
                              <a:cubicBezTo>
                                <a:pt x="72679" y="55118"/>
                                <a:pt x="57191" y="71574"/>
                                <a:pt x="39097" y="72840"/>
                              </a:cubicBezTo>
                              <a:cubicBezTo>
                                <a:pt x="38129" y="72915"/>
                                <a:pt x="37161" y="72915"/>
                                <a:pt x="36193" y="72915"/>
                              </a:cubicBezTo>
                              <a:close/>
                              <a:moveTo>
                                <a:pt x="37235" y="14834"/>
                              </a:moveTo>
                              <a:cubicBezTo>
                                <a:pt x="31800" y="14760"/>
                                <a:pt x="26140" y="17142"/>
                                <a:pt x="21747" y="21387"/>
                              </a:cubicBezTo>
                              <a:cubicBezTo>
                                <a:pt x="17502" y="25482"/>
                                <a:pt x="14971" y="30843"/>
                                <a:pt x="14896" y="36056"/>
                              </a:cubicBezTo>
                              <a:cubicBezTo>
                                <a:pt x="14673" y="47597"/>
                                <a:pt x="26215" y="58841"/>
                                <a:pt x="37980" y="57948"/>
                              </a:cubicBezTo>
                              <a:cubicBezTo>
                                <a:pt x="48479" y="57203"/>
                                <a:pt x="57861" y="47300"/>
                                <a:pt x="58010" y="36726"/>
                              </a:cubicBezTo>
                              <a:cubicBezTo>
                                <a:pt x="58159" y="26152"/>
                                <a:pt x="49149" y="15951"/>
                                <a:pt x="38650" y="14908"/>
                              </a:cubicBezTo>
                              <a:cubicBezTo>
                                <a:pt x="38203" y="14908"/>
                                <a:pt x="37682" y="14834"/>
                                <a:pt x="37235" y="1483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E0DBD5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</p:grpSp>
              </p:grpSp>
            </p:grpSp>
            <p:grpSp>
              <p:nvGrpSpPr>
                <p:cNvPr id="328" name="Group 328"/>
                <p:cNvGrpSpPr/>
                <p:nvPr/>
              </p:nvGrpSpPr>
              <p:grpSpPr>
                <a:xfrm>
                  <a:off x="8206625" y="1594250"/>
                  <a:ext cx="712351" cy="1270213"/>
                  <a:chOff x="8206625" y="1594250"/>
                  <a:chExt cx="712351" cy="1270213"/>
                </a:xfrm>
              </p:grpSpPr>
              <p:grpSp>
                <p:nvGrpSpPr>
                  <p:cNvPr id="329" name="Group 329"/>
                  <p:cNvGrpSpPr/>
                  <p:nvPr/>
                </p:nvGrpSpPr>
                <p:grpSpPr>
                  <a:xfrm>
                    <a:off x="8206625" y="1878522"/>
                    <a:ext cx="285256" cy="820223"/>
                    <a:chOff x="8206625" y="1878522"/>
                    <a:chExt cx="285256" cy="820223"/>
                  </a:xfrm>
                </p:grpSpPr>
                <p:sp>
                  <p:nvSpPr>
                    <p:cNvPr id="330" name="AutoShape 330"/>
                    <p:cNvSpPr/>
                    <p:nvPr/>
                  </p:nvSpPr>
                  <p:spPr>
                    <a:xfrm>
                      <a:off x="8206625" y="1878522"/>
                      <a:ext cx="285182" cy="8202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5182" h="820223">
                          <a:moveTo>
                            <a:pt x="198880" y="229363"/>
                          </a:moveTo>
                          <a:cubicBezTo>
                            <a:pt x="197465" y="426465"/>
                            <a:pt x="226729" y="623717"/>
                            <a:pt x="285182" y="811883"/>
                          </a:cubicBezTo>
                          <a:cubicBezTo>
                            <a:pt x="270215" y="814638"/>
                            <a:pt x="255174" y="817468"/>
                            <a:pt x="240207" y="820223"/>
                          </a:cubicBezTo>
                          <a:cubicBezTo>
                            <a:pt x="122407" y="665341"/>
                            <a:pt x="42434" y="481865"/>
                            <a:pt x="9224" y="290124"/>
                          </a:cubicBezTo>
                          <a:cubicBezTo>
                            <a:pt x="-4775" y="209556"/>
                            <a:pt x="-8498" y="119530"/>
                            <a:pt x="39679" y="53408"/>
                          </a:cubicBezTo>
                          <a:cubicBezTo>
                            <a:pt x="72294" y="8730"/>
                            <a:pt x="138938" y="-18076"/>
                            <a:pt x="183764" y="14241"/>
                          </a:cubicBezTo>
                          <a:cubicBezTo>
                            <a:pt x="219581" y="40079"/>
                            <a:pt x="225985" y="89820"/>
                            <a:pt x="229261" y="133827"/>
                          </a:cubicBezTo>
                          <a:lnTo>
                            <a:pt x="198880" y="229363"/>
                          </a:ln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31" name="AutoShape 331"/>
                    <p:cNvSpPr/>
                    <p:nvPr/>
                  </p:nvSpPr>
                  <p:spPr>
                    <a:xfrm>
                      <a:off x="8250379" y="1878557"/>
                      <a:ext cx="241502" cy="8172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502" h="817284">
                          <a:moveTo>
                            <a:pt x="212164" y="817284"/>
                          </a:moveTo>
                          <a:cubicBezTo>
                            <a:pt x="221919" y="815497"/>
                            <a:pt x="231673" y="813636"/>
                            <a:pt x="241502" y="811849"/>
                          </a:cubicBezTo>
                          <a:cubicBezTo>
                            <a:pt x="182975" y="623682"/>
                            <a:pt x="153785" y="426430"/>
                            <a:pt x="155200" y="229328"/>
                          </a:cubicBezTo>
                          <a:lnTo>
                            <a:pt x="185656" y="133793"/>
                          </a:lnTo>
                          <a:cubicBezTo>
                            <a:pt x="182305" y="89785"/>
                            <a:pt x="175901" y="40044"/>
                            <a:pt x="140159" y="14206"/>
                          </a:cubicBezTo>
                          <a:cubicBezTo>
                            <a:pt x="120799" y="207"/>
                            <a:pt x="97343" y="-2623"/>
                            <a:pt x="74334" y="2143"/>
                          </a:cubicBezTo>
                          <a:cubicBezTo>
                            <a:pt x="-90154" y="278920"/>
                            <a:pt x="46411" y="558601"/>
                            <a:pt x="212164" y="817284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332" name="Group 332"/>
                  <p:cNvGrpSpPr/>
                  <p:nvPr/>
                </p:nvGrpSpPr>
                <p:grpSpPr>
                  <a:xfrm>
                    <a:off x="8248552" y="1594250"/>
                    <a:ext cx="670423" cy="1270213"/>
                    <a:chOff x="8248552" y="1594250"/>
                    <a:chExt cx="670423" cy="1270213"/>
                  </a:xfrm>
                </p:grpSpPr>
                <p:sp>
                  <p:nvSpPr>
                    <p:cNvPr id="333" name="AutoShape 333"/>
                    <p:cNvSpPr/>
                    <p:nvPr/>
                  </p:nvSpPr>
                  <p:spPr>
                    <a:xfrm>
                      <a:off x="8248552" y="1594250"/>
                      <a:ext cx="670423" cy="127021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70423" h="1270213">
                          <a:moveTo>
                            <a:pt x="261275" y="9077"/>
                          </a:moveTo>
                          <a:cubicBezTo>
                            <a:pt x="399254" y="-30090"/>
                            <a:pt x="549147" y="62541"/>
                            <a:pt x="614823" y="190021"/>
                          </a:cubicBezTo>
                          <a:cubicBezTo>
                            <a:pt x="680573" y="317501"/>
                            <a:pt x="678563" y="469256"/>
                            <a:pt x="656820" y="610958"/>
                          </a:cubicBezTo>
                          <a:cubicBezTo>
                            <a:pt x="634034" y="759287"/>
                            <a:pt x="591144" y="904563"/>
                            <a:pt x="529787" y="1041575"/>
                          </a:cubicBezTo>
                          <a:cubicBezTo>
                            <a:pt x="503874" y="1099432"/>
                            <a:pt x="473865" y="1156917"/>
                            <a:pt x="428592" y="1201446"/>
                          </a:cubicBezTo>
                          <a:cubicBezTo>
                            <a:pt x="383393" y="1245974"/>
                            <a:pt x="320472" y="1276206"/>
                            <a:pt x="257402" y="1269207"/>
                          </a:cubicBezTo>
                          <a:cubicBezTo>
                            <a:pt x="314888" y="1097719"/>
                            <a:pt x="343258" y="916552"/>
                            <a:pt x="341024" y="735682"/>
                          </a:cubicBezTo>
                          <a:cubicBezTo>
                            <a:pt x="213172" y="762712"/>
                            <a:pt x="78246" y="675964"/>
                            <a:pt x="27537" y="555558"/>
                          </a:cubicBezTo>
                          <a:cubicBezTo>
                            <a:pt x="-23247" y="435152"/>
                            <a:pt x="209" y="292556"/>
                            <a:pt x="65215" y="179150"/>
                          </a:cubicBezTo>
                          <a:cubicBezTo>
                            <a:pt x="109371" y="102230"/>
                            <a:pt x="175866" y="33277"/>
                            <a:pt x="261275" y="9077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34" name="AutoShape 334"/>
                    <p:cNvSpPr/>
                    <p:nvPr/>
                  </p:nvSpPr>
                  <p:spPr>
                    <a:xfrm>
                      <a:off x="8620999" y="1964917"/>
                      <a:ext cx="117542" cy="3426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7542" h="342602">
                          <a:moveTo>
                            <a:pt x="0" y="342602"/>
                          </a:moveTo>
                          <a:cubicBezTo>
                            <a:pt x="95610" y="260396"/>
                            <a:pt x="138947" y="122044"/>
                            <a:pt x="107301" y="0"/>
                          </a:cubicBezTo>
                          <a:cubicBezTo>
                            <a:pt x="116981" y="121300"/>
                            <a:pt x="62772" y="238355"/>
                            <a:pt x="0" y="342602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35" name="AutoShape 335"/>
                    <p:cNvSpPr/>
                    <p:nvPr/>
                  </p:nvSpPr>
                  <p:spPr>
                    <a:xfrm>
                      <a:off x="8556441" y="1594689"/>
                      <a:ext cx="362497" cy="12666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2497" h="1266682">
                          <a:moveTo>
                            <a:pt x="306934" y="189507"/>
                          </a:moveTo>
                          <a:cubicBezTo>
                            <a:pt x="253917" y="86749"/>
                            <a:pt x="146245" y="6627"/>
                            <a:pt x="34178" y="0"/>
                          </a:cubicBezTo>
                          <a:cubicBezTo>
                            <a:pt x="241407" y="158605"/>
                            <a:pt x="284149" y="552363"/>
                            <a:pt x="192485" y="788112"/>
                          </a:cubicBezTo>
                          <a:cubicBezTo>
                            <a:pt x="128001" y="960046"/>
                            <a:pt x="83249" y="1090951"/>
                            <a:pt x="0" y="1266682"/>
                          </a:cubicBezTo>
                          <a:cubicBezTo>
                            <a:pt x="45124" y="1258342"/>
                            <a:pt x="87568" y="1233547"/>
                            <a:pt x="120629" y="1201006"/>
                          </a:cubicBezTo>
                          <a:cubicBezTo>
                            <a:pt x="165828" y="1156478"/>
                            <a:pt x="195836" y="1098993"/>
                            <a:pt x="221824" y="1041135"/>
                          </a:cubicBezTo>
                          <a:cubicBezTo>
                            <a:pt x="283255" y="904199"/>
                            <a:pt x="326071" y="758922"/>
                            <a:pt x="348857" y="610518"/>
                          </a:cubicBezTo>
                          <a:cubicBezTo>
                            <a:pt x="370674" y="468742"/>
                            <a:pt x="372610" y="316987"/>
                            <a:pt x="306934" y="189507"/>
                          </a:cubicBezTo>
                          <a:close/>
                        </a:path>
                      </a:pathLst>
                    </a:custGeom>
                    <a:solidFill>
                      <a:srgbClr val="007888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336" name="Group 336"/>
                  <p:cNvGrpSpPr/>
                  <p:nvPr/>
                </p:nvGrpSpPr>
                <p:grpSpPr>
                  <a:xfrm>
                    <a:off x="8292965" y="1670258"/>
                    <a:ext cx="393149" cy="596352"/>
                    <a:chOff x="8292965" y="1670258"/>
                    <a:chExt cx="393149" cy="596352"/>
                  </a:xfrm>
                </p:grpSpPr>
                <p:sp>
                  <p:nvSpPr>
                    <p:cNvPr id="337" name="AutoShape 337"/>
                    <p:cNvSpPr/>
                    <p:nvPr/>
                  </p:nvSpPr>
                  <p:spPr>
                    <a:xfrm>
                      <a:off x="8292965" y="1670258"/>
                      <a:ext cx="393149" cy="5963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3149" h="596352">
                          <a:moveTo>
                            <a:pt x="73224" y="90259"/>
                          </a:moveTo>
                          <a:cubicBezTo>
                            <a:pt x="-8610" y="198974"/>
                            <a:pt x="-23354" y="354229"/>
                            <a:pt x="36588" y="476422"/>
                          </a:cubicBezTo>
                          <a:cubicBezTo>
                            <a:pt x="68533" y="541576"/>
                            <a:pt x="130709" y="601444"/>
                            <a:pt x="203087" y="596009"/>
                          </a:cubicBezTo>
                          <a:cubicBezTo>
                            <a:pt x="270550" y="590945"/>
                            <a:pt x="321259" y="531524"/>
                            <a:pt x="350076" y="470390"/>
                          </a:cubicBezTo>
                          <a:cubicBezTo>
                            <a:pt x="399147" y="365994"/>
                            <a:pt x="406667" y="242684"/>
                            <a:pt x="370702" y="133075"/>
                          </a:cubicBezTo>
                          <a:cubicBezTo>
                            <a:pt x="353501" y="80728"/>
                            <a:pt x="322674" y="27785"/>
                            <a:pt x="271294" y="7978"/>
                          </a:cubicBezTo>
                          <a:cubicBezTo>
                            <a:pt x="199512" y="-19722"/>
                            <a:pt x="119391" y="28827"/>
                            <a:pt x="73224" y="90259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38" name="AutoShape 338"/>
                    <p:cNvSpPr/>
                    <p:nvPr/>
                  </p:nvSpPr>
                  <p:spPr>
                    <a:xfrm>
                      <a:off x="8317728" y="1731104"/>
                      <a:ext cx="313685" cy="4758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3685" h="475874">
                          <a:moveTo>
                            <a:pt x="58438" y="72081"/>
                          </a:moveTo>
                          <a:cubicBezTo>
                            <a:pt x="-6865" y="158830"/>
                            <a:pt x="-18630" y="282735"/>
                            <a:pt x="29175" y="380207"/>
                          </a:cubicBezTo>
                          <a:cubicBezTo>
                            <a:pt x="54715" y="432256"/>
                            <a:pt x="104307" y="479987"/>
                            <a:pt x="162016" y="475593"/>
                          </a:cubicBezTo>
                          <a:cubicBezTo>
                            <a:pt x="215852" y="471572"/>
                            <a:pt x="256360" y="424140"/>
                            <a:pt x="279294" y="375292"/>
                          </a:cubicBezTo>
                          <a:cubicBezTo>
                            <a:pt x="318461" y="291969"/>
                            <a:pt x="324493" y="193604"/>
                            <a:pt x="295750" y="106185"/>
                          </a:cubicBezTo>
                          <a:cubicBezTo>
                            <a:pt x="282049" y="64411"/>
                            <a:pt x="257402" y="22191"/>
                            <a:pt x="216373" y="6330"/>
                          </a:cubicBezTo>
                          <a:cubicBezTo>
                            <a:pt x="159261" y="-15711"/>
                            <a:pt x="95297" y="23084"/>
                            <a:pt x="58438" y="72081"/>
                          </a:cubicBezTo>
                          <a:close/>
                        </a:path>
                      </a:pathLst>
                    </a:custGeom>
                    <a:solidFill>
                      <a:srgbClr val="E0DBD5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39" name="AutoShape 339"/>
                    <p:cNvSpPr/>
                    <p:nvPr/>
                  </p:nvSpPr>
                  <p:spPr>
                    <a:xfrm>
                      <a:off x="8337074" y="1805589"/>
                      <a:ext cx="215510" cy="3269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5510" h="326908">
                          <a:moveTo>
                            <a:pt x="40135" y="49496"/>
                          </a:moveTo>
                          <a:cubicBezTo>
                            <a:pt x="-4692" y="109066"/>
                            <a:pt x="-12808" y="194251"/>
                            <a:pt x="20030" y="261193"/>
                          </a:cubicBezTo>
                          <a:cubicBezTo>
                            <a:pt x="37529" y="296935"/>
                            <a:pt x="71632" y="329699"/>
                            <a:pt x="111321" y="326720"/>
                          </a:cubicBezTo>
                          <a:cubicBezTo>
                            <a:pt x="148255" y="323965"/>
                            <a:pt x="176104" y="291350"/>
                            <a:pt x="191890" y="257842"/>
                          </a:cubicBezTo>
                          <a:cubicBezTo>
                            <a:pt x="218770" y="200581"/>
                            <a:pt x="222940" y="133043"/>
                            <a:pt x="203208" y="72952"/>
                          </a:cubicBezTo>
                          <a:cubicBezTo>
                            <a:pt x="193751" y="44284"/>
                            <a:pt x="176848" y="15243"/>
                            <a:pt x="148701" y="4372"/>
                          </a:cubicBezTo>
                          <a:cubicBezTo>
                            <a:pt x="109385" y="-10819"/>
                            <a:pt x="65452" y="15839"/>
                            <a:pt x="40135" y="49496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40" name="AutoShape 340"/>
                    <p:cNvSpPr/>
                    <p:nvPr/>
                  </p:nvSpPr>
                  <p:spPr>
                    <a:xfrm>
                      <a:off x="8402757" y="1884964"/>
                      <a:ext cx="123939" cy="1879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939" h="187957">
                          <a:moveTo>
                            <a:pt x="23076" y="28499"/>
                          </a:moveTo>
                          <a:cubicBezTo>
                            <a:pt x="-2688" y="62752"/>
                            <a:pt x="-7379" y="111674"/>
                            <a:pt x="11534" y="150171"/>
                          </a:cubicBezTo>
                          <a:cubicBezTo>
                            <a:pt x="21587" y="170723"/>
                            <a:pt x="41171" y="189562"/>
                            <a:pt x="64030" y="187849"/>
                          </a:cubicBezTo>
                          <a:cubicBezTo>
                            <a:pt x="85252" y="186286"/>
                            <a:pt x="101261" y="167521"/>
                            <a:pt x="110346" y="148235"/>
                          </a:cubicBezTo>
                          <a:cubicBezTo>
                            <a:pt x="125834" y="115323"/>
                            <a:pt x="128217" y="76453"/>
                            <a:pt x="116824" y="41903"/>
                          </a:cubicBezTo>
                          <a:cubicBezTo>
                            <a:pt x="111389" y="25372"/>
                            <a:pt x="101709" y="8692"/>
                            <a:pt x="85475" y="2438"/>
                          </a:cubicBezTo>
                          <a:cubicBezTo>
                            <a:pt x="62913" y="-6126"/>
                            <a:pt x="37596" y="9139"/>
                            <a:pt x="23076" y="28499"/>
                          </a:cubicBezTo>
                          <a:close/>
                        </a:path>
                      </a:pathLst>
                    </a:custGeom>
                    <a:solidFill>
                      <a:srgbClr val="809CAA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</p:grpSp>
          <p:grpSp>
            <p:nvGrpSpPr>
              <p:cNvPr id="341" name="Group 341"/>
              <p:cNvGrpSpPr/>
              <p:nvPr/>
            </p:nvGrpSpPr>
            <p:grpSpPr>
              <a:xfrm>
                <a:off x="4913808" y="0"/>
                <a:ext cx="1280755" cy="332624"/>
                <a:chOff x="4913808" y="0"/>
                <a:chExt cx="1280755" cy="332624"/>
              </a:xfrm>
            </p:grpSpPr>
            <p:sp>
              <p:nvSpPr>
                <p:cNvPr id="342" name="AutoShape 342"/>
                <p:cNvSpPr/>
                <p:nvPr/>
              </p:nvSpPr>
              <p:spPr>
                <a:xfrm>
                  <a:off x="4913808" y="79451"/>
                  <a:ext cx="1121926" cy="168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926" h="168732">
                      <a:moveTo>
                        <a:pt x="1121927" y="131501"/>
                      </a:moveTo>
                      <a:cubicBezTo>
                        <a:pt x="1121927" y="152053"/>
                        <a:pt x="1105247" y="168732"/>
                        <a:pt x="1084696" y="168732"/>
                      </a:cubicBezTo>
                      <a:lnTo>
                        <a:pt x="37231" y="168732"/>
                      </a:lnTo>
                      <a:cubicBezTo>
                        <a:pt x="16680" y="168732"/>
                        <a:pt x="0" y="152053"/>
                        <a:pt x="0" y="131501"/>
                      </a:cubicBezTo>
                      <a:lnTo>
                        <a:pt x="0" y="37231"/>
                      </a:lnTo>
                      <a:cubicBezTo>
                        <a:pt x="0" y="16680"/>
                        <a:pt x="16680" y="0"/>
                        <a:pt x="37231" y="0"/>
                      </a:cubicBezTo>
                      <a:lnTo>
                        <a:pt x="1084696" y="0"/>
                      </a:lnTo>
                      <a:cubicBezTo>
                        <a:pt x="1105247" y="0"/>
                        <a:pt x="1121927" y="16680"/>
                        <a:pt x="1121927" y="37231"/>
                      </a:cubicBezTo>
                      <a:lnTo>
                        <a:pt x="1121927" y="131501"/>
                      </a:lnTo>
                      <a:close/>
                    </a:path>
                  </a:pathLst>
                </a:custGeom>
                <a:solidFill>
                  <a:srgbClr val="002033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43" name="AutoShape 343"/>
                <p:cNvSpPr/>
                <p:nvPr/>
              </p:nvSpPr>
              <p:spPr>
                <a:xfrm>
                  <a:off x="5449938" y="0"/>
                  <a:ext cx="481549" cy="332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49" h="332624">
                      <a:moveTo>
                        <a:pt x="481549" y="295393"/>
                      </a:moveTo>
                      <a:cubicBezTo>
                        <a:pt x="481549" y="315945"/>
                        <a:pt x="464870" y="332624"/>
                        <a:pt x="444318" y="332624"/>
                      </a:cubicBezTo>
                      <a:lnTo>
                        <a:pt x="37231" y="332624"/>
                      </a:lnTo>
                      <a:cubicBezTo>
                        <a:pt x="16680" y="332624"/>
                        <a:pt x="0" y="315945"/>
                        <a:pt x="0" y="295393"/>
                      </a:cubicBezTo>
                      <a:lnTo>
                        <a:pt x="0" y="37231"/>
                      </a:lnTo>
                      <a:cubicBezTo>
                        <a:pt x="0" y="16680"/>
                        <a:pt x="16680" y="0"/>
                        <a:pt x="37231" y="0"/>
                      </a:cubicBezTo>
                      <a:lnTo>
                        <a:pt x="444318" y="0"/>
                      </a:lnTo>
                      <a:cubicBezTo>
                        <a:pt x="464870" y="0"/>
                        <a:pt x="481549" y="16680"/>
                        <a:pt x="481549" y="37231"/>
                      </a:cubicBezTo>
                      <a:lnTo>
                        <a:pt x="481549" y="295393"/>
                      </a:lnTo>
                      <a:close/>
                    </a:path>
                  </a:pathLst>
                </a:custGeom>
                <a:solidFill>
                  <a:srgbClr val="002033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44" name="AutoShape 344"/>
                <p:cNvSpPr/>
                <p:nvPr/>
              </p:nvSpPr>
              <p:spPr>
                <a:xfrm>
                  <a:off x="6010864" y="129118"/>
                  <a:ext cx="183699" cy="99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699" h="99258">
                      <a:moveTo>
                        <a:pt x="183699" y="62027"/>
                      </a:moveTo>
                      <a:cubicBezTo>
                        <a:pt x="183699" y="82579"/>
                        <a:pt x="167019" y="99259"/>
                        <a:pt x="146468" y="99259"/>
                      </a:cubicBezTo>
                      <a:lnTo>
                        <a:pt x="37231" y="99259"/>
                      </a:lnTo>
                      <a:cubicBezTo>
                        <a:pt x="16680" y="99259"/>
                        <a:pt x="0" y="82579"/>
                        <a:pt x="0" y="62027"/>
                      </a:cubicBezTo>
                      <a:lnTo>
                        <a:pt x="0" y="37231"/>
                      </a:lnTo>
                      <a:cubicBezTo>
                        <a:pt x="0" y="16680"/>
                        <a:pt x="16680" y="0"/>
                        <a:pt x="37231" y="0"/>
                      </a:cubicBezTo>
                      <a:lnTo>
                        <a:pt x="146468" y="0"/>
                      </a:lnTo>
                      <a:cubicBezTo>
                        <a:pt x="167019" y="0"/>
                        <a:pt x="183699" y="16680"/>
                        <a:pt x="183699" y="37231"/>
                      </a:cubicBezTo>
                      <a:lnTo>
                        <a:pt x="183699" y="62027"/>
                      </a:lnTo>
                      <a:close/>
                    </a:path>
                  </a:pathLst>
                </a:custGeom>
                <a:solidFill>
                  <a:srgbClr val="002033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45" name="AutoShape 345"/>
                <p:cNvSpPr/>
                <p:nvPr/>
              </p:nvSpPr>
              <p:spPr>
                <a:xfrm>
                  <a:off x="4970920" y="109236"/>
                  <a:ext cx="86823" cy="86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823" h="86823">
                      <a:moveTo>
                        <a:pt x="86823" y="43412"/>
                      </a:moveTo>
                      <a:cubicBezTo>
                        <a:pt x="86823" y="67389"/>
                        <a:pt x="67389" y="86823"/>
                        <a:pt x="43412" y="86823"/>
                      </a:cubicBezTo>
                      <a:cubicBezTo>
                        <a:pt x="19435" y="86823"/>
                        <a:pt x="0" y="67389"/>
                        <a:pt x="0" y="43412"/>
                      </a:cubicBezTo>
                      <a:cubicBezTo>
                        <a:pt x="0" y="19435"/>
                        <a:pt x="19435" y="0"/>
                        <a:pt x="43412" y="0"/>
                      </a:cubicBezTo>
                      <a:cubicBezTo>
                        <a:pt x="67389" y="0"/>
                        <a:pt x="86823" y="19435"/>
                        <a:pt x="86823" y="43412"/>
                      </a:cubicBezTo>
                      <a:close/>
                    </a:path>
                  </a:pathLst>
                </a:custGeom>
                <a:solidFill>
                  <a:srgbClr val="007888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46" name="AutoShape 346"/>
                <p:cNvSpPr/>
                <p:nvPr/>
              </p:nvSpPr>
              <p:spPr>
                <a:xfrm>
                  <a:off x="5921584" y="109236"/>
                  <a:ext cx="86823" cy="86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823" h="86823">
                      <a:moveTo>
                        <a:pt x="86823" y="43412"/>
                      </a:moveTo>
                      <a:cubicBezTo>
                        <a:pt x="86823" y="67387"/>
                        <a:pt x="67387" y="86823"/>
                        <a:pt x="43412" y="86823"/>
                      </a:cubicBezTo>
                      <a:cubicBezTo>
                        <a:pt x="19436" y="86823"/>
                        <a:pt x="0" y="67387"/>
                        <a:pt x="0" y="43412"/>
                      </a:cubicBezTo>
                      <a:cubicBezTo>
                        <a:pt x="0" y="19436"/>
                        <a:pt x="19436" y="0"/>
                        <a:pt x="43412" y="0"/>
                      </a:cubicBezTo>
                      <a:cubicBezTo>
                        <a:pt x="67387" y="0"/>
                        <a:pt x="86823" y="19436"/>
                        <a:pt x="86823" y="43412"/>
                      </a:cubicBezTo>
                      <a:close/>
                    </a:path>
                  </a:pathLst>
                </a:custGeom>
                <a:solidFill>
                  <a:srgbClr val="007888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47" name="AutoShape 347"/>
                <p:cNvSpPr/>
                <p:nvPr/>
              </p:nvSpPr>
              <p:spPr>
                <a:xfrm>
                  <a:off x="5504519" y="240737"/>
                  <a:ext cx="47209" cy="47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09" h="47209">
                      <a:moveTo>
                        <a:pt x="47209" y="23605"/>
                      </a:moveTo>
                      <a:cubicBezTo>
                        <a:pt x="47209" y="36636"/>
                        <a:pt x="36636" y="47209"/>
                        <a:pt x="23605" y="47209"/>
                      </a:cubicBezTo>
                      <a:cubicBezTo>
                        <a:pt x="10574" y="47209"/>
                        <a:pt x="0" y="36636"/>
                        <a:pt x="0" y="23605"/>
                      </a:cubicBezTo>
                      <a:cubicBezTo>
                        <a:pt x="0" y="10574"/>
                        <a:pt x="10574" y="0"/>
                        <a:pt x="23605" y="0"/>
                      </a:cubicBezTo>
                      <a:cubicBezTo>
                        <a:pt x="36636" y="0"/>
                        <a:pt x="47209" y="10574"/>
                        <a:pt x="47209" y="23605"/>
                      </a:cubicBezTo>
                      <a:close/>
                    </a:path>
                  </a:pathLst>
                </a:custGeom>
                <a:solidFill>
                  <a:srgbClr val="E0DBD5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48" name="AutoShape 348"/>
                <p:cNvSpPr/>
                <p:nvPr/>
              </p:nvSpPr>
              <p:spPr>
                <a:xfrm>
                  <a:off x="5852036" y="240737"/>
                  <a:ext cx="47209" cy="47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09" h="47209">
                      <a:moveTo>
                        <a:pt x="47209" y="23605"/>
                      </a:moveTo>
                      <a:cubicBezTo>
                        <a:pt x="47209" y="36641"/>
                        <a:pt x="36641" y="47209"/>
                        <a:pt x="23605" y="47209"/>
                      </a:cubicBezTo>
                      <a:cubicBezTo>
                        <a:pt x="10568" y="47209"/>
                        <a:pt x="0" y="36641"/>
                        <a:pt x="0" y="23605"/>
                      </a:cubicBezTo>
                      <a:cubicBezTo>
                        <a:pt x="0" y="10568"/>
                        <a:pt x="10568" y="0"/>
                        <a:pt x="23605" y="0"/>
                      </a:cubicBezTo>
                      <a:cubicBezTo>
                        <a:pt x="36641" y="0"/>
                        <a:pt x="47209" y="10568"/>
                        <a:pt x="47209" y="23605"/>
                      </a:cubicBezTo>
                      <a:close/>
                    </a:path>
                  </a:pathLst>
                </a:custGeom>
                <a:solidFill>
                  <a:srgbClr val="E0DBD5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</p:grpSp>
        <p:grpSp>
          <p:nvGrpSpPr>
            <p:cNvPr id="349" name="Group 349"/>
            <p:cNvGrpSpPr/>
            <p:nvPr/>
          </p:nvGrpSpPr>
          <p:grpSpPr>
            <a:xfrm>
              <a:off x="10155536" y="3006722"/>
              <a:ext cx="1463375" cy="3422372"/>
              <a:chOff x="10155536" y="3006722"/>
              <a:chExt cx="1463375" cy="3422372"/>
            </a:xfrm>
          </p:grpSpPr>
          <p:grpSp>
            <p:nvGrpSpPr>
              <p:cNvPr id="350" name="Group 350"/>
              <p:cNvGrpSpPr/>
              <p:nvPr/>
            </p:nvGrpSpPr>
            <p:grpSpPr>
              <a:xfrm>
                <a:off x="10155536" y="4236993"/>
                <a:ext cx="1463375" cy="2192102"/>
                <a:chOff x="10155536" y="4236993"/>
                <a:chExt cx="1463375" cy="2192102"/>
              </a:xfrm>
            </p:grpSpPr>
            <p:grpSp>
              <p:nvGrpSpPr>
                <p:cNvPr id="351" name="Group 351"/>
                <p:cNvGrpSpPr/>
                <p:nvPr/>
              </p:nvGrpSpPr>
              <p:grpSpPr>
                <a:xfrm>
                  <a:off x="10669688" y="4236993"/>
                  <a:ext cx="949223" cy="2095301"/>
                  <a:chOff x="10669688" y="4236993"/>
                  <a:chExt cx="949223" cy="2095301"/>
                </a:xfrm>
              </p:grpSpPr>
              <p:grpSp>
                <p:nvGrpSpPr>
                  <p:cNvPr id="352" name="Group 352"/>
                  <p:cNvGrpSpPr/>
                  <p:nvPr/>
                </p:nvGrpSpPr>
                <p:grpSpPr>
                  <a:xfrm>
                    <a:off x="11302470" y="6046134"/>
                    <a:ext cx="316441" cy="286159"/>
                    <a:chOff x="11302470" y="6046134"/>
                    <a:chExt cx="316441" cy="286159"/>
                  </a:xfrm>
                </p:grpSpPr>
                <p:sp>
                  <p:nvSpPr>
                    <p:cNvPr id="353" name="AutoShape 353"/>
                    <p:cNvSpPr/>
                    <p:nvPr/>
                  </p:nvSpPr>
                  <p:spPr>
                    <a:xfrm>
                      <a:off x="11310472" y="6046134"/>
                      <a:ext cx="296799" cy="25916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6799" h="259162">
                          <a:moveTo>
                            <a:pt x="195504" y="257641"/>
                          </a:moveTo>
                          <a:cubicBezTo>
                            <a:pt x="130125" y="250864"/>
                            <a:pt x="65120" y="239769"/>
                            <a:pt x="1231" y="224430"/>
                          </a:cubicBezTo>
                          <a:cubicBezTo>
                            <a:pt x="-5173" y="192784"/>
                            <a:pt x="14038" y="158010"/>
                            <a:pt x="44122" y="146468"/>
                          </a:cubicBezTo>
                          <a:cubicBezTo>
                            <a:pt x="65715" y="138203"/>
                            <a:pt x="90810" y="140958"/>
                            <a:pt x="111063" y="129789"/>
                          </a:cubicBezTo>
                          <a:cubicBezTo>
                            <a:pt x="136306" y="115938"/>
                            <a:pt x="146284" y="79973"/>
                            <a:pt x="131764" y="55102"/>
                          </a:cubicBezTo>
                          <a:cubicBezTo>
                            <a:pt x="162516" y="36710"/>
                            <a:pt x="193269" y="18318"/>
                            <a:pt x="224097" y="0"/>
                          </a:cubicBezTo>
                          <a:cubicBezTo>
                            <a:pt x="285380" y="45944"/>
                            <a:pt x="312336" y="132841"/>
                            <a:pt x="287763" y="205442"/>
                          </a:cubicBezTo>
                          <a:cubicBezTo>
                            <a:pt x="281656" y="223462"/>
                            <a:pt x="271902" y="241482"/>
                            <a:pt x="255372" y="251013"/>
                          </a:cubicBezTo>
                          <a:cubicBezTo>
                            <a:pt x="237650" y="261140"/>
                            <a:pt x="215832" y="259800"/>
                            <a:pt x="195504" y="257641"/>
                          </a:cubicBezTo>
                          <a:close/>
                        </a:path>
                      </a:pathLst>
                    </a:custGeom>
                    <a:solidFill>
                      <a:srgbClr val="F4E8DC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grpSp>
                  <p:nvGrpSpPr>
                    <p:cNvPr id="354" name="Group 354"/>
                    <p:cNvGrpSpPr/>
                    <p:nvPr/>
                  </p:nvGrpSpPr>
                  <p:grpSpPr>
                    <a:xfrm>
                      <a:off x="11310395" y="6078228"/>
                      <a:ext cx="296831" cy="227028"/>
                      <a:chOff x="11310395" y="6078228"/>
                      <a:chExt cx="296831" cy="227028"/>
                    </a:xfrm>
                  </p:grpSpPr>
                  <p:sp>
                    <p:nvSpPr>
                      <p:cNvPr id="355" name="AutoShape 355"/>
                      <p:cNvSpPr/>
                      <p:nvPr/>
                    </p:nvSpPr>
                    <p:spPr>
                      <a:xfrm>
                        <a:off x="11310395" y="6078228"/>
                        <a:ext cx="296787" cy="22702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96787" h="227028">
                            <a:moveTo>
                              <a:pt x="245769" y="2904"/>
                            </a:moveTo>
                            <a:cubicBezTo>
                              <a:pt x="192901" y="29338"/>
                              <a:pt x="175179" y="114300"/>
                              <a:pt x="119853" y="91514"/>
                            </a:cubicBezTo>
                            <a:cubicBezTo>
                              <a:pt x="117172" y="93897"/>
                              <a:pt x="114268" y="95982"/>
                              <a:pt x="111067" y="97695"/>
                            </a:cubicBezTo>
                            <a:cubicBezTo>
                              <a:pt x="90813" y="108864"/>
                              <a:pt x="65645" y="106109"/>
                              <a:pt x="44125" y="114374"/>
                            </a:cubicBezTo>
                            <a:cubicBezTo>
                              <a:pt x="13967" y="125916"/>
                              <a:pt x="-5169" y="160764"/>
                              <a:pt x="1234" y="192336"/>
                            </a:cubicBezTo>
                            <a:cubicBezTo>
                              <a:pt x="65198" y="207676"/>
                              <a:pt x="130129" y="218845"/>
                              <a:pt x="195507" y="225547"/>
                            </a:cubicBezTo>
                            <a:cubicBezTo>
                              <a:pt x="215835" y="227632"/>
                              <a:pt x="237653" y="229046"/>
                              <a:pt x="255375" y="218771"/>
                            </a:cubicBezTo>
                            <a:cubicBezTo>
                              <a:pt x="271831" y="209240"/>
                              <a:pt x="281661" y="191294"/>
                              <a:pt x="287766" y="173199"/>
                            </a:cubicBezTo>
                            <a:cubicBezTo>
                              <a:pt x="307424" y="115193"/>
                              <a:pt x="294021" y="48103"/>
                              <a:pt x="256640" y="0"/>
                            </a:cubicBezTo>
                            <a:cubicBezTo>
                              <a:pt x="252769" y="372"/>
                              <a:pt x="249121" y="1266"/>
                              <a:pt x="245769" y="2904"/>
                            </a:cubicBezTo>
                            <a:close/>
                          </a:path>
                        </a:pathLst>
                      </a:custGeom>
                      <a:solidFill>
                        <a:srgbClr val="E67231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356" name="AutoShape 356"/>
                      <p:cNvSpPr/>
                      <p:nvPr/>
                    </p:nvSpPr>
                    <p:spPr>
                      <a:xfrm>
                        <a:off x="11527444" y="6111662"/>
                        <a:ext cx="79782" cy="19345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9782" h="193453">
                            <a:moveTo>
                              <a:pt x="6381" y="24051"/>
                            </a:moveTo>
                            <a:cubicBezTo>
                              <a:pt x="-2926" y="81834"/>
                              <a:pt x="-1511" y="138202"/>
                              <a:pt x="7126" y="193454"/>
                            </a:cubicBezTo>
                            <a:cubicBezTo>
                              <a:pt x="18146" y="193007"/>
                              <a:pt x="28869" y="190848"/>
                              <a:pt x="38401" y="185411"/>
                            </a:cubicBezTo>
                            <a:cubicBezTo>
                              <a:pt x="54857" y="175880"/>
                              <a:pt x="64685" y="157935"/>
                              <a:pt x="70792" y="139840"/>
                            </a:cubicBezTo>
                            <a:cubicBezTo>
                              <a:pt x="86205" y="94269"/>
                              <a:pt x="81217" y="43188"/>
                              <a:pt x="60292" y="0"/>
                            </a:cubicBezTo>
                            <a:cubicBezTo>
                              <a:pt x="34007" y="1936"/>
                              <a:pt x="11966" y="12956"/>
                              <a:pt x="6381" y="24051"/>
                            </a:cubicBezTo>
                            <a:close/>
                          </a:path>
                        </a:pathLst>
                      </a:custGeom>
                      <a:solidFill>
                        <a:srgbClr val="C65C26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sp>
                  <p:nvSpPr>
                    <p:cNvPr id="357" name="AutoShape 357"/>
                    <p:cNvSpPr/>
                    <p:nvPr/>
                  </p:nvSpPr>
                  <p:spPr>
                    <a:xfrm>
                      <a:off x="11302470" y="6178007"/>
                      <a:ext cx="316441" cy="1542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6441" h="154287">
                          <a:moveTo>
                            <a:pt x="203208" y="154287"/>
                          </a:moveTo>
                          <a:cubicBezTo>
                            <a:pt x="233738" y="141107"/>
                            <a:pt x="263820" y="127108"/>
                            <a:pt x="292935" y="111025"/>
                          </a:cubicBezTo>
                          <a:cubicBezTo>
                            <a:pt x="293903" y="109237"/>
                            <a:pt x="294946" y="107525"/>
                            <a:pt x="295914" y="105738"/>
                          </a:cubicBezTo>
                          <a:cubicBezTo>
                            <a:pt x="305445" y="88388"/>
                            <a:pt x="314976" y="70144"/>
                            <a:pt x="316317" y="50114"/>
                          </a:cubicBezTo>
                          <a:cubicBezTo>
                            <a:pt x="317657" y="30084"/>
                            <a:pt x="308126" y="7745"/>
                            <a:pt x="290255" y="1639"/>
                          </a:cubicBezTo>
                          <a:cubicBezTo>
                            <a:pt x="266278" y="-6477"/>
                            <a:pt x="243269" y="16979"/>
                            <a:pt x="231057" y="40508"/>
                          </a:cubicBezTo>
                          <a:cubicBezTo>
                            <a:pt x="218846" y="63964"/>
                            <a:pt x="208718" y="91962"/>
                            <a:pt x="185933" y="103132"/>
                          </a:cubicBezTo>
                          <a:cubicBezTo>
                            <a:pt x="172976" y="109535"/>
                            <a:pt x="158084" y="109163"/>
                            <a:pt x="143861" y="107897"/>
                          </a:cubicBezTo>
                          <a:cubicBezTo>
                            <a:pt x="96354" y="103802"/>
                            <a:pt x="49443" y="91515"/>
                            <a:pt x="5585" y="71708"/>
                          </a:cubicBezTo>
                          <a:cubicBezTo>
                            <a:pt x="3723" y="83027"/>
                            <a:pt x="1862" y="94419"/>
                            <a:pt x="0" y="105738"/>
                          </a:cubicBezTo>
                          <a:cubicBezTo>
                            <a:pt x="64558" y="121152"/>
                            <a:pt x="129118" y="136640"/>
                            <a:pt x="193677" y="152053"/>
                          </a:cubicBezTo>
                          <a:cubicBezTo>
                            <a:pt x="196804" y="152873"/>
                            <a:pt x="200006" y="153617"/>
                            <a:pt x="203208" y="154287"/>
                          </a:cubicBezTo>
                          <a:close/>
                        </a:path>
                      </a:pathLst>
                    </a:custGeom>
                    <a:solidFill>
                      <a:srgbClr val="F4E8DC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358" name="Group 358"/>
                  <p:cNvGrpSpPr/>
                  <p:nvPr/>
                </p:nvGrpSpPr>
                <p:grpSpPr>
                  <a:xfrm>
                    <a:off x="10669688" y="4236993"/>
                    <a:ext cx="908814" cy="1928579"/>
                    <a:chOff x="10669688" y="4236993"/>
                    <a:chExt cx="908814" cy="1928579"/>
                  </a:xfrm>
                </p:grpSpPr>
                <p:sp>
                  <p:nvSpPr>
                    <p:cNvPr id="359" name="AutoShape 359"/>
                    <p:cNvSpPr/>
                    <p:nvPr/>
                  </p:nvSpPr>
                  <p:spPr>
                    <a:xfrm>
                      <a:off x="10669688" y="4236993"/>
                      <a:ext cx="908814" cy="19285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08814" h="1928504">
                          <a:moveTo>
                            <a:pt x="347442" y="85334"/>
                          </a:moveTo>
                          <a:cubicBezTo>
                            <a:pt x="392566" y="292265"/>
                            <a:pt x="406267" y="508803"/>
                            <a:pt x="387652" y="721393"/>
                          </a:cubicBezTo>
                          <a:cubicBezTo>
                            <a:pt x="382811" y="776272"/>
                            <a:pt x="419819" y="963173"/>
                            <a:pt x="432255" y="1016339"/>
                          </a:cubicBezTo>
                          <a:cubicBezTo>
                            <a:pt x="447296" y="1080600"/>
                            <a:pt x="532109" y="1149478"/>
                            <a:pt x="570010" y="1198772"/>
                          </a:cubicBezTo>
                          <a:cubicBezTo>
                            <a:pt x="747827" y="1430128"/>
                            <a:pt x="780218" y="1529982"/>
                            <a:pt x="908815" y="1824258"/>
                          </a:cubicBezTo>
                          <a:cubicBezTo>
                            <a:pt x="858851" y="1835948"/>
                            <a:pt x="757060" y="1880254"/>
                            <a:pt x="726382" y="1928505"/>
                          </a:cubicBezTo>
                          <a:cubicBezTo>
                            <a:pt x="656238" y="1761709"/>
                            <a:pt x="572467" y="1617177"/>
                            <a:pt x="458316" y="1489176"/>
                          </a:cubicBezTo>
                          <a:cubicBezTo>
                            <a:pt x="364494" y="1384035"/>
                            <a:pt x="285116" y="1298776"/>
                            <a:pt x="208346" y="1175689"/>
                          </a:cubicBezTo>
                          <a:cubicBezTo>
                            <a:pt x="106779" y="1012840"/>
                            <a:pt x="67835" y="806801"/>
                            <a:pt x="50188" y="605231"/>
                          </a:cubicBezTo>
                          <a:cubicBezTo>
                            <a:pt x="32540" y="403661"/>
                            <a:pt x="33508" y="199336"/>
                            <a:pt x="0" y="596"/>
                          </a:cubicBezTo>
                          <a:cubicBezTo>
                            <a:pt x="84440" y="372"/>
                            <a:pt x="168881" y="223"/>
                            <a:pt x="253321" y="0"/>
                          </a:cubicBezTo>
                          <a:lnTo>
                            <a:pt x="347442" y="85334"/>
                          </a:ln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60" name="AutoShape 360"/>
                    <p:cNvSpPr/>
                    <p:nvPr/>
                  </p:nvSpPr>
                  <p:spPr>
                    <a:xfrm>
                      <a:off x="10669688" y="4237514"/>
                      <a:ext cx="760187" cy="19280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60187" h="1928057">
                          <a:moveTo>
                            <a:pt x="417362" y="1362069"/>
                          </a:moveTo>
                          <a:cubicBezTo>
                            <a:pt x="402469" y="1339730"/>
                            <a:pt x="417362" y="1295052"/>
                            <a:pt x="395023" y="1280160"/>
                          </a:cubicBezTo>
                          <a:cubicBezTo>
                            <a:pt x="380131" y="1280160"/>
                            <a:pt x="372684" y="1265267"/>
                            <a:pt x="365238" y="1257821"/>
                          </a:cubicBezTo>
                          <a:cubicBezTo>
                            <a:pt x="365238" y="1250375"/>
                            <a:pt x="365238" y="1235482"/>
                            <a:pt x="365238" y="1228036"/>
                          </a:cubicBezTo>
                          <a:cubicBezTo>
                            <a:pt x="350346" y="1220590"/>
                            <a:pt x="328007" y="1235482"/>
                            <a:pt x="313114" y="1235482"/>
                          </a:cubicBezTo>
                          <a:cubicBezTo>
                            <a:pt x="305668" y="1228036"/>
                            <a:pt x="335453" y="1205697"/>
                            <a:pt x="313114" y="1190805"/>
                          </a:cubicBezTo>
                          <a:cubicBezTo>
                            <a:pt x="223759" y="1123789"/>
                            <a:pt x="238652" y="1056772"/>
                            <a:pt x="216313" y="952525"/>
                          </a:cubicBezTo>
                          <a:cubicBezTo>
                            <a:pt x="208867" y="930186"/>
                            <a:pt x="164189" y="915293"/>
                            <a:pt x="156743" y="885508"/>
                          </a:cubicBezTo>
                          <a:cubicBezTo>
                            <a:pt x="112066" y="714245"/>
                            <a:pt x="134404" y="542981"/>
                            <a:pt x="89727" y="371717"/>
                          </a:cubicBezTo>
                          <a:cubicBezTo>
                            <a:pt x="57112" y="247811"/>
                            <a:pt x="47358" y="123905"/>
                            <a:pt x="50410" y="0"/>
                          </a:cubicBezTo>
                          <a:cubicBezTo>
                            <a:pt x="33582" y="75"/>
                            <a:pt x="16754" y="75"/>
                            <a:pt x="0" y="149"/>
                          </a:cubicBezTo>
                          <a:cubicBezTo>
                            <a:pt x="33508" y="198815"/>
                            <a:pt x="32540" y="403214"/>
                            <a:pt x="50188" y="604785"/>
                          </a:cubicBezTo>
                          <a:cubicBezTo>
                            <a:pt x="67835" y="806355"/>
                            <a:pt x="106779" y="1012392"/>
                            <a:pt x="208346" y="1175242"/>
                          </a:cubicBezTo>
                          <a:cubicBezTo>
                            <a:pt x="285116" y="1298329"/>
                            <a:pt x="364568" y="1383514"/>
                            <a:pt x="458316" y="1488730"/>
                          </a:cubicBezTo>
                          <a:cubicBezTo>
                            <a:pt x="572467" y="1616731"/>
                            <a:pt x="656238" y="1761262"/>
                            <a:pt x="726382" y="1928059"/>
                          </a:cubicBezTo>
                          <a:cubicBezTo>
                            <a:pt x="733902" y="1916144"/>
                            <a:pt x="745816" y="1904528"/>
                            <a:pt x="760188" y="1893582"/>
                          </a:cubicBezTo>
                          <a:cubicBezTo>
                            <a:pt x="666812" y="1703703"/>
                            <a:pt x="568223" y="1516802"/>
                            <a:pt x="417362" y="1362069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  <p:grpSp>
              <p:nvGrpSpPr>
                <p:cNvPr id="361" name="Group 361"/>
                <p:cNvGrpSpPr/>
                <p:nvPr/>
              </p:nvGrpSpPr>
              <p:grpSpPr>
                <a:xfrm>
                  <a:off x="10155536" y="4270724"/>
                  <a:ext cx="758318" cy="2158371"/>
                  <a:chOff x="10155536" y="4270724"/>
                  <a:chExt cx="758318" cy="2158371"/>
                </a:xfrm>
              </p:grpSpPr>
              <p:grpSp>
                <p:nvGrpSpPr>
                  <p:cNvPr id="362" name="Group 362"/>
                  <p:cNvGrpSpPr/>
                  <p:nvPr/>
                </p:nvGrpSpPr>
                <p:grpSpPr>
                  <a:xfrm>
                    <a:off x="10155536" y="6180837"/>
                    <a:ext cx="411938" cy="248258"/>
                    <a:chOff x="10155536" y="6180837"/>
                    <a:chExt cx="411938" cy="248258"/>
                  </a:xfrm>
                </p:grpSpPr>
                <p:sp>
                  <p:nvSpPr>
                    <p:cNvPr id="363" name="AutoShape 363"/>
                    <p:cNvSpPr/>
                    <p:nvPr/>
                  </p:nvSpPr>
                  <p:spPr>
                    <a:xfrm>
                      <a:off x="10155536" y="6180837"/>
                      <a:ext cx="411938" cy="2482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1938" h="248258">
                          <a:moveTo>
                            <a:pt x="269542" y="0"/>
                          </a:moveTo>
                          <a:cubicBezTo>
                            <a:pt x="261650" y="34327"/>
                            <a:pt x="239981" y="64038"/>
                            <a:pt x="212057" y="78632"/>
                          </a:cubicBezTo>
                          <a:cubicBezTo>
                            <a:pt x="185102" y="92706"/>
                            <a:pt x="154572" y="92706"/>
                            <a:pt x="125011" y="93078"/>
                          </a:cubicBezTo>
                          <a:cubicBezTo>
                            <a:pt x="95523" y="93450"/>
                            <a:pt x="64696" y="94865"/>
                            <a:pt x="38709" y="111173"/>
                          </a:cubicBezTo>
                          <a:cubicBezTo>
                            <a:pt x="12721" y="127480"/>
                            <a:pt x="-6639" y="163371"/>
                            <a:pt x="2147" y="196135"/>
                          </a:cubicBezTo>
                          <a:cubicBezTo>
                            <a:pt x="134691" y="227558"/>
                            <a:pt x="269766" y="244982"/>
                            <a:pt x="404990" y="248258"/>
                          </a:cubicBezTo>
                          <a:cubicBezTo>
                            <a:pt x="419808" y="168137"/>
                            <a:pt x="410724" y="82281"/>
                            <a:pt x="379673" y="8712"/>
                          </a:cubicBezTo>
                          <a:lnTo>
                            <a:pt x="269542" y="0"/>
                          </a:lnTo>
                          <a:close/>
                        </a:path>
                      </a:pathLst>
                    </a:custGeom>
                    <a:solidFill>
                      <a:srgbClr val="E6723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64" name="AutoShape 364"/>
                    <p:cNvSpPr/>
                    <p:nvPr/>
                  </p:nvSpPr>
                  <p:spPr>
                    <a:xfrm>
                      <a:off x="10421429" y="6314042"/>
                      <a:ext cx="146037" cy="1149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6037" h="114979">
                          <a:moveTo>
                            <a:pt x="25243" y="45059"/>
                          </a:moveTo>
                          <a:cubicBezTo>
                            <a:pt x="15861" y="65089"/>
                            <a:pt x="7521" y="85641"/>
                            <a:pt x="0" y="106490"/>
                          </a:cubicBezTo>
                          <a:cubicBezTo>
                            <a:pt x="46315" y="110958"/>
                            <a:pt x="92706" y="113862"/>
                            <a:pt x="139171" y="114979"/>
                          </a:cubicBezTo>
                          <a:cubicBezTo>
                            <a:pt x="146095" y="77301"/>
                            <a:pt x="147734" y="38357"/>
                            <a:pt x="144308" y="9"/>
                          </a:cubicBezTo>
                          <a:cubicBezTo>
                            <a:pt x="94121" y="-215"/>
                            <a:pt x="43114" y="3434"/>
                            <a:pt x="25243" y="45059"/>
                          </a:cubicBezTo>
                          <a:close/>
                        </a:path>
                      </a:pathLst>
                    </a:custGeom>
                    <a:solidFill>
                      <a:srgbClr val="C65C26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65" name="AutoShape 365"/>
                    <p:cNvSpPr/>
                    <p:nvPr/>
                  </p:nvSpPr>
                  <p:spPr>
                    <a:xfrm>
                      <a:off x="10155610" y="6345697"/>
                      <a:ext cx="410276" cy="833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0276" h="83323">
                          <a:moveTo>
                            <a:pt x="1552" y="0"/>
                          </a:moveTo>
                          <a:cubicBezTo>
                            <a:pt x="-608" y="10201"/>
                            <a:pt x="-608" y="20849"/>
                            <a:pt x="2148" y="31200"/>
                          </a:cubicBezTo>
                          <a:cubicBezTo>
                            <a:pt x="134765" y="62623"/>
                            <a:pt x="269766" y="80047"/>
                            <a:pt x="404990" y="83324"/>
                          </a:cubicBezTo>
                          <a:cubicBezTo>
                            <a:pt x="407447" y="70144"/>
                            <a:pt x="409160" y="56889"/>
                            <a:pt x="410277" y="43486"/>
                          </a:cubicBezTo>
                          <a:cubicBezTo>
                            <a:pt x="274010" y="55549"/>
                            <a:pt x="137819" y="14893"/>
                            <a:pt x="1552" y="0"/>
                          </a:cubicBezTo>
                          <a:close/>
                        </a:path>
                      </a:pathLst>
                    </a:custGeom>
                    <a:solidFill>
                      <a:srgbClr val="F4E8DC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366" name="Group 366"/>
                  <p:cNvGrpSpPr/>
                  <p:nvPr/>
                </p:nvGrpSpPr>
                <p:grpSpPr>
                  <a:xfrm>
                    <a:off x="10321927" y="4270724"/>
                    <a:ext cx="591927" cy="1985304"/>
                    <a:chOff x="10321927" y="4270724"/>
                    <a:chExt cx="591927" cy="1985304"/>
                  </a:xfrm>
                </p:grpSpPr>
                <p:sp>
                  <p:nvSpPr>
                    <p:cNvPr id="367" name="AutoShape 367"/>
                    <p:cNvSpPr/>
                    <p:nvPr/>
                  </p:nvSpPr>
                  <p:spPr>
                    <a:xfrm>
                      <a:off x="10321927" y="4270724"/>
                      <a:ext cx="591927" cy="19853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927" h="1985304">
                          <a:moveTo>
                            <a:pt x="590509" y="76175"/>
                          </a:moveTo>
                          <a:cubicBezTo>
                            <a:pt x="596465" y="244386"/>
                            <a:pt x="585371" y="442159"/>
                            <a:pt x="524312" y="594137"/>
                          </a:cubicBezTo>
                          <a:cubicBezTo>
                            <a:pt x="463326" y="746115"/>
                            <a:pt x="324528" y="907103"/>
                            <a:pt x="291020" y="1070697"/>
                          </a:cubicBezTo>
                          <a:cubicBezTo>
                            <a:pt x="273596" y="1155584"/>
                            <a:pt x="293031" y="1195794"/>
                            <a:pt x="286031" y="1282766"/>
                          </a:cubicBezTo>
                          <a:cubicBezTo>
                            <a:pt x="267416" y="1513303"/>
                            <a:pt x="248875" y="1743838"/>
                            <a:pt x="230259" y="1974300"/>
                          </a:cubicBezTo>
                          <a:cubicBezTo>
                            <a:pt x="180965" y="1985991"/>
                            <a:pt x="95928" y="2004234"/>
                            <a:pt x="39113" y="1931931"/>
                          </a:cubicBezTo>
                          <a:cubicBezTo>
                            <a:pt x="-16808" y="1560363"/>
                            <a:pt x="-11298" y="1182614"/>
                            <a:pt x="46262" y="811419"/>
                          </a:cubicBezTo>
                          <a:cubicBezTo>
                            <a:pt x="57357" y="739637"/>
                            <a:pt x="72696" y="668823"/>
                            <a:pt x="88036" y="598083"/>
                          </a:cubicBezTo>
                          <a:cubicBezTo>
                            <a:pt x="131149" y="398747"/>
                            <a:pt x="174263" y="199336"/>
                            <a:pt x="217452" y="0"/>
                          </a:cubicBezTo>
                          <a:cubicBezTo>
                            <a:pt x="336815" y="50784"/>
                            <a:pt x="463699" y="76697"/>
                            <a:pt x="590509" y="76175"/>
                          </a:cubicBezTo>
                          <a:close/>
                        </a:path>
                      </a:pathLst>
                    </a:custGeom>
                    <a:solidFill>
                      <a:srgbClr val="00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68" name="AutoShape 368"/>
                    <p:cNvSpPr/>
                    <p:nvPr/>
                  </p:nvSpPr>
                  <p:spPr>
                    <a:xfrm>
                      <a:off x="10321927" y="4270724"/>
                      <a:ext cx="250289" cy="19359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0289" h="1935951">
                          <a:moveTo>
                            <a:pt x="72622" y="1120364"/>
                          </a:moveTo>
                          <a:cubicBezTo>
                            <a:pt x="72622" y="1098025"/>
                            <a:pt x="94960" y="1075686"/>
                            <a:pt x="109853" y="1053347"/>
                          </a:cubicBezTo>
                          <a:cubicBezTo>
                            <a:pt x="124745" y="1023562"/>
                            <a:pt x="80068" y="1031009"/>
                            <a:pt x="72622" y="1008670"/>
                          </a:cubicBezTo>
                          <a:cubicBezTo>
                            <a:pt x="65175" y="978885"/>
                            <a:pt x="109853" y="956546"/>
                            <a:pt x="102407" y="941653"/>
                          </a:cubicBezTo>
                          <a:cubicBezTo>
                            <a:pt x="72622" y="867191"/>
                            <a:pt x="109853" y="800175"/>
                            <a:pt x="132192" y="733158"/>
                          </a:cubicBezTo>
                          <a:cubicBezTo>
                            <a:pt x="197719" y="490783"/>
                            <a:pt x="228621" y="254215"/>
                            <a:pt x="250289" y="13255"/>
                          </a:cubicBezTo>
                          <a:cubicBezTo>
                            <a:pt x="239269" y="9010"/>
                            <a:pt x="228248" y="4691"/>
                            <a:pt x="217377" y="0"/>
                          </a:cubicBezTo>
                          <a:cubicBezTo>
                            <a:pt x="174263" y="199336"/>
                            <a:pt x="131149" y="398747"/>
                            <a:pt x="87961" y="598083"/>
                          </a:cubicBezTo>
                          <a:cubicBezTo>
                            <a:pt x="72696" y="668823"/>
                            <a:pt x="57357" y="739562"/>
                            <a:pt x="46262" y="811419"/>
                          </a:cubicBezTo>
                          <a:cubicBezTo>
                            <a:pt x="-11298" y="1182614"/>
                            <a:pt x="-16808" y="1560363"/>
                            <a:pt x="39113" y="1931931"/>
                          </a:cubicBezTo>
                          <a:cubicBezTo>
                            <a:pt x="40231" y="1933346"/>
                            <a:pt x="41348" y="1934611"/>
                            <a:pt x="42465" y="1935952"/>
                          </a:cubicBezTo>
                          <a:cubicBezTo>
                            <a:pt x="36433" y="1666323"/>
                            <a:pt x="58102" y="1389769"/>
                            <a:pt x="72622" y="1120364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  <p:grpSp>
              <p:nvGrpSpPr>
                <p:cNvPr id="369" name="Group 369"/>
                <p:cNvGrpSpPr/>
                <p:nvPr/>
              </p:nvGrpSpPr>
              <p:grpSpPr>
                <a:xfrm>
                  <a:off x="10501998" y="4450849"/>
                  <a:ext cx="543873" cy="156819"/>
                  <a:chOff x="10501998" y="4450849"/>
                  <a:chExt cx="543873" cy="156819"/>
                </a:xfrm>
                <a:solidFill>
                  <a:srgbClr val="007888">
                    <a:alpha val="100000"/>
                  </a:srgbClr>
                </a:solidFill>
              </p:grpSpPr>
              <p:sp>
                <p:nvSpPr>
                  <p:cNvPr id="370" name="AutoShape 370"/>
                  <p:cNvSpPr/>
                  <p:nvPr/>
                </p:nvSpPr>
                <p:spPr>
                  <a:xfrm>
                    <a:off x="10501998" y="4450849"/>
                    <a:ext cx="99556" cy="1150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556" h="115044">
                        <a:moveTo>
                          <a:pt x="99556" y="35742"/>
                        </a:moveTo>
                        <a:cubicBezTo>
                          <a:pt x="70814" y="25690"/>
                          <a:pt x="42667" y="13850"/>
                          <a:pt x="15562" y="0"/>
                        </a:cubicBezTo>
                        <a:cubicBezTo>
                          <a:pt x="10350" y="25392"/>
                          <a:pt x="5212" y="50709"/>
                          <a:pt x="0" y="76101"/>
                        </a:cubicBezTo>
                        <a:cubicBezTo>
                          <a:pt x="27327" y="91217"/>
                          <a:pt x="55772" y="104173"/>
                          <a:pt x="84961" y="115045"/>
                        </a:cubicBezTo>
                        <a:cubicBezTo>
                          <a:pt x="90769" y="88760"/>
                          <a:pt x="95833" y="62325"/>
                          <a:pt x="99556" y="35742"/>
                        </a:cubicBezTo>
                        <a:close/>
                      </a:path>
                    </a:pathLst>
                  </a:custGeom>
                  <a:solidFill>
                    <a:srgbClr val="007888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71" name="AutoShape 371"/>
                  <p:cNvSpPr/>
                  <p:nvPr/>
                </p:nvSpPr>
                <p:spPr>
                  <a:xfrm>
                    <a:off x="10938497" y="4492697"/>
                    <a:ext cx="107374" cy="104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374" h="104396">
                        <a:moveTo>
                          <a:pt x="0" y="104397"/>
                        </a:moveTo>
                        <a:cubicBezTo>
                          <a:pt x="36560" y="97844"/>
                          <a:pt x="72526" y="88238"/>
                          <a:pt x="107374" y="75356"/>
                        </a:cubicBezTo>
                        <a:cubicBezTo>
                          <a:pt x="106854" y="50262"/>
                          <a:pt x="106406" y="25168"/>
                          <a:pt x="105886" y="0"/>
                        </a:cubicBezTo>
                        <a:cubicBezTo>
                          <a:pt x="71930" y="11021"/>
                          <a:pt x="37157" y="19137"/>
                          <a:pt x="1936" y="24647"/>
                        </a:cubicBezTo>
                        <a:cubicBezTo>
                          <a:pt x="1712" y="51230"/>
                          <a:pt x="1191" y="77888"/>
                          <a:pt x="0" y="104397"/>
                        </a:cubicBezTo>
                        <a:close/>
                      </a:path>
                    </a:pathLst>
                  </a:custGeom>
                  <a:solidFill>
                    <a:srgbClr val="007888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72" name="AutoShape 372"/>
                  <p:cNvSpPr/>
                  <p:nvPr/>
                </p:nvSpPr>
                <p:spPr>
                  <a:xfrm>
                    <a:off x="10867981" y="4521291"/>
                    <a:ext cx="42667" cy="845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67" h="84589">
                        <a:moveTo>
                          <a:pt x="42668" y="0"/>
                        </a:moveTo>
                        <a:cubicBezTo>
                          <a:pt x="29041" y="1489"/>
                          <a:pt x="15340" y="2681"/>
                          <a:pt x="1713" y="3351"/>
                        </a:cubicBezTo>
                        <a:cubicBezTo>
                          <a:pt x="1713" y="30455"/>
                          <a:pt x="1043" y="57559"/>
                          <a:pt x="0" y="84589"/>
                        </a:cubicBezTo>
                        <a:cubicBezTo>
                          <a:pt x="13627" y="83621"/>
                          <a:pt x="27179" y="82206"/>
                          <a:pt x="40657" y="80419"/>
                        </a:cubicBezTo>
                        <a:cubicBezTo>
                          <a:pt x="41849" y="53688"/>
                          <a:pt x="42444" y="26881"/>
                          <a:pt x="42668" y="0"/>
                        </a:cubicBezTo>
                        <a:close/>
                      </a:path>
                    </a:pathLst>
                  </a:custGeom>
                  <a:solidFill>
                    <a:srgbClr val="007888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73" name="AutoShape 373"/>
                  <p:cNvSpPr/>
                  <p:nvPr/>
                </p:nvSpPr>
                <p:spPr>
                  <a:xfrm>
                    <a:off x="10615106" y="4495824"/>
                    <a:ext cx="224802" cy="1118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802" h="111843">
                        <a:moveTo>
                          <a:pt x="224803" y="29785"/>
                        </a:moveTo>
                        <a:cubicBezTo>
                          <a:pt x="153914" y="30455"/>
                          <a:pt x="82877" y="20403"/>
                          <a:pt x="15042" y="0"/>
                        </a:cubicBezTo>
                        <a:cubicBezTo>
                          <a:pt x="11095" y="26806"/>
                          <a:pt x="5883" y="53390"/>
                          <a:pt x="0" y="79824"/>
                        </a:cubicBezTo>
                        <a:cubicBezTo>
                          <a:pt x="71782" y="102981"/>
                          <a:pt x="147585" y="113555"/>
                          <a:pt x="223089" y="111619"/>
                        </a:cubicBezTo>
                        <a:cubicBezTo>
                          <a:pt x="224058" y="84366"/>
                          <a:pt x="224728" y="57113"/>
                          <a:pt x="224803" y="29785"/>
                        </a:cubicBezTo>
                        <a:close/>
                      </a:path>
                    </a:pathLst>
                  </a:custGeom>
                  <a:solidFill>
                    <a:srgbClr val="007888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374" name="Group 374"/>
              <p:cNvGrpSpPr/>
              <p:nvPr/>
            </p:nvGrpSpPr>
            <p:grpSpPr>
              <a:xfrm>
                <a:off x="10220630" y="3006722"/>
                <a:ext cx="957559" cy="812800"/>
                <a:chOff x="10220630" y="3006722"/>
                <a:chExt cx="957559" cy="812800"/>
              </a:xfrm>
            </p:grpSpPr>
            <p:grpSp>
              <p:nvGrpSpPr>
                <p:cNvPr id="375" name="Group 375"/>
                <p:cNvGrpSpPr/>
                <p:nvPr/>
              </p:nvGrpSpPr>
              <p:grpSpPr>
                <a:xfrm>
                  <a:off x="10220630" y="3006722"/>
                  <a:ext cx="391422" cy="545438"/>
                  <a:chOff x="10220630" y="3006722"/>
                  <a:chExt cx="391422" cy="545438"/>
                </a:xfrm>
              </p:grpSpPr>
              <p:sp>
                <p:nvSpPr>
                  <p:cNvPr id="376" name="AutoShape 376"/>
                  <p:cNvSpPr/>
                  <p:nvPr/>
                </p:nvSpPr>
                <p:spPr>
                  <a:xfrm>
                    <a:off x="10220630" y="3006722"/>
                    <a:ext cx="391422" cy="5454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422" h="545438">
                        <a:moveTo>
                          <a:pt x="204597" y="222717"/>
                        </a:moveTo>
                        <a:cubicBezTo>
                          <a:pt x="199608" y="211399"/>
                          <a:pt x="195363" y="199708"/>
                          <a:pt x="192162" y="187795"/>
                        </a:cubicBezTo>
                        <a:cubicBezTo>
                          <a:pt x="190374" y="181093"/>
                          <a:pt x="188885" y="174391"/>
                          <a:pt x="187396" y="167615"/>
                        </a:cubicBezTo>
                        <a:cubicBezTo>
                          <a:pt x="185609" y="154063"/>
                          <a:pt x="184567" y="140362"/>
                          <a:pt x="182780" y="126884"/>
                        </a:cubicBezTo>
                        <a:cubicBezTo>
                          <a:pt x="182034" y="121076"/>
                          <a:pt x="180993" y="115044"/>
                          <a:pt x="177418" y="110502"/>
                        </a:cubicBezTo>
                        <a:cubicBezTo>
                          <a:pt x="173025" y="104843"/>
                          <a:pt x="165951" y="102684"/>
                          <a:pt x="158654" y="101790"/>
                        </a:cubicBezTo>
                        <a:cubicBezTo>
                          <a:pt x="153664" y="95312"/>
                          <a:pt x="148378" y="88983"/>
                          <a:pt x="143016" y="82728"/>
                        </a:cubicBezTo>
                        <a:cubicBezTo>
                          <a:pt x="133038" y="71037"/>
                          <a:pt x="122986" y="59272"/>
                          <a:pt x="110923" y="49815"/>
                        </a:cubicBezTo>
                        <a:cubicBezTo>
                          <a:pt x="85307" y="29710"/>
                          <a:pt x="72947" y="24424"/>
                          <a:pt x="41747" y="0"/>
                        </a:cubicBezTo>
                        <a:cubicBezTo>
                          <a:pt x="33705" y="8116"/>
                          <a:pt x="38024" y="20328"/>
                          <a:pt x="45321" y="29115"/>
                        </a:cubicBezTo>
                        <a:cubicBezTo>
                          <a:pt x="52618" y="37976"/>
                          <a:pt x="63714" y="48773"/>
                          <a:pt x="72649" y="55921"/>
                        </a:cubicBezTo>
                        <a:cubicBezTo>
                          <a:pt x="88361" y="68505"/>
                          <a:pt x="103104" y="87568"/>
                          <a:pt x="104445" y="108492"/>
                        </a:cubicBezTo>
                        <a:lnTo>
                          <a:pt x="103179" y="107077"/>
                        </a:lnTo>
                        <a:cubicBezTo>
                          <a:pt x="100274" y="116162"/>
                          <a:pt x="95732" y="125097"/>
                          <a:pt x="87988" y="130682"/>
                        </a:cubicBezTo>
                        <a:cubicBezTo>
                          <a:pt x="80319" y="136266"/>
                          <a:pt x="68926" y="137532"/>
                          <a:pt x="61480" y="131650"/>
                        </a:cubicBezTo>
                        <a:cubicBezTo>
                          <a:pt x="56938" y="128075"/>
                          <a:pt x="54554" y="122640"/>
                          <a:pt x="51353" y="117800"/>
                        </a:cubicBezTo>
                        <a:cubicBezTo>
                          <a:pt x="42864" y="105067"/>
                          <a:pt x="28046" y="96801"/>
                          <a:pt x="12781" y="96205"/>
                        </a:cubicBezTo>
                        <a:cubicBezTo>
                          <a:pt x="8761" y="96057"/>
                          <a:pt x="4218" y="96652"/>
                          <a:pt x="1686" y="99780"/>
                        </a:cubicBezTo>
                        <a:cubicBezTo>
                          <a:pt x="-1218" y="103428"/>
                          <a:pt x="-26" y="109013"/>
                          <a:pt x="2654" y="112885"/>
                        </a:cubicBezTo>
                        <a:cubicBezTo>
                          <a:pt x="5261" y="116757"/>
                          <a:pt x="9132" y="119661"/>
                          <a:pt x="11813" y="123533"/>
                        </a:cubicBezTo>
                        <a:cubicBezTo>
                          <a:pt x="16877" y="130682"/>
                          <a:pt x="17621" y="140213"/>
                          <a:pt x="22760" y="147287"/>
                        </a:cubicBezTo>
                        <a:cubicBezTo>
                          <a:pt x="27227" y="153467"/>
                          <a:pt x="34524" y="157041"/>
                          <a:pt x="39736" y="162701"/>
                        </a:cubicBezTo>
                        <a:cubicBezTo>
                          <a:pt x="46364" y="169923"/>
                          <a:pt x="49119" y="179752"/>
                          <a:pt x="52023" y="189135"/>
                        </a:cubicBezTo>
                        <a:cubicBezTo>
                          <a:pt x="54927" y="198517"/>
                          <a:pt x="58725" y="208272"/>
                          <a:pt x="66617" y="214080"/>
                        </a:cubicBezTo>
                        <a:cubicBezTo>
                          <a:pt x="67363" y="214601"/>
                          <a:pt x="68107" y="214973"/>
                          <a:pt x="68851" y="215420"/>
                        </a:cubicBezTo>
                        <a:cubicBezTo>
                          <a:pt x="71457" y="219888"/>
                          <a:pt x="74213" y="223685"/>
                          <a:pt x="77117" y="226366"/>
                        </a:cubicBezTo>
                        <a:cubicBezTo>
                          <a:pt x="85382" y="233961"/>
                          <a:pt x="95658" y="239025"/>
                          <a:pt x="104072" y="246397"/>
                        </a:cubicBezTo>
                        <a:cubicBezTo>
                          <a:pt x="112115" y="253470"/>
                          <a:pt x="119709" y="262183"/>
                          <a:pt x="127007" y="271490"/>
                        </a:cubicBezTo>
                        <a:cubicBezTo>
                          <a:pt x="178386" y="361813"/>
                          <a:pt x="226042" y="455190"/>
                          <a:pt x="277570" y="545438"/>
                        </a:cubicBezTo>
                        <a:cubicBezTo>
                          <a:pt x="315248" y="507834"/>
                          <a:pt x="356649" y="471422"/>
                          <a:pt x="391423" y="442605"/>
                        </a:cubicBezTo>
                        <a:cubicBezTo>
                          <a:pt x="327981" y="373876"/>
                          <a:pt x="271762" y="295393"/>
                          <a:pt x="204597" y="222717"/>
                        </a:cubicBezTo>
                        <a:close/>
                      </a:path>
                    </a:pathLst>
                  </a:custGeom>
                  <a:solidFill>
                    <a:srgbClr val="FFBE69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77" name="AutoShape 377"/>
                  <p:cNvSpPr/>
                  <p:nvPr/>
                </p:nvSpPr>
                <p:spPr>
                  <a:xfrm>
                    <a:off x="10446374" y="3393183"/>
                    <a:ext cx="165679" cy="1588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679" h="158828">
                        <a:moveTo>
                          <a:pt x="165679" y="56070"/>
                        </a:moveTo>
                        <a:cubicBezTo>
                          <a:pt x="148925" y="37976"/>
                          <a:pt x="132767" y="19211"/>
                          <a:pt x="116683" y="0"/>
                        </a:cubicBezTo>
                        <a:cubicBezTo>
                          <a:pt x="75208" y="10201"/>
                          <a:pt x="33732" y="33955"/>
                          <a:pt x="0" y="65229"/>
                        </a:cubicBezTo>
                        <a:cubicBezTo>
                          <a:pt x="17052" y="96652"/>
                          <a:pt x="34179" y="127927"/>
                          <a:pt x="51827" y="158829"/>
                        </a:cubicBezTo>
                        <a:cubicBezTo>
                          <a:pt x="89430" y="121300"/>
                          <a:pt x="130906" y="84887"/>
                          <a:pt x="165679" y="56070"/>
                        </a:cubicBezTo>
                        <a:close/>
                      </a:path>
                    </a:pathLst>
                  </a:custGeom>
                  <a:solidFill>
                    <a:srgbClr val="06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378" name="Group 378"/>
                <p:cNvGrpSpPr/>
                <p:nvPr/>
              </p:nvGrpSpPr>
              <p:grpSpPr>
                <a:xfrm>
                  <a:off x="10453001" y="3412394"/>
                  <a:ext cx="725188" cy="407129"/>
                  <a:chOff x="10453001" y="3412394"/>
                  <a:chExt cx="725188" cy="407129"/>
                </a:xfrm>
              </p:grpSpPr>
              <p:sp>
                <p:nvSpPr>
                  <p:cNvPr id="379" name="AutoShape 379"/>
                  <p:cNvSpPr/>
                  <p:nvPr/>
                </p:nvSpPr>
                <p:spPr>
                  <a:xfrm>
                    <a:off x="10453001" y="3412394"/>
                    <a:ext cx="725188" cy="4071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5188" h="407129">
                        <a:moveTo>
                          <a:pt x="138277" y="0"/>
                        </a:moveTo>
                        <a:cubicBezTo>
                          <a:pt x="153616" y="13403"/>
                          <a:pt x="170148" y="25392"/>
                          <a:pt x="188689" y="34997"/>
                        </a:cubicBezTo>
                        <a:cubicBezTo>
                          <a:pt x="216612" y="49518"/>
                          <a:pt x="247142" y="58155"/>
                          <a:pt x="277522" y="66644"/>
                        </a:cubicBezTo>
                        <a:cubicBezTo>
                          <a:pt x="362856" y="90621"/>
                          <a:pt x="448191" y="114523"/>
                          <a:pt x="533599" y="138500"/>
                        </a:cubicBezTo>
                        <a:cubicBezTo>
                          <a:pt x="581999" y="152127"/>
                          <a:pt x="631889" y="166424"/>
                          <a:pt x="671131" y="197996"/>
                        </a:cubicBezTo>
                        <a:cubicBezTo>
                          <a:pt x="710298" y="229568"/>
                          <a:pt x="736286" y="283107"/>
                          <a:pt x="720500" y="330912"/>
                        </a:cubicBezTo>
                        <a:cubicBezTo>
                          <a:pt x="703895" y="381099"/>
                          <a:pt x="646410" y="408353"/>
                          <a:pt x="593616" y="407087"/>
                        </a:cubicBezTo>
                        <a:cubicBezTo>
                          <a:pt x="540747" y="405821"/>
                          <a:pt x="491304" y="382440"/>
                          <a:pt x="443648" y="359431"/>
                        </a:cubicBezTo>
                        <a:cubicBezTo>
                          <a:pt x="360921" y="319593"/>
                          <a:pt x="278118" y="279681"/>
                          <a:pt x="195390" y="239844"/>
                        </a:cubicBezTo>
                        <a:cubicBezTo>
                          <a:pt x="149298" y="217654"/>
                          <a:pt x="96131" y="201272"/>
                          <a:pt x="59570" y="165456"/>
                        </a:cubicBezTo>
                        <a:cubicBezTo>
                          <a:pt x="37977" y="144234"/>
                          <a:pt x="15861" y="120183"/>
                          <a:pt x="0" y="94270"/>
                        </a:cubicBezTo>
                        <a:cubicBezTo>
                          <a:pt x="33583" y="56070"/>
                          <a:pt x="91217" y="19733"/>
                          <a:pt x="138277" y="0"/>
                        </a:cubicBezTo>
                        <a:close/>
                      </a:path>
                    </a:pathLst>
                  </a:custGeom>
                  <a:solidFill>
                    <a:srgbClr val="C65C26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80" name="AutoShape 380"/>
                  <p:cNvSpPr/>
                  <p:nvPr/>
                </p:nvSpPr>
                <p:spPr>
                  <a:xfrm>
                    <a:off x="10565812" y="3412394"/>
                    <a:ext cx="612008" cy="2950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2008" h="295095">
                        <a:moveTo>
                          <a:pt x="0" y="87345"/>
                        </a:moveTo>
                        <a:cubicBezTo>
                          <a:pt x="22339" y="94791"/>
                          <a:pt x="37231" y="72452"/>
                          <a:pt x="52124" y="72452"/>
                        </a:cubicBezTo>
                        <a:cubicBezTo>
                          <a:pt x="74463" y="79898"/>
                          <a:pt x="81909" y="117130"/>
                          <a:pt x="89355" y="117130"/>
                        </a:cubicBezTo>
                        <a:cubicBezTo>
                          <a:pt x="267842" y="168137"/>
                          <a:pt x="440967" y="229940"/>
                          <a:pt x="612008" y="295095"/>
                        </a:cubicBezTo>
                        <a:cubicBezTo>
                          <a:pt x="609774" y="258162"/>
                          <a:pt x="587733" y="221749"/>
                          <a:pt x="558171" y="197996"/>
                        </a:cubicBezTo>
                        <a:cubicBezTo>
                          <a:pt x="519004" y="166424"/>
                          <a:pt x="469114" y="152127"/>
                          <a:pt x="420639" y="138500"/>
                        </a:cubicBezTo>
                        <a:cubicBezTo>
                          <a:pt x="335305" y="114523"/>
                          <a:pt x="249971" y="90621"/>
                          <a:pt x="164562" y="66644"/>
                        </a:cubicBezTo>
                        <a:cubicBezTo>
                          <a:pt x="134256" y="58155"/>
                          <a:pt x="103652" y="49518"/>
                          <a:pt x="75729" y="34997"/>
                        </a:cubicBezTo>
                        <a:cubicBezTo>
                          <a:pt x="57262" y="25392"/>
                          <a:pt x="40731" y="13403"/>
                          <a:pt x="25317" y="0"/>
                        </a:cubicBezTo>
                        <a:cubicBezTo>
                          <a:pt x="18244" y="2979"/>
                          <a:pt x="10871" y="6329"/>
                          <a:pt x="3425" y="10052"/>
                        </a:cubicBezTo>
                        <a:cubicBezTo>
                          <a:pt x="16010" y="29189"/>
                          <a:pt x="9606" y="49071"/>
                          <a:pt x="0" y="87345"/>
                        </a:cubicBezTo>
                        <a:close/>
                      </a:path>
                    </a:pathLst>
                  </a:custGeom>
                  <a:solidFill>
                    <a:srgbClr val="E6723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81" name="AutoShape 381"/>
                  <p:cNvSpPr/>
                  <p:nvPr/>
                </p:nvSpPr>
                <p:spPr>
                  <a:xfrm>
                    <a:off x="10474075" y="3427808"/>
                    <a:ext cx="141031" cy="1082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031" h="108268">
                        <a:moveTo>
                          <a:pt x="5361" y="108269"/>
                        </a:moveTo>
                        <a:lnTo>
                          <a:pt x="0" y="103056"/>
                        </a:lnTo>
                        <a:cubicBezTo>
                          <a:pt x="40209" y="61580"/>
                          <a:pt x="86525" y="26955"/>
                          <a:pt x="137607" y="0"/>
                        </a:cubicBezTo>
                        <a:lnTo>
                          <a:pt x="141032" y="6553"/>
                        </a:lnTo>
                        <a:cubicBezTo>
                          <a:pt x="90695" y="33210"/>
                          <a:pt x="44975" y="67389"/>
                          <a:pt x="5361" y="108269"/>
                        </a:cubicBezTo>
                        <a:close/>
                      </a:path>
                    </a:pathLst>
                  </a:custGeom>
                  <a:solidFill>
                    <a:srgbClr val="C65C26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382" name="Group 382"/>
              <p:cNvGrpSpPr/>
              <p:nvPr/>
            </p:nvGrpSpPr>
            <p:grpSpPr>
              <a:xfrm>
                <a:off x="10816301" y="3028981"/>
                <a:ext cx="437367" cy="596748"/>
                <a:chOff x="10816301" y="3028981"/>
                <a:chExt cx="437367" cy="596748"/>
              </a:xfrm>
            </p:grpSpPr>
            <p:grpSp>
              <p:nvGrpSpPr>
                <p:cNvPr id="383" name="Group 383"/>
                <p:cNvGrpSpPr/>
                <p:nvPr/>
              </p:nvGrpSpPr>
              <p:grpSpPr>
                <a:xfrm>
                  <a:off x="10850929" y="3028981"/>
                  <a:ext cx="402738" cy="596748"/>
                  <a:chOff x="10850929" y="3028981"/>
                  <a:chExt cx="402738" cy="596748"/>
                </a:xfrm>
              </p:grpSpPr>
              <p:grpSp>
                <p:nvGrpSpPr>
                  <p:cNvPr id="384" name="Group 384"/>
                  <p:cNvGrpSpPr/>
                  <p:nvPr/>
                </p:nvGrpSpPr>
                <p:grpSpPr>
                  <a:xfrm>
                    <a:off x="10850976" y="3083487"/>
                    <a:ext cx="362223" cy="377220"/>
                    <a:chOff x="10850976" y="3083487"/>
                    <a:chExt cx="362223" cy="377220"/>
                  </a:xfrm>
                </p:grpSpPr>
                <p:sp>
                  <p:nvSpPr>
                    <p:cNvPr id="385" name="AutoShape 385"/>
                    <p:cNvSpPr/>
                    <p:nvPr/>
                  </p:nvSpPr>
                  <p:spPr>
                    <a:xfrm>
                      <a:off x="10850976" y="3083487"/>
                      <a:ext cx="362223" cy="37722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2223" h="377220">
                          <a:moveTo>
                            <a:pt x="299591" y="306419"/>
                          </a:moveTo>
                          <a:cubicBezTo>
                            <a:pt x="228553" y="375967"/>
                            <a:pt x="116785" y="391232"/>
                            <a:pt x="20728" y="365468"/>
                          </a:cubicBezTo>
                          <a:cubicBezTo>
                            <a:pt x="-10769" y="309249"/>
                            <a:pt x="-1238" y="212373"/>
                            <a:pt x="15591" y="150123"/>
                          </a:cubicBezTo>
                          <a:cubicBezTo>
                            <a:pt x="32419" y="87946"/>
                            <a:pt x="56321" y="61214"/>
                            <a:pt x="111871" y="28525"/>
                          </a:cubicBezTo>
                          <a:cubicBezTo>
                            <a:pt x="149251" y="6559"/>
                            <a:pt x="193854" y="-5504"/>
                            <a:pt x="236521" y="2463"/>
                          </a:cubicBezTo>
                          <a:cubicBezTo>
                            <a:pt x="299069" y="14154"/>
                            <a:pt x="348960" y="70150"/>
                            <a:pt x="359756" y="132922"/>
                          </a:cubicBezTo>
                          <a:cubicBezTo>
                            <a:pt x="370554" y="195694"/>
                            <a:pt x="345087" y="261891"/>
                            <a:pt x="299591" y="306419"/>
                          </a:cubicBezTo>
                          <a:close/>
                        </a:path>
                      </a:pathLst>
                    </a:custGeom>
                    <a:solidFill>
                      <a:srgbClr val="FFBE69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86" name="AutoShape 386"/>
                    <p:cNvSpPr/>
                    <p:nvPr/>
                  </p:nvSpPr>
                  <p:spPr>
                    <a:xfrm>
                      <a:off x="10870439" y="3349101"/>
                      <a:ext cx="312519" cy="1115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2519" h="111559">
                          <a:moveTo>
                            <a:pt x="1265" y="99854"/>
                          </a:moveTo>
                          <a:cubicBezTo>
                            <a:pt x="97322" y="125544"/>
                            <a:pt x="209090" y="110279"/>
                            <a:pt x="280128" y="40806"/>
                          </a:cubicBezTo>
                          <a:cubicBezTo>
                            <a:pt x="292564" y="28668"/>
                            <a:pt x="303435" y="14893"/>
                            <a:pt x="312519" y="0"/>
                          </a:cubicBezTo>
                          <a:cubicBezTo>
                            <a:pt x="217430" y="54209"/>
                            <a:pt x="111024" y="87419"/>
                            <a:pt x="0" y="97323"/>
                          </a:cubicBezTo>
                          <a:cubicBezTo>
                            <a:pt x="446" y="98142"/>
                            <a:pt x="819" y="99035"/>
                            <a:pt x="1265" y="99854"/>
                          </a:cubicBezTo>
                          <a:close/>
                        </a:path>
                      </a:pathLst>
                    </a:custGeom>
                    <a:solidFill>
                      <a:srgbClr val="06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387" name="AutoShape 387"/>
                  <p:cNvSpPr/>
                  <p:nvPr/>
                </p:nvSpPr>
                <p:spPr>
                  <a:xfrm>
                    <a:off x="10850929" y="3402491"/>
                    <a:ext cx="256151" cy="2232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6151" h="223237">
                        <a:moveTo>
                          <a:pt x="253024" y="0"/>
                        </a:moveTo>
                        <a:cubicBezTo>
                          <a:pt x="254066" y="74388"/>
                          <a:pt x="255109" y="148851"/>
                          <a:pt x="256151" y="223239"/>
                        </a:cubicBezTo>
                        <a:cubicBezTo>
                          <a:pt x="170742" y="215122"/>
                          <a:pt x="85408" y="207080"/>
                          <a:pt x="0" y="198964"/>
                        </a:cubicBezTo>
                        <a:cubicBezTo>
                          <a:pt x="44379" y="142447"/>
                          <a:pt x="75654" y="75728"/>
                          <a:pt x="90769" y="5436"/>
                        </a:cubicBezTo>
                        <a:cubicBezTo>
                          <a:pt x="158828" y="20552"/>
                          <a:pt x="183550" y="6627"/>
                          <a:pt x="253024" y="0"/>
                        </a:cubicBezTo>
                        <a:close/>
                      </a:path>
                    </a:pathLst>
                  </a:custGeom>
                  <a:solidFill>
                    <a:srgbClr val="FFBE69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88" name="AutoShape 388"/>
                  <p:cNvSpPr/>
                  <p:nvPr/>
                </p:nvSpPr>
                <p:spPr>
                  <a:xfrm>
                    <a:off x="10894117" y="3028981"/>
                    <a:ext cx="359550" cy="4199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9550" h="419974">
                        <a:moveTo>
                          <a:pt x="197400" y="419975"/>
                        </a:moveTo>
                        <a:cubicBezTo>
                          <a:pt x="185561" y="406497"/>
                          <a:pt x="177147" y="389892"/>
                          <a:pt x="165084" y="382297"/>
                        </a:cubicBezTo>
                        <a:cubicBezTo>
                          <a:pt x="152946" y="374776"/>
                          <a:pt x="153394" y="373882"/>
                          <a:pt x="140288" y="368223"/>
                        </a:cubicBezTo>
                        <a:cubicBezTo>
                          <a:pt x="112290" y="356086"/>
                          <a:pt x="91142" y="331290"/>
                          <a:pt x="78038" y="303739"/>
                        </a:cubicBezTo>
                        <a:cubicBezTo>
                          <a:pt x="64932" y="276187"/>
                          <a:pt x="58975" y="245807"/>
                          <a:pt x="54507" y="215575"/>
                        </a:cubicBezTo>
                        <a:cubicBezTo>
                          <a:pt x="51603" y="196066"/>
                          <a:pt x="50486" y="172908"/>
                          <a:pt x="65527" y="160026"/>
                        </a:cubicBezTo>
                        <a:cubicBezTo>
                          <a:pt x="49369" y="170823"/>
                          <a:pt x="25987" y="161590"/>
                          <a:pt x="14893" y="145580"/>
                        </a:cubicBezTo>
                        <a:cubicBezTo>
                          <a:pt x="3798" y="129571"/>
                          <a:pt x="1713" y="109243"/>
                          <a:pt x="0" y="89808"/>
                        </a:cubicBezTo>
                        <a:cubicBezTo>
                          <a:pt x="32168" y="27259"/>
                          <a:pt x="107375" y="-8259"/>
                          <a:pt x="177072" y="1644"/>
                        </a:cubicBezTo>
                        <a:cubicBezTo>
                          <a:pt x="246694" y="11548"/>
                          <a:pt x="307382" y="63597"/>
                          <a:pt x="332699" y="129198"/>
                        </a:cubicBezTo>
                        <a:cubicBezTo>
                          <a:pt x="352357" y="143123"/>
                          <a:pt x="357867" y="169706"/>
                          <a:pt x="359134" y="193832"/>
                        </a:cubicBezTo>
                        <a:cubicBezTo>
                          <a:pt x="361814" y="245211"/>
                          <a:pt x="351761" y="298303"/>
                          <a:pt x="323838" y="341491"/>
                        </a:cubicBezTo>
                        <a:cubicBezTo>
                          <a:pt x="295840" y="384679"/>
                          <a:pt x="248705" y="416773"/>
                          <a:pt x="197400" y="419975"/>
                        </a:cubicBezTo>
                        <a:close/>
                      </a:path>
                    </a:pathLst>
                  </a:custGeom>
                  <a:solidFill>
                    <a:srgbClr val="06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389" name="Group 389"/>
                <p:cNvGrpSpPr/>
                <p:nvPr/>
              </p:nvGrpSpPr>
              <p:grpSpPr>
                <a:xfrm>
                  <a:off x="10816301" y="3131224"/>
                  <a:ext cx="432641" cy="226024"/>
                  <a:chOff x="10816301" y="3131224"/>
                  <a:chExt cx="432641" cy="226024"/>
                </a:xfrm>
              </p:grpSpPr>
              <p:grpSp>
                <p:nvGrpSpPr>
                  <p:cNvPr id="390" name="Group 390"/>
                  <p:cNvGrpSpPr/>
                  <p:nvPr/>
                </p:nvGrpSpPr>
                <p:grpSpPr>
                  <a:xfrm>
                    <a:off x="10816301" y="3131224"/>
                    <a:ext cx="217264" cy="208048"/>
                    <a:chOff x="10816301" y="3131224"/>
                    <a:chExt cx="217264" cy="208048"/>
                  </a:xfrm>
                </p:grpSpPr>
                <p:sp>
                  <p:nvSpPr>
                    <p:cNvPr id="391" name="AutoShape 391"/>
                    <p:cNvSpPr/>
                    <p:nvPr/>
                  </p:nvSpPr>
                  <p:spPr>
                    <a:xfrm>
                      <a:off x="10816301" y="3131224"/>
                      <a:ext cx="217264" cy="2078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264" h="207899">
                          <a:moveTo>
                            <a:pt x="82136" y="1192"/>
                          </a:moveTo>
                          <a:cubicBezTo>
                            <a:pt x="77295" y="6702"/>
                            <a:pt x="80869" y="29041"/>
                            <a:pt x="85337" y="34774"/>
                          </a:cubicBezTo>
                          <a:cubicBezTo>
                            <a:pt x="89879" y="40508"/>
                            <a:pt x="92411" y="45422"/>
                            <a:pt x="99113" y="48326"/>
                          </a:cubicBezTo>
                          <a:cubicBezTo>
                            <a:pt x="125547" y="59942"/>
                            <a:pt x="152950" y="69474"/>
                            <a:pt x="180948" y="76771"/>
                          </a:cubicBezTo>
                          <a:cubicBezTo>
                            <a:pt x="194053" y="80196"/>
                            <a:pt x="208946" y="84441"/>
                            <a:pt x="214753" y="96578"/>
                          </a:cubicBezTo>
                          <a:cubicBezTo>
                            <a:pt x="218774" y="104992"/>
                            <a:pt x="217211" y="114970"/>
                            <a:pt x="215275" y="124129"/>
                          </a:cubicBezTo>
                          <a:cubicBezTo>
                            <a:pt x="209317" y="152648"/>
                            <a:pt x="200903" y="180721"/>
                            <a:pt x="190255" y="207899"/>
                          </a:cubicBezTo>
                          <a:cubicBezTo>
                            <a:pt x="158311" y="206038"/>
                            <a:pt x="126069" y="209910"/>
                            <a:pt x="94273" y="206112"/>
                          </a:cubicBezTo>
                          <a:cubicBezTo>
                            <a:pt x="62477" y="202315"/>
                            <a:pt x="29565" y="188912"/>
                            <a:pt x="12811" y="161658"/>
                          </a:cubicBezTo>
                          <a:cubicBezTo>
                            <a:pt x="1492" y="143192"/>
                            <a:pt x="-965" y="120555"/>
                            <a:pt x="301" y="98961"/>
                          </a:cubicBezTo>
                          <a:cubicBezTo>
                            <a:pt x="1567" y="76771"/>
                            <a:pt x="6929" y="54060"/>
                            <a:pt x="20853" y="36785"/>
                          </a:cubicBezTo>
                          <a:cubicBezTo>
                            <a:pt x="34852" y="19584"/>
                            <a:pt x="61062" y="-5808"/>
                            <a:pt x="82136" y="1192"/>
                          </a:cubicBezTo>
                          <a:close/>
                        </a:path>
                      </a:pathLst>
                    </a:custGeom>
                    <a:solidFill>
                      <a:srgbClr val="E6723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92" name="AutoShape 392"/>
                    <p:cNvSpPr/>
                    <p:nvPr/>
                  </p:nvSpPr>
                  <p:spPr>
                    <a:xfrm>
                      <a:off x="10863960" y="3131314"/>
                      <a:ext cx="169605" cy="2079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9605" h="207958">
                          <a:moveTo>
                            <a:pt x="167094" y="96562"/>
                          </a:moveTo>
                          <a:cubicBezTo>
                            <a:pt x="161212" y="84350"/>
                            <a:pt x="146319" y="80106"/>
                            <a:pt x="133288" y="76755"/>
                          </a:cubicBezTo>
                          <a:cubicBezTo>
                            <a:pt x="105290" y="69458"/>
                            <a:pt x="77962" y="59926"/>
                            <a:pt x="51454" y="48310"/>
                          </a:cubicBezTo>
                          <a:cubicBezTo>
                            <a:pt x="44752" y="45406"/>
                            <a:pt x="42220" y="40492"/>
                            <a:pt x="37678" y="34758"/>
                          </a:cubicBezTo>
                          <a:cubicBezTo>
                            <a:pt x="33135" y="29025"/>
                            <a:pt x="29636" y="6611"/>
                            <a:pt x="34476" y="1175"/>
                          </a:cubicBezTo>
                          <a:cubicBezTo>
                            <a:pt x="25689" y="-1729"/>
                            <a:pt x="16010" y="1027"/>
                            <a:pt x="6702" y="6388"/>
                          </a:cubicBezTo>
                          <a:cubicBezTo>
                            <a:pt x="-6255" y="54639"/>
                            <a:pt x="60835" y="82712"/>
                            <a:pt x="74164" y="122773"/>
                          </a:cubicBezTo>
                          <a:cubicBezTo>
                            <a:pt x="89206" y="179215"/>
                            <a:pt x="51007" y="191874"/>
                            <a:pt x="0" y="192619"/>
                          </a:cubicBezTo>
                          <a:cubicBezTo>
                            <a:pt x="14371" y="199916"/>
                            <a:pt x="30604" y="204235"/>
                            <a:pt x="46614" y="206171"/>
                          </a:cubicBezTo>
                          <a:cubicBezTo>
                            <a:pt x="78409" y="209968"/>
                            <a:pt x="110651" y="206096"/>
                            <a:pt x="142596" y="207958"/>
                          </a:cubicBezTo>
                          <a:cubicBezTo>
                            <a:pt x="153244" y="180779"/>
                            <a:pt x="161583" y="152781"/>
                            <a:pt x="167615" y="124188"/>
                          </a:cubicBezTo>
                          <a:cubicBezTo>
                            <a:pt x="169551" y="114954"/>
                            <a:pt x="171115" y="104976"/>
                            <a:pt x="167094" y="96562"/>
                          </a:cubicBezTo>
                          <a:close/>
                        </a:path>
                      </a:pathLst>
                    </a:custGeom>
                    <a:solidFill>
                      <a:srgbClr val="C65C26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93" name="AutoShape 393"/>
                    <p:cNvSpPr/>
                    <p:nvPr/>
                  </p:nvSpPr>
                  <p:spPr>
                    <a:xfrm>
                      <a:off x="10816315" y="3162647"/>
                      <a:ext cx="41395" cy="12442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395" h="124426">
                          <a:moveTo>
                            <a:pt x="288" y="67537"/>
                          </a:moveTo>
                          <a:cubicBezTo>
                            <a:pt x="1553" y="45348"/>
                            <a:pt x="6915" y="22636"/>
                            <a:pt x="20839" y="5361"/>
                          </a:cubicBezTo>
                          <a:cubicBezTo>
                            <a:pt x="22328" y="3574"/>
                            <a:pt x="24115" y="1787"/>
                            <a:pt x="26126" y="0"/>
                          </a:cubicBezTo>
                          <a:cubicBezTo>
                            <a:pt x="7808" y="41103"/>
                            <a:pt x="69910" y="91589"/>
                            <a:pt x="24264" y="118917"/>
                          </a:cubicBezTo>
                          <a:cubicBezTo>
                            <a:pt x="19350" y="122193"/>
                            <a:pt x="14509" y="123831"/>
                            <a:pt x="9670" y="124427"/>
                          </a:cubicBezTo>
                          <a:cubicBezTo>
                            <a:pt x="1107" y="107151"/>
                            <a:pt x="-830" y="86972"/>
                            <a:pt x="288" y="67537"/>
                          </a:cubicBezTo>
                          <a:close/>
                        </a:path>
                      </a:pathLst>
                    </a:custGeom>
                    <a:solidFill>
                      <a:srgbClr val="062033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394" name="AutoShape 394"/>
                  <p:cNvSpPr/>
                  <p:nvPr/>
                </p:nvSpPr>
                <p:spPr>
                  <a:xfrm>
                    <a:off x="10960389" y="3222916"/>
                    <a:ext cx="147951" cy="1343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7951" h="134332">
                        <a:moveTo>
                          <a:pt x="42816" y="13895"/>
                        </a:moveTo>
                        <a:cubicBezTo>
                          <a:pt x="45050" y="8757"/>
                          <a:pt x="47805" y="3247"/>
                          <a:pt x="52943" y="1013"/>
                        </a:cubicBezTo>
                        <a:cubicBezTo>
                          <a:pt x="58156" y="-1221"/>
                          <a:pt x="64112" y="641"/>
                          <a:pt x="69325" y="2726"/>
                        </a:cubicBezTo>
                        <a:cubicBezTo>
                          <a:pt x="85557" y="9279"/>
                          <a:pt x="100748" y="18140"/>
                          <a:pt x="114374" y="29086"/>
                        </a:cubicBezTo>
                        <a:cubicBezTo>
                          <a:pt x="127183" y="39436"/>
                          <a:pt x="138873" y="51946"/>
                          <a:pt x="144607" y="67434"/>
                        </a:cubicBezTo>
                        <a:cubicBezTo>
                          <a:pt x="150340" y="82848"/>
                          <a:pt x="149000" y="101612"/>
                          <a:pt x="138277" y="114122"/>
                        </a:cubicBezTo>
                        <a:cubicBezTo>
                          <a:pt x="128299" y="125664"/>
                          <a:pt x="112364" y="129908"/>
                          <a:pt x="97249" y="132067"/>
                        </a:cubicBezTo>
                        <a:cubicBezTo>
                          <a:pt x="64783" y="136684"/>
                          <a:pt x="31423" y="134227"/>
                          <a:pt x="0" y="124844"/>
                        </a:cubicBezTo>
                        <a:cubicBezTo>
                          <a:pt x="12510" y="87166"/>
                          <a:pt x="26806" y="50159"/>
                          <a:pt x="42816" y="13895"/>
                        </a:cubicBezTo>
                        <a:close/>
                      </a:path>
                    </a:pathLst>
                  </a:custGeom>
                  <a:solidFill>
                    <a:srgbClr val="E0DBD5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95" name="AutoShape 395"/>
                  <p:cNvSpPr/>
                  <p:nvPr/>
                </p:nvSpPr>
                <p:spPr>
                  <a:xfrm>
                    <a:off x="10992118" y="3249768"/>
                    <a:ext cx="77805" cy="88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805" h="88610">
                        <a:moveTo>
                          <a:pt x="38564" y="88610"/>
                        </a:moveTo>
                        <a:lnTo>
                          <a:pt x="38564" y="88610"/>
                        </a:lnTo>
                        <a:cubicBezTo>
                          <a:pt x="24192" y="88610"/>
                          <a:pt x="10342" y="79600"/>
                          <a:pt x="4013" y="66123"/>
                        </a:cubicBezTo>
                        <a:cubicBezTo>
                          <a:pt x="-2540" y="52124"/>
                          <a:pt x="-976" y="34700"/>
                          <a:pt x="8033" y="20552"/>
                        </a:cubicBezTo>
                        <a:cubicBezTo>
                          <a:pt x="15927" y="8265"/>
                          <a:pt x="30447" y="0"/>
                          <a:pt x="44148" y="0"/>
                        </a:cubicBezTo>
                        <a:cubicBezTo>
                          <a:pt x="50701" y="0"/>
                          <a:pt x="56807" y="1862"/>
                          <a:pt x="61945" y="5436"/>
                        </a:cubicBezTo>
                        <a:cubicBezTo>
                          <a:pt x="72072" y="12435"/>
                          <a:pt x="77806" y="25392"/>
                          <a:pt x="77806" y="40954"/>
                        </a:cubicBezTo>
                        <a:cubicBezTo>
                          <a:pt x="77806" y="61059"/>
                          <a:pt x="66487" y="83696"/>
                          <a:pt x="45042" y="88015"/>
                        </a:cubicBezTo>
                        <a:cubicBezTo>
                          <a:pt x="42957" y="88387"/>
                          <a:pt x="40797" y="88610"/>
                          <a:pt x="38564" y="88610"/>
                        </a:cubicBezTo>
                        <a:close/>
                        <a:moveTo>
                          <a:pt x="44148" y="14893"/>
                        </a:moveTo>
                        <a:cubicBezTo>
                          <a:pt x="35436" y="14893"/>
                          <a:pt x="25756" y="20552"/>
                          <a:pt x="20618" y="28594"/>
                        </a:cubicBezTo>
                        <a:cubicBezTo>
                          <a:pt x="14438" y="38274"/>
                          <a:pt x="13246" y="50560"/>
                          <a:pt x="17565" y="59793"/>
                        </a:cubicBezTo>
                        <a:cubicBezTo>
                          <a:pt x="21363" y="67835"/>
                          <a:pt x="30224" y="73718"/>
                          <a:pt x="38638" y="73718"/>
                        </a:cubicBezTo>
                        <a:lnTo>
                          <a:pt x="38638" y="73718"/>
                        </a:lnTo>
                        <a:cubicBezTo>
                          <a:pt x="39829" y="73718"/>
                          <a:pt x="41021" y="73644"/>
                          <a:pt x="42138" y="73346"/>
                        </a:cubicBezTo>
                        <a:cubicBezTo>
                          <a:pt x="55094" y="70739"/>
                          <a:pt x="62913" y="54805"/>
                          <a:pt x="62913" y="40880"/>
                        </a:cubicBezTo>
                        <a:cubicBezTo>
                          <a:pt x="62913" y="30455"/>
                          <a:pt x="59413" y="21743"/>
                          <a:pt x="53456" y="17648"/>
                        </a:cubicBezTo>
                        <a:cubicBezTo>
                          <a:pt x="50776" y="15861"/>
                          <a:pt x="47648" y="14893"/>
                          <a:pt x="44148" y="14893"/>
                        </a:cubicBezTo>
                        <a:close/>
                      </a:path>
                    </a:pathLst>
                  </a:custGeom>
                  <a:solidFill>
                    <a:srgbClr val="06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96" name="AutoShape 396"/>
                  <p:cNvSpPr/>
                  <p:nvPr/>
                </p:nvSpPr>
                <p:spPr>
                  <a:xfrm>
                    <a:off x="11090327" y="3280447"/>
                    <a:ext cx="158615" cy="658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8615" h="65873">
                        <a:moveTo>
                          <a:pt x="108193" y="65527"/>
                        </a:moveTo>
                        <a:cubicBezTo>
                          <a:pt x="120405" y="64857"/>
                          <a:pt x="133287" y="62846"/>
                          <a:pt x="142744" y="54953"/>
                        </a:cubicBezTo>
                        <a:cubicBezTo>
                          <a:pt x="157637" y="42518"/>
                          <a:pt x="158754" y="20403"/>
                          <a:pt x="158605" y="1043"/>
                        </a:cubicBezTo>
                        <a:cubicBezTo>
                          <a:pt x="111247" y="25168"/>
                          <a:pt x="52198" y="24796"/>
                          <a:pt x="5137" y="0"/>
                        </a:cubicBezTo>
                        <a:cubicBezTo>
                          <a:pt x="8116" y="14818"/>
                          <a:pt x="6255" y="30530"/>
                          <a:pt x="0" y="44231"/>
                        </a:cubicBezTo>
                        <a:cubicBezTo>
                          <a:pt x="33583" y="60240"/>
                          <a:pt x="71111" y="67612"/>
                          <a:pt x="108193" y="65527"/>
                        </a:cubicBezTo>
                        <a:close/>
                      </a:path>
                    </a:pathLst>
                  </a:custGeom>
                  <a:solidFill>
                    <a:srgbClr val="00536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397" name="Group 397"/>
                <p:cNvGrpSpPr/>
                <p:nvPr/>
              </p:nvGrpSpPr>
              <p:grpSpPr>
                <a:xfrm>
                  <a:off x="10865077" y="3056137"/>
                  <a:ext cx="360855" cy="156743"/>
                  <a:chOff x="10865077" y="3056137"/>
                  <a:chExt cx="360855" cy="156743"/>
                </a:xfrm>
              </p:grpSpPr>
              <p:sp>
                <p:nvSpPr>
                  <p:cNvPr id="398" name="AutoShape 398"/>
                  <p:cNvSpPr/>
                  <p:nvPr/>
                </p:nvSpPr>
                <p:spPr>
                  <a:xfrm>
                    <a:off x="10865077" y="3056137"/>
                    <a:ext cx="124128" cy="1540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128" h="154017">
                        <a:moveTo>
                          <a:pt x="33210" y="109861"/>
                        </a:moveTo>
                        <a:cubicBezTo>
                          <a:pt x="30082" y="124679"/>
                          <a:pt x="40805" y="139720"/>
                          <a:pt x="54432" y="146422"/>
                        </a:cubicBezTo>
                        <a:cubicBezTo>
                          <a:pt x="68058" y="153198"/>
                          <a:pt x="83770" y="153645"/>
                          <a:pt x="98960" y="154017"/>
                        </a:cubicBezTo>
                        <a:cubicBezTo>
                          <a:pt x="82355" y="104946"/>
                          <a:pt x="92110" y="47685"/>
                          <a:pt x="124128" y="6954"/>
                        </a:cubicBezTo>
                        <a:cubicBezTo>
                          <a:pt x="101343" y="-2205"/>
                          <a:pt x="75058" y="-2354"/>
                          <a:pt x="52272" y="6730"/>
                        </a:cubicBezTo>
                        <a:cubicBezTo>
                          <a:pt x="29487" y="15740"/>
                          <a:pt x="10349" y="33760"/>
                          <a:pt x="0" y="56025"/>
                        </a:cubicBezTo>
                        <a:cubicBezTo>
                          <a:pt x="5212" y="53567"/>
                          <a:pt x="10424" y="51110"/>
                          <a:pt x="15637" y="48653"/>
                        </a:cubicBezTo>
                        <a:cubicBezTo>
                          <a:pt x="-447" y="80448"/>
                          <a:pt x="3649" y="121403"/>
                          <a:pt x="25764" y="149400"/>
                        </a:cubicBezTo>
                        <a:cubicBezTo>
                          <a:pt x="21593" y="136072"/>
                          <a:pt x="24423" y="120733"/>
                          <a:pt x="33210" y="109861"/>
                        </a:cubicBezTo>
                        <a:close/>
                      </a:path>
                    </a:pathLst>
                  </a:custGeom>
                  <a:solidFill>
                    <a:srgbClr val="062033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399" name="Group 399"/>
                  <p:cNvGrpSpPr/>
                  <p:nvPr/>
                </p:nvGrpSpPr>
                <p:grpSpPr>
                  <a:xfrm>
                    <a:off x="10887225" y="3068542"/>
                    <a:ext cx="338707" cy="144338"/>
                    <a:chOff x="10887225" y="3068542"/>
                    <a:chExt cx="338707" cy="144338"/>
                  </a:xfrm>
                  <a:solidFill>
                    <a:srgbClr val="005361">
                      <a:alpha val="100000"/>
                    </a:srgbClr>
                  </a:solidFill>
                </p:grpSpPr>
                <p:sp>
                  <p:nvSpPr>
                    <p:cNvPr id="400" name="AutoShape 400"/>
                    <p:cNvSpPr/>
                    <p:nvPr/>
                  </p:nvSpPr>
                  <p:spPr>
                    <a:xfrm>
                      <a:off x="10895756" y="3068542"/>
                      <a:ext cx="44825" cy="215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4825" h="21578">
                          <a:moveTo>
                            <a:pt x="0" y="21578"/>
                          </a:moveTo>
                          <a:cubicBezTo>
                            <a:pt x="12882" y="10930"/>
                            <a:pt x="28444" y="3633"/>
                            <a:pt x="44826" y="506"/>
                          </a:cubicBezTo>
                          <a:cubicBezTo>
                            <a:pt x="27551" y="-2249"/>
                            <a:pt x="8935" y="6463"/>
                            <a:pt x="0" y="21578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01" name="AutoShape 401"/>
                    <p:cNvSpPr/>
                    <p:nvPr/>
                  </p:nvSpPr>
                  <p:spPr>
                    <a:xfrm>
                      <a:off x="10887225" y="3087589"/>
                      <a:ext cx="43379" cy="6738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79" h="67388">
                          <a:moveTo>
                            <a:pt x="43379" y="0"/>
                          </a:moveTo>
                          <a:cubicBezTo>
                            <a:pt x="24466" y="7670"/>
                            <a:pt x="9127" y="23605"/>
                            <a:pt x="2201" y="42816"/>
                          </a:cubicBezTo>
                          <a:cubicBezTo>
                            <a:pt x="-777" y="51156"/>
                            <a:pt x="-1596" y="61878"/>
                            <a:pt x="5329" y="67389"/>
                          </a:cubicBezTo>
                          <a:cubicBezTo>
                            <a:pt x="12105" y="39465"/>
                            <a:pt x="16871" y="10946"/>
                            <a:pt x="43379" y="0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02" name="AutoShape 402"/>
                    <p:cNvSpPr/>
                    <p:nvPr/>
                  </p:nvSpPr>
                  <p:spPr>
                    <a:xfrm>
                      <a:off x="10931791" y="3107396"/>
                      <a:ext cx="43639" cy="7677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639" h="76770">
                          <a:moveTo>
                            <a:pt x="26215" y="60985"/>
                          </a:moveTo>
                          <a:cubicBezTo>
                            <a:pt x="26587" y="57857"/>
                            <a:pt x="28672" y="54953"/>
                            <a:pt x="31502" y="53539"/>
                          </a:cubicBezTo>
                          <a:cubicBezTo>
                            <a:pt x="30981" y="58528"/>
                            <a:pt x="34629" y="63665"/>
                            <a:pt x="39543" y="64783"/>
                          </a:cubicBezTo>
                          <a:cubicBezTo>
                            <a:pt x="38203" y="46762"/>
                            <a:pt x="39618" y="28594"/>
                            <a:pt x="43639" y="10946"/>
                          </a:cubicBezTo>
                          <a:cubicBezTo>
                            <a:pt x="37310" y="12659"/>
                            <a:pt x="30906" y="14446"/>
                            <a:pt x="24577" y="16158"/>
                          </a:cubicBezTo>
                          <a:cubicBezTo>
                            <a:pt x="22119" y="11095"/>
                            <a:pt x="20780" y="5585"/>
                            <a:pt x="20556" y="0"/>
                          </a:cubicBezTo>
                          <a:cubicBezTo>
                            <a:pt x="302" y="19062"/>
                            <a:pt x="-5879" y="51602"/>
                            <a:pt x="6035" y="76771"/>
                          </a:cubicBezTo>
                          <a:cubicBezTo>
                            <a:pt x="7376" y="58081"/>
                            <a:pt x="9685" y="37306"/>
                            <a:pt x="23757" y="24945"/>
                          </a:cubicBezTo>
                          <a:cubicBezTo>
                            <a:pt x="22641" y="37008"/>
                            <a:pt x="23460" y="49220"/>
                            <a:pt x="26215" y="60985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03" name="AutoShape 403"/>
                    <p:cNvSpPr/>
                    <p:nvPr/>
                  </p:nvSpPr>
                  <p:spPr>
                    <a:xfrm>
                      <a:off x="11003442" y="3124373"/>
                      <a:ext cx="222490" cy="8850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2490" h="88506">
                          <a:moveTo>
                            <a:pt x="67971" y="55326"/>
                          </a:moveTo>
                          <a:cubicBezTo>
                            <a:pt x="76683" y="70069"/>
                            <a:pt x="87853" y="86377"/>
                            <a:pt x="104904" y="88313"/>
                          </a:cubicBezTo>
                          <a:cubicBezTo>
                            <a:pt x="112127" y="89132"/>
                            <a:pt x="119350" y="87196"/>
                            <a:pt x="126424" y="85557"/>
                          </a:cubicBezTo>
                          <a:cubicBezTo>
                            <a:pt x="151294" y="79973"/>
                            <a:pt x="177133" y="78781"/>
                            <a:pt x="202376" y="82207"/>
                          </a:cubicBezTo>
                          <a:cubicBezTo>
                            <a:pt x="208854" y="83100"/>
                            <a:pt x="216672" y="83696"/>
                            <a:pt x="220619" y="78484"/>
                          </a:cubicBezTo>
                          <a:cubicBezTo>
                            <a:pt x="224789" y="72973"/>
                            <a:pt x="221289" y="65006"/>
                            <a:pt x="216971" y="59570"/>
                          </a:cubicBezTo>
                          <a:cubicBezTo>
                            <a:pt x="212651" y="54134"/>
                            <a:pt x="207290" y="48401"/>
                            <a:pt x="207886" y="41476"/>
                          </a:cubicBezTo>
                          <a:cubicBezTo>
                            <a:pt x="206247" y="50560"/>
                            <a:pt x="204535" y="59570"/>
                            <a:pt x="202897" y="68654"/>
                          </a:cubicBezTo>
                          <a:cubicBezTo>
                            <a:pt x="195972" y="64410"/>
                            <a:pt x="189047" y="60166"/>
                            <a:pt x="182047" y="55921"/>
                          </a:cubicBezTo>
                          <a:cubicBezTo>
                            <a:pt x="180409" y="60315"/>
                            <a:pt x="178771" y="64633"/>
                            <a:pt x="177208" y="69027"/>
                          </a:cubicBezTo>
                          <a:cubicBezTo>
                            <a:pt x="175346" y="63666"/>
                            <a:pt x="173336" y="58230"/>
                            <a:pt x="169463" y="54060"/>
                          </a:cubicBezTo>
                          <a:cubicBezTo>
                            <a:pt x="165666" y="49890"/>
                            <a:pt x="159486" y="47358"/>
                            <a:pt x="154198" y="49369"/>
                          </a:cubicBezTo>
                          <a:cubicBezTo>
                            <a:pt x="148912" y="51454"/>
                            <a:pt x="146306" y="59198"/>
                            <a:pt x="150401" y="63144"/>
                          </a:cubicBezTo>
                          <a:cubicBezTo>
                            <a:pt x="148242" y="55326"/>
                            <a:pt x="139008" y="50709"/>
                            <a:pt x="131040" y="52347"/>
                          </a:cubicBezTo>
                          <a:cubicBezTo>
                            <a:pt x="123073" y="53985"/>
                            <a:pt x="116744" y="60687"/>
                            <a:pt x="113988" y="68357"/>
                          </a:cubicBezTo>
                          <a:cubicBezTo>
                            <a:pt x="113169" y="56964"/>
                            <a:pt x="97756" y="49667"/>
                            <a:pt x="88374" y="56294"/>
                          </a:cubicBezTo>
                          <a:cubicBezTo>
                            <a:pt x="81970" y="46837"/>
                            <a:pt x="75641" y="37455"/>
                            <a:pt x="69237" y="27998"/>
                          </a:cubicBezTo>
                          <a:cubicBezTo>
                            <a:pt x="65216" y="31498"/>
                            <a:pt x="61864" y="35816"/>
                            <a:pt x="59557" y="40656"/>
                          </a:cubicBezTo>
                          <a:cubicBezTo>
                            <a:pt x="63280" y="34253"/>
                            <a:pt x="59631" y="24796"/>
                            <a:pt x="52557" y="22562"/>
                          </a:cubicBezTo>
                          <a:cubicBezTo>
                            <a:pt x="45483" y="20328"/>
                            <a:pt x="37069" y="25913"/>
                            <a:pt x="36324" y="33285"/>
                          </a:cubicBezTo>
                          <a:cubicBezTo>
                            <a:pt x="25379" y="24647"/>
                            <a:pt x="16741" y="13031"/>
                            <a:pt x="11751" y="0"/>
                          </a:cubicBezTo>
                          <a:cubicBezTo>
                            <a:pt x="-534" y="18541"/>
                            <a:pt x="-3438" y="42965"/>
                            <a:pt x="4231" y="63889"/>
                          </a:cubicBezTo>
                          <a:cubicBezTo>
                            <a:pt x="14581" y="54060"/>
                            <a:pt x="23368" y="42667"/>
                            <a:pt x="30367" y="30232"/>
                          </a:cubicBezTo>
                          <a:cubicBezTo>
                            <a:pt x="31633" y="41029"/>
                            <a:pt x="33420" y="52868"/>
                            <a:pt x="41462" y="60240"/>
                          </a:cubicBezTo>
                          <a:cubicBezTo>
                            <a:pt x="49430" y="67612"/>
                            <a:pt x="65737" y="65974"/>
                            <a:pt x="67971" y="55326"/>
                          </a:cubicBezTo>
                          <a:close/>
                        </a:path>
                      </a:pathLst>
                    </a:custGeom>
                    <a:solidFill>
                      <a:srgbClr val="005361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</p:grpSp>
          <p:grpSp>
            <p:nvGrpSpPr>
              <p:cNvPr id="404" name="Group 404"/>
              <p:cNvGrpSpPr/>
              <p:nvPr/>
            </p:nvGrpSpPr>
            <p:grpSpPr>
              <a:xfrm>
                <a:off x="10466777" y="3522636"/>
                <a:ext cx="748575" cy="1036283"/>
                <a:chOff x="10466777" y="3522636"/>
                <a:chExt cx="748575" cy="1036283"/>
              </a:xfrm>
            </p:grpSpPr>
            <p:sp>
              <p:nvSpPr>
                <p:cNvPr id="405" name="AutoShape 405"/>
                <p:cNvSpPr/>
                <p:nvPr/>
              </p:nvSpPr>
              <p:spPr>
                <a:xfrm>
                  <a:off x="10832537" y="3522636"/>
                  <a:ext cx="324731" cy="106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731" h="106741">
                      <a:moveTo>
                        <a:pt x="109161" y="13887"/>
                      </a:moveTo>
                      <a:cubicBezTo>
                        <a:pt x="174093" y="3686"/>
                        <a:pt x="240067" y="-4580"/>
                        <a:pt x="305370" y="2867"/>
                      </a:cubicBezTo>
                      <a:cubicBezTo>
                        <a:pt x="311849" y="37492"/>
                        <a:pt x="318253" y="72117"/>
                        <a:pt x="324731" y="106742"/>
                      </a:cubicBezTo>
                      <a:cubicBezTo>
                        <a:pt x="275213" y="82690"/>
                        <a:pt x="219962" y="72191"/>
                        <a:pt x="164934" y="69362"/>
                      </a:cubicBezTo>
                      <a:cubicBezTo>
                        <a:pt x="109906" y="66532"/>
                        <a:pt x="54879" y="71000"/>
                        <a:pt x="0" y="75542"/>
                      </a:cubicBezTo>
                      <a:cubicBezTo>
                        <a:pt x="7520" y="54841"/>
                        <a:pt x="25540" y="39353"/>
                        <a:pt x="45571" y="30194"/>
                      </a:cubicBezTo>
                      <a:cubicBezTo>
                        <a:pt x="65377" y="21035"/>
                        <a:pt x="87419" y="17312"/>
                        <a:pt x="109161" y="13887"/>
                      </a:cubicBezTo>
                      <a:close/>
                    </a:path>
                  </a:pathLst>
                </a:custGeom>
                <a:solidFill>
                  <a:srgbClr val="E6723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grpSp>
              <p:nvGrpSpPr>
                <p:cNvPr id="406" name="Group 406"/>
                <p:cNvGrpSpPr/>
                <p:nvPr/>
              </p:nvGrpSpPr>
              <p:grpSpPr>
                <a:xfrm>
                  <a:off x="10466777" y="3558969"/>
                  <a:ext cx="748575" cy="999951"/>
                  <a:chOff x="10466777" y="3558969"/>
                  <a:chExt cx="748575" cy="999951"/>
                </a:xfrm>
              </p:grpSpPr>
              <p:sp>
                <p:nvSpPr>
                  <p:cNvPr id="407" name="AutoShape 407"/>
                  <p:cNvSpPr/>
                  <p:nvPr/>
                </p:nvSpPr>
                <p:spPr>
                  <a:xfrm>
                    <a:off x="10466777" y="3558969"/>
                    <a:ext cx="748575" cy="9999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8575" h="999951">
                        <a:moveTo>
                          <a:pt x="572989" y="1382"/>
                        </a:moveTo>
                        <a:cubicBezTo>
                          <a:pt x="632037" y="5925"/>
                          <a:pt x="668748" y="21040"/>
                          <a:pt x="706277" y="69218"/>
                        </a:cubicBezTo>
                        <a:cubicBezTo>
                          <a:pt x="738966" y="111215"/>
                          <a:pt x="748349" y="168253"/>
                          <a:pt x="748571" y="222536"/>
                        </a:cubicBezTo>
                        <a:cubicBezTo>
                          <a:pt x="749614" y="478911"/>
                          <a:pt x="575968" y="715851"/>
                          <a:pt x="602625" y="970736"/>
                        </a:cubicBezTo>
                        <a:cubicBezTo>
                          <a:pt x="362260" y="1027923"/>
                          <a:pt x="141106" y="998436"/>
                          <a:pt x="0" y="906028"/>
                        </a:cubicBezTo>
                        <a:cubicBezTo>
                          <a:pt x="50932" y="680555"/>
                          <a:pt x="58602" y="416958"/>
                          <a:pt x="165232" y="214122"/>
                        </a:cubicBezTo>
                        <a:cubicBezTo>
                          <a:pt x="244535" y="63261"/>
                          <a:pt x="409544" y="-11276"/>
                          <a:pt x="572989" y="1382"/>
                        </a:cubicBezTo>
                        <a:close/>
                      </a:path>
                    </a:pathLst>
                  </a:custGeom>
                  <a:solidFill>
                    <a:srgbClr val="E67231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408" name="AutoShape 408"/>
                  <p:cNvSpPr/>
                  <p:nvPr/>
                </p:nvSpPr>
                <p:spPr>
                  <a:xfrm>
                    <a:off x="10680708" y="3558972"/>
                    <a:ext cx="534645" cy="999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4645" h="999918">
                        <a:moveTo>
                          <a:pt x="534641" y="222534"/>
                        </a:moveTo>
                        <a:cubicBezTo>
                          <a:pt x="534418" y="168250"/>
                          <a:pt x="525110" y="111212"/>
                          <a:pt x="492346" y="69215"/>
                        </a:cubicBezTo>
                        <a:cubicBezTo>
                          <a:pt x="454891" y="21112"/>
                          <a:pt x="418106" y="5997"/>
                          <a:pt x="359058" y="1380"/>
                        </a:cubicBezTo>
                        <a:cubicBezTo>
                          <a:pt x="314901" y="-2045"/>
                          <a:pt x="270671" y="933"/>
                          <a:pt x="228079" y="10017"/>
                        </a:cubicBezTo>
                        <a:cubicBezTo>
                          <a:pt x="224356" y="17091"/>
                          <a:pt x="222717" y="25208"/>
                          <a:pt x="227632" y="30122"/>
                        </a:cubicBezTo>
                        <a:cubicBezTo>
                          <a:pt x="249970" y="67354"/>
                          <a:pt x="302094" y="97139"/>
                          <a:pt x="279755" y="141816"/>
                        </a:cubicBezTo>
                        <a:cubicBezTo>
                          <a:pt x="205293" y="305634"/>
                          <a:pt x="153169" y="462005"/>
                          <a:pt x="138277" y="648162"/>
                        </a:cubicBezTo>
                        <a:cubicBezTo>
                          <a:pt x="128820" y="767599"/>
                          <a:pt x="66345" y="876463"/>
                          <a:pt x="0" y="987041"/>
                        </a:cubicBezTo>
                        <a:cubicBezTo>
                          <a:pt x="114970" y="1007890"/>
                          <a:pt x="248556" y="1004092"/>
                          <a:pt x="388620" y="970733"/>
                        </a:cubicBezTo>
                        <a:cubicBezTo>
                          <a:pt x="362037" y="715774"/>
                          <a:pt x="535683" y="478908"/>
                          <a:pt x="534641" y="222534"/>
                        </a:cubicBezTo>
                        <a:close/>
                      </a:path>
                    </a:pathLst>
                  </a:custGeom>
                  <a:solidFill>
                    <a:srgbClr val="C65C26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409" name="AutoShape 409"/>
                  <p:cNvSpPr/>
                  <p:nvPr/>
                </p:nvSpPr>
                <p:spPr>
                  <a:xfrm>
                    <a:off x="10581027" y="3626921"/>
                    <a:ext cx="297939" cy="4602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939" h="460251">
                        <a:moveTo>
                          <a:pt x="257690" y="0"/>
                        </a:moveTo>
                        <a:cubicBezTo>
                          <a:pt x="242872" y="1489"/>
                          <a:pt x="228203" y="5361"/>
                          <a:pt x="214949" y="11616"/>
                        </a:cubicBezTo>
                        <a:cubicBezTo>
                          <a:pt x="169601" y="32987"/>
                          <a:pt x="137209" y="74165"/>
                          <a:pt x="108318" y="115045"/>
                        </a:cubicBezTo>
                        <a:cubicBezTo>
                          <a:pt x="53067" y="193082"/>
                          <a:pt x="2358" y="280426"/>
                          <a:pt x="50" y="376036"/>
                        </a:cubicBezTo>
                        <a:cubicBezTo>
                          <a:pt x="-695" y="406268"/>
                          <a:pt x="6752" y="441414"/>
                          <a:pt x="33781" y="454966"/>
                        </a:cubicBezTo>
                        <a:cubicBezTo>
                          <a:pt x="61630" y="468965"/>
                          <a:pt x="94840" y="452658"/>
                          <a:pt x="120530" y="435085"/>
                        </a:cubicBezTo>
                        <a:cubicBezTo>
                          <a:pt x="132146" y="427117"/>
                          <a:pt x="143539" y="418777"/>
                          <a:pt x="154634" y="410140"/>
                        </a:cubicBezTo>
                        <a:cubicBezTo>
                          <a:pt x="197226" y="346474"/>
                          <a:pt x="239298" y="282437"/>
                          <a:pt x="275263" y="215346"/>
                        </a:cubicBezTo>
                        <a:cubicBezTo>
                          <a:pt x="309665" y="160169"/>
                          <a:pt x="305792" y="66719"/>
                          <a:pt x="257690" y="0"/>
                        </a:cubicBezTo>
                        <a:close/>
                      </a:path>
                    </a:pathLst>
                  </a:custGeom>
                  <a:solidFill>
                    <a:srgbClr val="C65C26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410" name="AutoShape 410"/>
                  <p:cNvSpPr/>
                  <p:nvPr/>
                </p:nvSpPr>
                <p:spPr>
                  <a:xfrm>
                    <a:off x="10466777" y="3634293"/>
                    <a:ext cx="288615" cy="8553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615" h="855351">
                        <a:moveTo>
                          <a:pt x="165232" y="138724"/>
                        </a:moveTo>
                        <a:cubicBezTo>
                          <a:pt x="58602" y="341560"/>
                          <a:pt x="50932" y="605231"/>
                          <a:pt x="0" y="830630"/>
                        </a:cubicBezTo>
                        <a:cubicBezTo>
                          <a:pt x="13477" y="839491"/>
                          <a:pt x="27700" y="847681"/>
                          <a:pt x="42592" y="855351"/>
                        </a:cubicBezTo>
                        <a:cubicBezTo>
                          <a:pt x="80792" y="553554"/>
                          <a:pt x="110799" y="245652"/>
                          <a:pt x="288616" y="0"/>
                        </a:cubicBezTo>
                        <a:cubicBezTo>
                          <a:pt x="238206" y="34774"/>
                          <a:pt x="195464" y="81164"/>
                          <a:pt x="165232" y="138724"/>
                        </a:cubicBezTo>
                        <a:close/>
                      </a:path>
                    </a:pathLst>
                  </a:custGeom>
                  <a:solidFill>
                    <a:srgbClr val="FFBE69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  <p:grpSp>
            <p:nvGrpSpPr>
              <p:cNvPr id="411" name="Group 411"/>
              <p:cNvGrpSpPr/>
              <p:nvPr/>
            </p:nvGrpSpPr>
            <p:grpSpPr>
              <a:xfrm>
                <a:off x="10281291" y="3615295"/>
                <a:ext cx="594547" cy="471507"/>
                <a:chOff x="10281291" y="3615295"/>
                <a:chExt cx="594547" cy="471507"/>
              </a:xfrm>
            </p:grpSpPr>
            <p:sp>
              <p:nvSpPr>
                <p:cNvPr id="412" name="AutoShape 412"/>
                <p:cNvSpPr/>
                <p:nvPr/>
              </p:nvSpPr>
              <p:spPr>
                <a:xfrm>
                  <a:off x="10281291" y="3615295"/>
                  <a:ext cx="594547" cy="471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547" h="471506">
                      <a:moveTo>
                        <a:pt x="126363" y="187656"/>
                      </a:moveTo>
                      <a:cubicBezTo>
                        <a:pt x="144680" y="201133"/>
                        <a:pt x="162999" y="214685"/>
                        <a:pt x="181391" y="228163"/>
                      </a:cubicBezTo>
                      <a:cubicBezTo>
                        <a:pt x="274245" y="155860"/>
                        <a:pt x="370078" y="87429"/>
                        <a:pt x="468592" y="22944"/>
                      </a:cubicBezTo>
                      <a:cubicBezTo>
                        <a:pt x="487060" y="10882"/>
                        <a:pt x="507462" y="-1554"/>
                        <a:pt x="529429" y="159"/>
                      </a:cubicBezTo>
                      <a:cubicBezTo>
                        <a:pt x="559586" y="2542"/>
                        <a:pt x="581478" y="31359"/>
                        <a:pt x="589519" y="60474"/>
                      </a:cubicBezTo>
                      <a:cubicBezTo>
                        <a:pt x="605305" y="117735"/>
                        <a:pt x="582222" y="180135"/>
                        <a:pt x="544023" y="225706"/>
                      </a:cubicBezTo>
                      <a:cubicBezTo>
                        <a:pt x="505824" y="271277"/>
                        <a:pt x="454222" y="303147"/>
                        <a:pt x="403587" y="334198"/>
                      </a:cubicBezTo>
                      <a:cubicBezTo>
                        <a:pt x="324731" y="382599"/>
                        <a:pt x="255555" y="407916"/>
                        <a:pt x="176774" y="456316"/>
                      </a:cubicBezTo>
                      <a:cubicBezTo>
                        <a:pt x="164711" y="463763"/>
                        <a:pt x="151829" y="471358"/>
                        <a:pt x="137681" y="471507"/>
                      </a:cubicBezTo>
                      <a:cubicBezTo>
                        <a:pt x="117204" y="471656"/>
                        <a:pt x="100226" y="456391"/>
                        <a:pt x="85781" y="441871"/>
                      </a:cubicBezTo>
                      <a:cubicBezTo>
                        <a:pt x="56293" y="412309"/>
                        <a:pt x="27774" y="381854"/>
                        <a:pt x="0" y="350728"/>
                      </a:cubicBezTo>
                      <a:cubicBezTo>
                        <a:pt x="17275" y="266139"/>
                        <a:pt x="51677" y="213419"/>
                        <a:pt x="126363" y="187656"/>
                      </a:cubicBezTo>
                      <a:close/>
                    </a:path>
                  </a:pathLst>
                </a:custGeom>
                <a:solidFill>
                  <a:srgbClr val="E67231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13" name="AutoShape 413"/>
                <p:cNvSpPr/>
                <p:nvPr/>
              </p:nvSpPr>
              <p:spPr>
                <a:xfrm>
                  <a:off x="10376305" y="3615356"/>
                  <a:ext cx="466805" cy="316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805" h="316265">
                      <a:moveTo>
                        <a:pt x="55474" y="234357"/>
                      </a:moveTo>
                      <a:cubicBezTo>
                        <a:pt x="55474" y="264142"/>
                        <a:pt x="33135" y="286481"/>
                        <a:pt x="40582" y="316266"/>
                      </a:cubicBezTo>
                      <a:cubicBezTo>
                        <a:pt x="62920" y="308820"/>
                        <a:pt x="92706" y="249249"/>
                        <a:pt x="115044" y="286481"/>
                      </a:cubicBezTo>
                      <a:cubicBezTo>
                        <a:pt x="230238" y="198391"/>
                        <a:pt x="326891" y="61083"/>
                        <a:pt x="466805" y="14544"/>
                      </a:cubicBezTo>
                      <a:cubicBezTo>
                        <a:pt x="457646" y="6576"/>
                        <a:pt x="446701" y="1140"/>
                        <a:pt x="434414" y="172"/>
                      </a:cubicBezTo>
                      <a:cubicBezTo>
                        <a:pt x="412374" y="-1615"/>
                        <a:pt x="392045" y="10821"/>
                        <a:pt x="373578" y="22958"/>
                      </a:cubicBezTo>
                      <a:cubicBezTo>
                        <a:pt x="275064" y="87368"/>
                        <a:pt x="179231" y="155873"/>
                        <a:pt x="86376" y="228176"/>
                      </a:cubicBezTo>
                      <a:cubicBezTo>
                        <a:pt x="68059" y="214699"/>
                        <a:pt x="49666" y="201147"/>
                        <a:pt x="31348" y="187669"/>
                      </a:cubicBezTo>
                      <a:cubicBezTo>
                        <a:pt x="19955" y="191616"/>
                        <a:pt x="9605" y="196232"/>
                        <a:pt x="0" y="201445"/>
                      </a:cubicBezTo>
                      <a:cubicBezTo>
                        <a:pt x="12287" y="220805"/>
                        <a:pt x="25466" y="239346"/>
                        <a:pt x="55474" y="234357"/>
                      </a:cubicBezTo>
                      <a:close/>
                    </a:path>
                  </a:pathLst>
                </a:custGeom>
                <a:solidFill>
                  <a:srgbClr val="FFBE69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14" name="AutoShape 414"/>
                <p:cNvSpPr/>
                <p:nvPr/>
              </p:nvSpPr>
              <p:spPr>
                <a:xfrm>
                  <a:off x="10305193" y="3816279"/>
                  <a:ext cx="113406" cy="1790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06" h="179082">
                      <a:moveTo>
                        <a:pt x="7372" y="179082"/>
                      </a:moveTo>
                      <a:lnTo>
                        <a:pt x="0" y="178189"/>
                      </a:lnTo>
                      <a:cubicBezTo>
                        <a:pt x="8787" y="106854"/>
                        <a:pt x="49667" y="40210"/>
                        <a:pt x="109237" y="0"/>
                      </a:cubicBezTo>
                      <a:lnTo>
                        <a:pt x="113406" y="6181"/>
                      </a:lnTo>
                      <a:cubicBezTo>
                        <a:pt x="55549" y="45199"/>
                        <a:pt x="15935" y="109832"/>
                        <a:pt x="7372" y="179082"/>
                      </a:cubicBezTo>
                      <a:close/>
                    </a:path>
                  </a:pathLst>
                </a:custGeom>
                <a:solidFill>
                  <a:srgbClr val="C65C26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slideLayout" Target="../slideLayouts/slideLayout1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5" Type="http://schemas.openxmlformats.org/officeDocument/2006/relationships/tags" Target="../tags/tag27.xml"/><Relationship Id="rId10" Type="http://schemas.openxmlformats.org/officeDocument/2006/relationships/tags" Target="../tags/tag32.xml"/><Relationship Id="rId4" Type="http://schemas.openxmlformats.org/officeDocument/2006/relationships/tags" Target="../tags/tag26.xml"/><Relationship Id="rId9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5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B2B8E6F-E353-938F-A0FC-5B3958D31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" y="0"/>
            <a:ext cx="12185521" cy="6858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660399" y="1143574"/>
            <a:ext cx="5701501" cy="25639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 err="1">
                <a:ln w="19050"/>
                <a:solidFill>
                  <a:srgbClr val="2F2F2F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码垛机器人</a:t>
            </a:r>
            <a:endParaRPr kumimoji="0" lang="en-US" sz="5400" b="1" i="0" u="none" strike="noStrike" kern="1200" cap="none" spc="0" normalizeH="0" baseline="0" noProof="0" dirty="0">
              <a:ln w="19050"/>
              <a:solidFill>
                <a:srgbClr val="2F2F2F">
                  <a:alpha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>
                <a:ln w="19050"/>
                <a:solidFill>
                  <a:srgbClr val="2F2F2F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总结汇报</a:t>
            </a:r>
            <a:r>
              <a:rPr kumimoji="0" lang="en-US" sz="5400" b="1" i="0" u="none" strike="noStrike" kern="1200" cap="none" spc="0" normalizeH="0" baseline="0" noProof="0">
                <a:ln w="19050"/>
                <a:solidFill>
                  <a:srgbClr val="2F2F2F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01964" y="3922005"/>
            <a:ext cx="3840728" cy="545688"/>
          </a:xfrm>
          <a:prstGeom prst="roundRect">
            <a:avLst>
              <a:gd name="adj" fmla="val 50000"/>
            </a:avLst>
          </a:prstGeom>
          <a:solidFill>
            <a:srgbClr val="1CBCD3">
              <a:alpha val="100000"/>
            </a:srgbClr>
          </a:solidFill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期末总结汇报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1675" y="5714365"/>
            <a:ext cx="2752725" cy="3714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5720" rIns="91440" bIns="45720" rtlCol="0" anchor="t" anchorCtr="0"/>
          <a:lstStyle/>
          <a:p>
            <a:pPr>
              <a:spcBef>
                <a:spcPts val="1000"/>
              </a:spcBef>
              <a:defRPr/>
            </a:pPr>
            <a:r>
              <a:rPr lang="zh-CN" altLang="en-US" sz="1600" b="1" dirty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小组</a:t>
            </a:r>
            <a:r>
              <a:rPr lang="zh-CN" altLang="en-US" sz="1600" dirty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：第八组（</a:t>
            </a:r>
            <a:r>
              <a:rPr lang="en-US" altLang="zh-CN" sz="1600" dirty="0" err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Snake Bite</a:t>
            </a:r>
            <a:r>
              <a:rPr lang="zh-CN" altLang="en-US" sz="1600" dirty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kumimoji="0" lang="en-US" altLang="zh-CN" sz="1600" u="none" strike="noStrike" kern="1200" cap="none" spc="0" normalizeH="0" baseline="0" noProof="0" dirty="0">
              <a:solidFill>
                <a:srgbClr val="2F2F2F">
                  <a:alpha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solidFill>
                <a:srgbClr val="2F2F2F">
                  <a:alpha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01964" y="4662640"/>
            <a:ext cx="4432300" cy="35372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2026/06/16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84530" y="271145"/>
            <a:ext cx="10841355" cy="748665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目录</a:t>
            </a:r>
          </a:p>
        </p:txBody>
      </p:sp>
      <p:grpSp>
        <p:nvGrpSpPr>
          <p:cNvPr id="3" name="72bd0f18-f4a7-435d-8fe1-2e11813df7d9"/>
          <p:cNvGrpSpPr/>
          <p:nvPr>
            <p:custDataLst>
              <p:tags r:id="rId1"/>
            </p:custDataLst>
          </p:nvPr>
        </p:nvGrpSpPr>
        <p:grpSpPr>
          <a:xfrm>
            <a:off x="366412" y="1948073"/>
            <a:ext cx="10946101" cy="1563485"/>
            <a:chOff x="666750" y="3004949"/>
            <a:chExt cx="10946101" cy="3129151"/>
          </a:xfrm>
        </p:grpSpPr>
        <p:sp>
          <p:nvSpPr>
            <p:cNvPr id="4" name="AutoShape 3"/>
            <p:cNvSpPr/>
            <p:nvPr>
              <p:custDataLst>
                <p:tags r:id="rId13"/>
              </p:custDataLst>
            </p:nvPr>
          </p:nvSpPr>
          <p:spPr>
            <a:xfrm>
              <a:off x="666750" y="3282950"/>
              <a:ext cx="10858500" cy="285115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94901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>
              <a:off x="836338" y="3092680"/>
              <a:ext cx="3556635" cy="2764168"/>
              <a:chOff x="836338" y="3092680"/>
              <a:chExt cx="3556635" cy="2764168"/>
            </a:xfrm>
          </p:grpSpPr>
          <p:sp>
            <p:nvSpPr>
              <p:cNvPr id="6" name="TextBox 6"/>
              <p:cNvSpPr txBox="1"/>
              <p:nvPr>
                <p:custDataLst>
                  <p:tags r:id="rId20"/>
                </p:custDataLst>
              </p:nvPr>
            </p:nvSpPr>
            <p:spPr>
              <a:xfrm flipH="1">
                <a:off x="1162093" y="4361024"/>
                <a:ext cx="3230880" cy="103831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400" b="1" dirty="0" err="1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项目目标与难点</a:t>
                </a:r>
              </a:p>
            </p:txBody>
          </p:sp>
          <p:sp>
            <p:nvSpPr>
              <p:cNvPr id="8" name="AutoShape 8"/>
              <p:cNvSpPr/>
              <p:nvPr>
                <p:custDataLst>
                  <p:tags r:id="rId21"/>
                </p:custDataLst>
              </p:nvPr>
            </p:nvSpPr>
            <p:spPr>
              <a:xfrm>
                <a:off x="836338" y="5676848"/>
                <a:ext cx="3230746" cy="180000"/>
              </a:xfrm>
              <a:prstGeom prst="roundRect">
                <a:avLst>
                  <a:gd name="adj" fmla="val 0"/>
                </a:avLst>
              </a:prstGeom>
              <a:solidFill>
                <a:srgbClr val="1CBCD3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TextBox 9"/>
              <p:cNvSpPr txBox="1"/>
              <p:nvPr>
                <p:custDataLst>
                  <p:tags r:id="rId22"/>
                </p:custDataLst>
              </p:nvPr>
            </p:nvSpPr>
            <p:spPr>
              <a:xfrm flipH="1">
                <a:off x="1425081" y="3092680"/>
                <a:ext cx="1389665" cy="140257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8000" b="1" i="0" u="none" strike="noStrike" kern="1200" cap="none" spc="0" normalizeH="0" baseline="0" noProof="0" dirty="0">
                    <a:solidFill>
                      <a:srgbClr val="1CBCD3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392004" y="3146106"/>
              <a:ext cx="3231381" cy="2710742"/>
              <a:chOff x="4392004" y="3146106"/>
              <a:chExt cx="3231381" cy="2710742"/>
            </a:xfrm>
          </p:grpSpPr>
          <p:sp>
            <p:nvSpPr>
              <p:cNvPr id="11" name="TextBox 11"/>
              <p:cNvSpPr txBox="1"/>
              <p:nvPr>
                <p:custDataLst>
                  <p:tags r:id="rId17"/>
                </p:custDataLst>
              </p:nvPr>
            </p:nvSpPr>
            <p:spPr>
              <a:xfrm flipH="1">
                <a:off x="4392004" y="4494516"/>
                <a:ext cx="2862580" cy="90487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 err="1">
                    <a:solidFill>
                      <a:srgbClr val="2F2F2F">
                        <a:alpha val="100000"/>
                      </a:srgb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软件生命周期规划</a:t>
                </a:r>
              </a:p>
            </p:txBody>
          </p:sp>
          <p:sp>
            <p:nvSpPr>
              <p:cNvPr id="13" name="AutoShape 13"/>
              <p:cNvSpPr/>
              <p:nvPr>
                <p:custDataLst>
                  <p:tags r:id="rId18"/>
                </p:custDataLst>
              </p:nvPr>
            </p:nvSpPr>
            <p:spPr>
              <a:xfrm>
                <a:off x="4392639" y="5676848"/>
                <a:ext cx="3230746" cy="180000"/>
              </a:xfrm>
              <a:prstGeom prst="roundRect">
                <a:avLst>
                  <a:gd name="adj" fmla="val 0"/>
                </a:avLst>
              </a:prstGeom>
              <a:solidFill>
                <a:srgbClr val="FF8C4B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TextBox 14"/>
              <p:cNvSpPr txBox="1"/>
              <p:nvPr>
                <p:custDataLst>
                  <p:tags r:id="rId19"/>
                </p:custDataLst>
              </p:nvPr>
            </p:nvSpPr>
            <p:spPr>
              <a:xfrm flipH="1">
                <a:off x="5010254" y="3146106"/>
                <a:ext cx="1389665" cy="140257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8000" b="1" i="0" u="none" strike="noStrike" kern="1200" cap="none" spc="0" normalizeH="0" baseline="0" noProof="0" dirty="0">
                    <a:solidFill>
                      <a:srgbClr val="FF8C4B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951441" y="3004949"/>
              <a:ext cx="3661410" cy="2851899"/>
              <a:chOff x="7951441" y="3004949"/>
              <a:chExt cx="3661410" cy="2851899"/>
            </a:xfrm>
          </p:grpSpPr>
          <p:sp>
            <p:nvSpPr>
              <p:cNvPr id="16" name="TextBox 16"/>
              <p:cNvSpPr txBox="1"/>
              <p:nvPr>
                <p:custDataLst>
                  <p:tags r:id="rId14"/>
                </p:custDataLst>
              </p:nvPr>
            </p:nvSpPr>
            <p:spPr>
              <a:xfrm flipH="1">
                <a:off x="8381971" y="4406736"/>
                <a:ext cx="3230880" cy="90487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 err="1">
                    <a:solidFill>
                      <a:srgbClr val="2F2F2F">
                        <a:alpha val="100000"/>
                      </a:srgb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主要工作总结</a:t>
                </a:r>
              </a:p>
            </p:txBody>
          </p:sp>
          <p:sp>
            <p:nvSpPr>
              <p:cNvPr id="18" name="AutoShape 18"/>
              <p:cNvSpPr/>
              <p:nvPr>
                <p:custDataLst>
                  <p:tags r:id="rId15"/>
                </p:custDataLst>
              </p:nvPr>
            </p:nvSpPr>
            <p:spPr>
              <a:xfrm>
                <a:off x="7951441" y="5676848"/>
                <a:ext cx="3230746" cy="180000"/>
              </a:xfrm>
              <a:prstGeom prst="roundRect">
                <a:avLst>
                  <a:gd name="adj" fmla="val 0"/>
                </a:avLst>
              </a:prstGeom>
              <a:solidFill>
                <a:srgbClr val="1CBCD3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TextBox 19"/>
              <p:cNvSpPr txBox="1"/>
              <p:nvPr>
                <p:custDataLst>
                  <p:tags r:id="rId16"/>
                </p:custDataLst>
              </p:nvPr>
            </p:nvSpPr>
            <p:spPr>
              <a:xfrm flipH="1">
                <a:off x="8693284" y="3004949"/>
                <a:ext cx="1389665" cy="140257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8000" b="1" i="0" u="none" strike="noStrike" kern="1200" cap="none" spc="0" normalizeH="0" baseline="0" noProof="0" dirty="0">
                    <a:solidFill>
                      <a:srgbClr val="1CBCD3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" name="72bd0f18-f4a7-435d-8fe1-2e11813df7d9"/>
          <p:cNvGrpSpPr/>
          <p:nvPr>
            <p:custDataLst>
              <p:tags r:id="rId2"/>
            </p:custDataLst>
          </p:nvPr>
        </p:nvGrpSpPr>
        <p:grpSpPr>
          <a:xfrm>
            <a:off x="1124743" y="4513893"/>
            <a:ext cx="11372479" cy="1563485"/>
            <a:chOff x="666750" y="3004949"/>
            <a:chExt cx="11372479" cy="3129151"/>
          </a:xfrm>
        </p:grpSpPr>
        <p:sp>
          <p:nvSpPr>
            <p:cNvPr id="21" name="AutoShape 3"/>
            <p:cNvSpPr/>
            <p:nvPr>
              <p:custDataLst>
                <p:tags r:id="rId3"/>
              </p:custDataLst>
            </p:nvPr>
          </p:nvSpPr>
          <p:spPr>
            <a:xfrm>
              <a:off x="666750" y="3282950"/>
              <a:ext cx="10858500" cy="285115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94901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22" name="Group 5"/>
            <p:cNvGrpSpPr/>
            <p:nvPr/>
          </p:nvGrpSpPr>
          <p:grpSpPr>
            <a:xfrm>
              <a:off x="763948" y="3092680"/>
              <a:ext cx="3303136" cy="2764168"/>
              <a:chOff x="763948" y="3092680"/>
              <a:chExt cx="3303136" cy="2764168"/>
            </a:xfrm>
          </p:grpSpPr>
          <p:sp>
            <p:nvSpPr>
              <p:cNvPr id="31" name="TextBox 6"/>
              <p:cNvSpPr txBox="1"/>
              <p:nvPr>
                <p:custDataLst>
                  <p:tags r:id="rId10"/>
                </p:custDataLst>
              </p:nvPr>
            </p:nvSpPr>
            <p:spPr>
              <a:xfrm flipH="1">
                <a:off x="763948" y="4409318"/>
                <a:ext cx="3077210" cy="91122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400" b="1" dirty="0" err="1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过程管理与协作开发</a:t>
                </a:r>
              </a:p>
            </p:txBody>
          </p:sp>
          <p:sp>
            <p:nvSpPr>
              <p:cNvPr id="32" name="AutoShape 8"/>
              <p:cNvSpPr/>
              <p:nvPr>
                <p:custDataLst>
                  <p:tags r:id="rId11"/>
                </p:custDataLst>
              </p:nvPr>
            </p:nvSpPr>
            <p:spPr>
              <a:xfrm>
                <a:off x="836338" y="5676848"/>
                <a:ext cx="3230746" cy="180000"/>
              </a:xfrm>
              <a:prstGeom prst="roundRect">
                <a:avLst>
                  <a:gd name="adj" fmla="val 0"/>
                </a:avLst>
              </a:prstGeom>
              <a:solidFill>
                <a:srgbClr val="1CBCD3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3" name="TextBox 9"/>
              <p:cNvSpPr txBox="1"/>
              <p:nvPr>
                <p:custDataLst>
                  <p:tags r:id="rId12"/>
                </p:custDataLst>
              </p:nvPr>
            </p:nvSpPr>
            <p:spPr>
              <a:xfrm flipH="1">
                <a:off x="1425081" y="3092680"/>
                <a:ext cx="1389665" cy="140257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8000" b="1" i="0" u="none" strike="noStrike" kern="1200" cap="none" spc="0" normalizeH="0" baseline="0" noProof="0" dirty="0">
                    <a:solidFill>
                      <a:srgbClr val="1CBCD3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</a:t>
                </a:r>
                <a:r>
                  <a:rPr kumimoji="0" lang="en-US" altLang="zh-CN" sz="8000" b="1" i="0" u="none" strike="noStrike" kern="1200" cap="none" spc="0" normalizeH="0" baseline="0" noProof="0" dirty="0">
                    <a:solidFill>
                      <a:srgbClr val="1CBCD3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10"/>
            <p:cNvGrpSpPr/>
            <p:nvPr/>
          </p:nvGrpSpPr>
          <p:grpSpPr>
            <a:xfrm>
              <a:off x="4392639" y="3146106"/>
              <a:ext cx="3404235" cy="2710742"/>
              <a:chOff x="4392639" y="3146106"/>
              <a:chExt cx="3404235" cy="2710742"/>
            </a:xfrm>
          </p:grpSpPr>
          <p:sp>
            <p:nvSpPr>
              <p:cNvPr id="28" name="TextBox 11"/>
              <p:cNvSpPr txBox="1"/>
              <p:nvPr>
                <p:custDataLst>
                  <p:tags r:id="rId7"/>
                </p:custDataLst>
              </p:nvPr>
            </p:nvSpPr>
            <p:spPr>
              <a:xfrm flipH="1">
                <a:off x="4852379" y="4325488"/>
                <a:ext cx="2944495" cy="9938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 err="1">
                    <a:solidFill>
                      <a:srgbClr val="2F2F2F">
                        <a:alpha val="100000"/>
                      </a:srgb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收获与建议</a:t>
                </a:r>
              </a:p>
            </p:txBody>
          </p:sp>
          <p:sp>
            <p:nvSpPr>
              <p:cNvPr id="29" name="AutoShape 13"/>
              <p:cNvSpPr/>
              <p:nvPr>
                <p:custDataLst>
                  <p:tags r:id="rId8"/>
                </p:custDataLst>
              </p:nvPr>
            </p:nvSpPr>
            <p:spPr>
              <a:xfrm>
                <a:off x="4392639" y="5676848"/>
                <a:ext cx="3230746" cy="180000"/>
              </a:xfrm>
              <a:prstGeom prst="roundRect">
                <a:avLst>
                  <a:gd name="adj" fmla="val 0"/>
                </a:avLst>
              </a:prstGeom>
              <a:solidFill>
                <a:srgbClr val="FF8C4B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0" name="TextBox 14"/>
              <p:cNvSpPr txBox="1"/>
              <p:nvPr>
                <p:custDataLst>
                  <p:tags r:id="rId9"/>
                </p:custDataLst>
              </p:nvPr>
            </p:nvSpPr>
            <p:spPr>
              <a:xfrm flipH="1">
                <a:off x="5010254" y="3146106"/>
                <a:ext cx="1389665" cy="140257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8000" b="1" i="0" u="none" strike="noStrike" kern="1200" cap="none" spc="0" normalizeH="0" baseline="0" noProof="0" dirty="0">
                    <a:solidFill>
                      <a:srgbClr val="FF8C4B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</a:t>
                </a:r>
                <a:r>
                  <a:rPr kumimoji="0" lang="en-US" altLang="zh-CN" sz="8000" b="1" i="0" u="none" strike="noStrike" kern="1200" cap="none" spc="0" normalizeH="0" baseline="0" noProof="0" dirty="0">
                    <a:solidFill>
                      <a:srgbClr val="FF8C4B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5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15"/>
            <p:cNvGrpSpPr/>
            <p:nvPr/>
          </p:nvGrpSpPr>
          <p:grpSpPr>
            <a:xfrm>
              <a:off x="7951441" y="3004949"/>
              <a:ext cx="4087788" cy="2851899"/>
              <a:chOff x="7951441" y="3004949"/>
              <a:chExt cx="4087788" cy="2851899"/>
            </a:xfrm>
          </p:grpSpPr>
          <p:sp>
            <p:nvSpPr>
              <p:cNvPr id="25" name="TextBox 16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8808483" y="4608512"/>
                <a:ext cx="3230746" cy="7122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成员分工</a:t>
                </a:r>
              </a:p>
            </p:txBody>
          </p:sp>
          <p:sp>
            <p:nvSpPr>
              <p:cNvPr id="26" name="AutoShape 18"/>
              <p:cNvSpPr/>
              <p:nvPr>
                <p:custDataLst>
                  <p:tags r:id="rId5"/>
                </p:custDataLst>
              </p:nvPr>
            </p:nvSpPr>
            <p:spPr>
              <a:xfrm>
                <a:off x="7951441" y="5676848"/>
                <a:ext cx="3230746" cy="180000"/>
              </a:xfrm>
              <a:prstGeom prst="roundRect">
                <a:avLst>
                  <a:gd name="adj" fmla="val 0"/>
                </a:avLst>
              </a:prstGeom>
              <a:solidFill>
                <a:srgbClr val="1CBCD3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7" name="TextBox 19"/>
              <p:cNvSpPr txBox="1"/>
              <p:nvPr>
                <p:custDataLst>
                  <p:tags r:id="rId6"/>
                </p:custDataLst>
              </p:nvPr>
            </p:nvSpPr>
            <p:spPr>
              <a:xfrm flipH="1">
                <a:off x="8693284" y="3004949"/>
                <a:ext cx="1389665" cy="140257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8000" b="1" i="0" u="none" strike="noStrike" kern="1200" cap="none" spc="0" normalizeH="0" baseline="0" noProof="0" dirty="0">
                    <a:solidFill>
                      <a:srgbClr val="1CBCD3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</a:t>
                </a:r>
                <a:r>
                  <a:rPr kumimoji="0" lang="en-US" altLang="zh-CN" sz="8000" b="1" i="0" u="none" strike="noStrike" kern="1200" cap="none" spc="0" normalizeH="0" baseline="0" noProof="0" dirty="0">
                    <a:solidFill>
                      <a:srgbClr val="1CBCD3">
                        <a:alpha val="10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6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9211" y="2033953"/>
            <a:ext cx="5546789" cy="94970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b="1" dirty="0" err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项目目标与难点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84530" y="271145"/>
            <a:ext cx="10841355" cy="748665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项目目标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09625" y="1391285"/>
            <a:ext cx="10603230" cy="4295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⼀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套运行于启智机器人上的基于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的仓库货物分拣码垛机器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⼈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控制软件，实现在结构化仓储固定区域内完成： </a:t>
            </a:r>
          </a:p>
          <a:p>
            <a:pPr indent="0" fontAlgn="auto">
              <a:lnSpc>
                <a:spcPct val="120000"/>
              </a:lnSpc>
            </a:pPr>
            <a:endParaRPr lang="zh-CN" altLang="en-US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货物识别抓取：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区（取货区）识别多种颜色的两种尺寸正方体货物（</a:t>
            </a:r>
            <a:r>
              <a:rPr lang="en-US" altLang="zh-CN" dirty="0">
                <a:solidFill>
                  <a:srgbClr val="C9A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dirty="0">
                <a:solidFill>
                  <a:srgbClr val="C9A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小立方体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⻓10cm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dirty="0">
                <a:solidFill>
                  <a:srgbClr val="C9A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cub</a:t>
            </a:r>
            <a:r>
              <a:rPr lang="zh-CN" altLang="en-US" dirty="0">
                <a:solidFill>
                  <a:srgbClr val="C9AE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大立方体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边长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15cm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，同种立方体有不同的颜色） </a:t>
            </a:r>
          </a:p>
          <a:p>
            <a:pPr marL="285750" indent="-28575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货物码垛：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B/C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区（码垛区）将货物分类码垛</a:t>
            </a:r>
          </a:p>
          <a:p>
            <a:pPr marL="285750" indent="-28575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任务管理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：批量分拣任务导入、启动、暂停、恢复、异常处理 </a:t>
            </a:r>
          </a:p>
          <a:p>
            <a:pPr marL="285750" indent="-28575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自主执行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：在指定了取货区和码货区，提前建图后，机器人能够自动化完成整个作业流程，无需人为下发下一步指令。 </a:t>
            </a:r>
            <a:endParaRPr lang="zh-CN" alt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数据闭环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本地统计落库（作业、货物、码垛状态、异常日志） </a:t>
            </a:r>
          </a:p>
          <a:p>
            <a:pPr marL="285750" indent="-28575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异常处理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：能够自动检测并记录运行时发生的异常。保证无论在什么状态下，都能进入相应的异常处理流程，使机器人回到安全的状态。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84530" y="271145"/>
            <a:ext cx="10841355" cy="748665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项目难点</a:t>
            </a:r>
          </a:p>
        </p:txBody>
      </p:sp>
      <p:sp>
        <p:nvSpPr>
          <p:cNvPr id="3" name="圆角矩形 2"/>
          <p:cNvSpPr/>
          <p:nvPr>
            <p:custDataLst>
              <p:tags r:id="rId1"/>
            </p:custDataLst>
          </p:nvPr>
        </p:nvSpPr>
        <p:spPr>
          <a:xfrm>
            <a:off x="847134" y="1494155"/>
            <a:ext cx="2046605" cy="140906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Ubuntu20.04 + Python 3.8 </a:t>
            </a:r>
            <a:r>
              <a:rPr lang="zh-CN" altLang="en-US" dirty="0">
                <a:solidFill>
                  <a:schemeClr val="tx1"/>
                </a:solidFill>
              </a:rPr>
              <a:t>下的环境配置</a:t>
            </a: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53440" y="3256915"/>
            <a:ext cx="2046605" cy="1409065"/>
          </a:xfrm>
          <a:prstGeom prst="roundRect">
            <a:avLst>
              <a:gd name="adj" fmla="val 15953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仿真和实机的巨大鸿沟</a:t>
            </a: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853440" y="5019675"/>
            <a:ext cx="2046605" cy="140906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机器人初始定位难题 </a:t>
            </a:r>
            <a:r>
              <a:rPr lang="en-US" altLang="zh-CN" dirty="0">
                <a:solidFill>
                  <a:schemeClr val="tx1"/>
                </a:solidFill>
              </a:rPr>
              <a:t>+ </a:t>
            </a:r>
            <a:r>
              <a:rPr lang="zh-CN" altLang="en-US" dirty="0">
                <a:solidFill>
                  <a:schemeClr val="tx1"/>
                </a:solidFill>
              </a:rPr>
              <a:t>抓取流程难题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826510" y="4420235"/>
            <a:ext cx="5240655" cy="1551305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zh-CN" altLang="en-US" sz="1600">
              <a:solidFill>
                <a:srgbClr val="000000"/>
              </a:solidFill>
            </a:endParaRPr>
          </a:p>
        </p:txBody>
      </p:sp>
      <p:grpSp>
        <p:nvGrpSpPr>
          <p:cNvPr id="10" name="组合 9"/>
          <p:cNvGrpSpPr/>
          <p:nvPr>
            <p:custDataLst>
              <p:tags r:id="rId4"/>
            </p:custDataLst>
          </p:nvPr>
        </p:nvGrpSpPr>
        <p:grpSpPr>
          <a:xfrm>
            <a:off x="3726815" y="1494790"/>
            <a:ext cx="3917950" cy="1418590"/>
            <a:chOff x="5869" y="2354"/>
            <a:chExt cx="6170" cy="2234"/>
          </a:xfrm>
        </p:grpSpPr>
        <p:sp>
          <p:nvSpPr>
            <p:cNvPr id="7" name="矩形 6"/>
            <p:cNvSpPr/>
            <p:nvPr>
              <p:custDataLst>
                <p:tags r:id="rId11"/>
              </p:custDataLst>
            </p:nvPr>
          </p:nvSpPr>
          <p:spPr>
            <a:xfrm>
              <a:off x="5869" y="2354"/>
              <a:ext cx="6170" cy="223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>
              <p:custDataLst>
                <p:tags r:id="rId12"/>
              </p:custDataLst>
            </p:nvPr>
          </p:nvSpPr>
          <p:spPr>
            <a:xfrm>
              <a:off x="5999" y="2354"/>
              <a:ext cx="6040" cy="22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/>
              <a:r>
                <a:rPr lang="en-US" altLang="zh-CN" sz="1600" dirty="0">
                  <a:solidFill>
                    <a:srgbClr val="000000"/>
                  </a:solidFill>
                  <a:sym typeface="+mn-ea"/>
                </a:rPr>
                <a:t>1.</a:t>
              </a:r>
              <a:r>
                <a:rPr lang="zh-CN" altLang="en-US" sz="1600" dirty="0">
                  <a:solidFill>
                    <a:srgbClr val="000000"/>
                  </a:solidFill>
                  <a:sym typeface="+mn-ea"/>
                </a:rPr>
                <a:t>所有人并行开发，都需要配置一套运行环境。</a:t>
              </a:r>
              <a:endParaRPr lang="en-US" altLang="zh-CN" sz="1600" dirty="0">
                <a:solidFill>
                  <a:srgbClr val="000000"/>
                </a:solidFill>
                <a:sym typeface="+mn-ea"/>
              </a:endParaRPr>
            </a:p>
            <a:p>
              <a:pPr algn="l"/>
              <a:r>
                <a:rPr lang="en-US" altLang="zh-CN" sz="1600" dirty="0">
                  <a:solidFill>
                    <a:srgbClr val="000000"/>
                  </a:solidFill>
                  <a:sym typeface="+mn-ea"/>
                </a:rPr>
                <a:t>2.</a:t>
              </a:r>
              <a:r>
                <a:rPr lang="zh-CN" altLang="en-US" sz="1600" dirty="0">
                  <a:solidFill>
                    <a:srgbClr val="000000"/>
                  </a:solidFill>
                  <a:sym typeface="+mn-ea"/>
                </a:rPr>
                <a:t>双系统</a:t>
              </a:r>
              <a:r>
                <a:rPr lang="en-US" altLang="zh-CN" sz="1600" dirty="0">
                  <a:solidFill>
                    <a:srgbClr val="000000"/>
                  </a:solidFill>
                  <a:sym typeface="+mn-ea"/>
                </a:rPr>
                <a:t>/</a:t>
              </a:r>
              <a:r>
                <a:rPr lang="zh-CN" altLang="en-US" sz="1600" dirty="0">
                  <a:solidFill>
                    <a:srgbClr val="000000"/>
                  </a:solidFill>
                  <a:sym typeface="+mn-ea"/>
                </a:rPr>
                <a:t>虚拟机下机器人行为不一致。</a:t>
              </a:r>
              <a:endParaRPr lang="en-US" altLang="zh-CN" sz="1600" dirty="0">
                <a:solidFill>
                  <a:srgbClr val="000000"/>
                </a:solidFill>
                <a:sym typeface="+mn-ea"/>
              </a:endParaRPr>
            </a:p>
            <a:p>
              <a:pPr algn="l"/>
              <a:r>
                <a:rPr lang="en-US" altLang="zh-CN" sz="1600" dirty="0">
                  <a:solidFill>
                    <a:srgbClr val="000000"/>
                  </a:solidFill>
                  <a:sym typeface="+mn-ea"/>
                </a:rPr>
                <a:t>3.Python 3.8</a:t>
              </a:r>
              <a:r>
                <a:rPr lang="zh-CN" altLang="en-US" sz="1600" dirty="0">
                  <a:solidFill>
                    <a:srgbClr val="000000"/>
                  </a:solidFill>
                  <a:sym typeface="+mn-ea"/>
                </a:rPr>
                <a:t>过于老旧，很多</a:t>
              </a:r>
              <a:r>
                <a:rPr lang="en-US" altLang="zh-CN" sz="1600" dirty="0">
                  <a:solidFill>
                    <a:srgbClr val="000000"/>
                  </a:solidFill>
                  <a:sym typeface="+mn-ea"/>
                </a:rPr>
                <a:t>yolo</a:t>
              </a:r>
              <a:r>
                <a:rPr lang="zh-CN" altLang="en-US" sz="1600" dirty="0">
                  <a:solidFill>
                    <a:srgbClr val="000000"/>
                  </a:solidFill>
                  <a:sym typeface="+mn-ea"/>
                </a:rPr>
                <a:t>相关的包很难安装</a:t>
              </a:r>
            </a:p>
          </p:txBody>
        </p:sp>
      </p:grp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3726815" y="3256915"/>
            <a:ext cx="3917950" cy="1418590"/>
            <a:chOff x="5869" y="2354"/>
            <a:chExt cx="6170" cy="2234"/>
          </a:xfrm>
        </p:grpSpPr>
        <p:sp>
          <p:nvSpPr>
            <p:cNvPr id="12" name="矩形 11"/>
            <p:cNvSpPr/>
            <p:nvPr>
              <p:custDataLst>
                <p:tags r:id="rId9"/>
              </p:custDataLst>
            </p:nvPr>
          </p:nvSpPr>
          <p:spPr>
            <a:xfrm>
              <a:off x="5869" y="2354"/>
              <a:ext cx="6170" cy="223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>
              <p:custDataLst>
                <p:tags r:id="rId10"/>
              </p:custDataLst>
            </p:nvPr>
          </p:nvSpPr>
          <p:spPr>
            <a:xfrm>
              <a:off x="5999" y="2354"/>
              <a:ext cx="6040" cy="22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/>
              <a:r>
                <a:rPr lang="en-US" altLang="zh-CN" sz="1600" dirty="0">
                  <a:solidFill>
                    <a:srgbClr val="000000"/>
                  </a:solidFill>
                  <a:sym typeface="+mn-ea"/>
                </a:rPr>
                <a:t>1.</a:t>
              </a:r>
              <a:r>
                <a:rPr lang="zh-CN" altLang="en-US" sz="1600" dirty="0">
                  <a:solidFill>
                    <a:srgbClr val="000000"/>
                  </a:solidFill>
                  <a:sym typeface="+mn-ea"/>
                </a:rPr>
                <a:t>仿真环境下，机器人的导航比较稳定，真实环境下，机器人的导航很迟缓，经常转圈。</a:t>
              </a:r>
              <a:endParaRPr lang="en-US" altLang="zh-CN" sz="1600" dirty="0">
                <a:solidFill>
                  <a:srgbClr val="000000"/>
                </a:solidFill>
                <a:sym typeface="+mn-ea"/>
              </a:endParaRPr>
            </a:p>
            <a:p>
              <a:pPr algn="l"/>
              <a:r>
                <a:rPr lang="en-US" altLang="zh-CN" sz="1600" dirty="0">
                  <a:solidFill>
                    <a:srgbClr val="000000"/>
                  </a:solidFill>
                  <a:sym typeface="+mn-ea"/>
                </a:rPr>
                <a:t>2.</a:t>
              </a:r>
              <a:r>
                <a:rPr lang="zh-CN" altLang="en-US" sz="1600" dirty="0">
                  <a:solidFill>
                    <a:srgbClr val="000000"/>
                  </a:solidFill>
                  <a:sym typeface="+mn-ea"/>
                </a:rPr>
                <a:t>仿真环境下机器人的识别效果比较稳定，真机环境上差异很大</a:t>
              </a:r>
            </a:p>
          </p:txBody>
        </p:sp>
      </p:grpSp>
      <p:grpSp>
        <p:nvGrpSpPr>
          <p:cNvPr id="14" name="组合 13"/>
          <p:cNvGrpSpPr/>
          <p:nvPr>
            <p:custDataLst>
              <p:tags r:id="rId6"/>
            </p:custDataLst>
          </p:nvPr>
        </p:nvGrpSpPr>
        <p:grpSpPr>
          <a:xfrm>
            <a:off x="3726815" y="5019040"/>
            <a:ext cx="3917950" cy="1418590"/>
            <a:chOff x="5869" y="2354"/>
            <a:chExt cx="6170" cy="2234"/>
          </a:xfrm>
        </p:grpSpPr>
        <p:sp>
          <p:nvSpPr>
            <p:cNvPr id="15" name="矩形 14"/>
            <p:cNvSpPr/>
            <p:nvPr>
              <p:custDataLst>
                <p:tags r:id="rId7"/>
              </p:custDataLst>
            </p:nvPr>
          </p:nvSpPr>
          <p:spPr>
            <a:xfrm>
              <a:off x="5869" y="2354"/>
              <a:ext cx="6170" cy="223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>
              <p:custDataLst>
                <p:tags r:id="rId8"/>
              </p:custDataLst>
            </p:nvPr>
          </p:nvSpPr>
          <p:spPr>
            <a:xfrm>
              <a:off x="5999" y="2354"/>
              <a:ext cx="6040" cy="223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l"/>
              <a:r>
                <a:rPr lang="en-US" altLang="zh-CN" sz="1600" dirty="0">
                  <a:solidFill>
                    <a:srgbClr val="000000"/>
                  </a:solidFill>
                  <a:latin typeface="Segoe UI" panose="020B0502040204020203"/>
                  <a:ea typeface="Segoe UI" panose="020B0502040204020203"/>
                  <a:sym typeface="+mn-ea"/>
                </a:rPr>
                <a:t>1.</a:t>
              </a:r>
              <a:r>
                <a:rPr lang="zh-CN" altLang="en-US" sz="1600" dirty="0">
                  <a:solidFill>
                    <a:srgbClr val="000000"/>
                  </a:solidFill>
                  <a:latin typeface="Segoe UI" panose="020B0502040204020203"/>
                  <a:ea typeface="Segoe UI" panose="020B0502040204020203"/>
                  <a:sym typeface="+mn-ea"/>
                </a:rPr>
                <a:t>如果机实现导航</a:t>
              </a:r>
              <a:r>
                <a:rPr lang="en-US" altLang="zh-CN" sz="1600" dirty="0">
                  <a:solidFill>
                    <a:srgbClr val="000000"/>
                  </a:solidFill>
                  <a:latin typeface="Segoe UI" panose="020B0502040204020203"/>
                  <a:ea typeface="Segoe UI" panose="020B0502040204020203"/>
                  <a:sym typeface="+mn-ea"/>
                </a:rPr>
                <a:t>Map</a:t>
              </a:r>
              <a:r>
                <a:rPr lang="zh-CN" altLang="en-US" sz="1600" dirty="0">
                  <a:solidFill>
                    <a:srgbClr val="000000"/>
                  </a:solidFill>
                  <a:latin typeface="Segoe UI" panose="020B0502040204020203"/>
                  <a:ea typeface="Segoe UI" panose="020B0502040204020203"/>
                  <a:sym typeface="+mn-ea"/>
                </a:rPr>
                <a:t>坐标和摄像头相对坐标的转换？</a:t>
              </a:r>
              <a:endParaRPr lang="en-US" altLang="zh-CN" sz="1600" dirty="0">
                <a:solidFill>
                  <a:srgbClr val="000000"/>
                </a:solidFill>
                <a:latin typeface="Segoe UI" panose="020B0502040204020203"/>
                <a:ea typeface="Segoe UI" panose="020B0502040204020203"/>
                <a:sym typeface="+mn-ea"/>
              </a:endParaRPr>
            </a:p>
            <a:p>
              <a:pPr algn="l"/>
              <a:r>
                <a:rPr lang="en-US" altLang="zh-CN" sz="1600" dirty="0">
                  <a:solidFill>
                    <a:srgbClr val="000000"/>
                  </a:solidFill>
                  <a:latin typeface="Segoe UI" panose="020B0502040204020203"/>
                  <a:ea typeface="Segoe UI" panose="020B0502040204020203"/>
                  <a:sym typeface="+mn-ea"/>
                </a:rPr>
                <a:t>2.</a:t>
              </a:r>
              <a:r>
                <a:rPr lang="zh-CN" altLang="en-US" sz="1600" dirty="0">
                  <a:solidFill>
                    <a:srgbClr val="000000"/>
                  </a:solidFill>
                  <a:latin typeface="Segoe UI" panose="020B0502040204020203"/>
                  <a:ea typeface="Segoe UI" panose="020B0502040204020203"/>
                  <a:sym typeface="+mn-ea"/>
                </a:rPr>
                <a:t>是否有多个地方同时向一个话题发信息，导致冲突和遮盖？以及不同话题消息的优先级问题。</a:t>
              </a:r>
              <a:endParaRPr lang="en-US" altLang="zh-CN" sz="1600" dirty="0">
                <a:solidFill>
                  <a:srgbClr val="000000"/>
                </a:solidFill>
                <a:latin typeface="Segoe UI" panose="020B0502040204020203"/>
                <a:ea typeface="Segoe UI" panose="020B0502040204020203"/>
                <a:sym typeface="+mn-ea"/>
              </a:endParaRPr>
            </a:p>
            <a:p>
              <a:pPr marL="342900" indent="-342900" algn="l">
                <a:buAutoNum type="arabicPeriod"/>
              </a:pPr>
              <a:endParaRPr lang="zh-CN" altLang="en-US" sz="1600" dirty="0">
                <a:solidFill>
                  <a:srgbClr val="000000"/>
                </a:solidFill>
                <a:latin typeface="Segoe UI" panose="020B0502040204020203"/>
                <a:ea typeface="Segoe UI" panose="020B0502040204020203"/>
                <a:sym typeface="+mn-ea"/>
              </a:endParaRPr>
            </a:p>
          </p:txBody>
        </p:sp>
      </p:grpSp>
      <p:sp>
        <p:nvSpPr>
          <p:cNvPr id="18" name="同侧圆角矩形 17"/>
          <p:cNvSpPr/>
          <p:nvPr/>
        </p:nvSpPr>
        <p:spPr>
          <a:xfrm>
            <a:off x="8646160" y="1494790"/>
            <a:ext cx="3319780" cy="141859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导出</a:t>
            </a:r>
            <a:r>
              <a:rPr lang="en-US" altLang="zh-CN" dirty="0" err="1">
                <a:solidFill>
                  <a:schemeClr val="tx1"/>
                </a:solidFill>
              </a:rPr>
              <a:t>conda</a:t>
            </a:r>
            <a:r>
              <a:rPr lang="en-US" altLang="zh-CN" dirty="0">
                <a:solidFill>
                  <a:schemeClr val="tx1"/>
                </a:solidFill>
              </a:rPr>
              <a:t> environment </a:t>
            </a:r>
            <a:r>
              <a:rPr lang="en-US" altLang="zh-CN" dirty="0" err="1">
                <a:solidFill>
                  <a:schemeClr val="tx1"/>
                </a:solidFill>
              </a:rPr>
              <a:t>yaml</a:t>
            </a:r>
            <a:r>
              <a:rPr lang="zh-CN" altLang="en-US" dirty="0">
                <a:solidFill>
                  <a:schemeClr val="tx1"/>
                </a:solidFill>
              </a:rPr>
              <a:t>，让</a:t>
            </a: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帮助在不同的电脑环境配置</a:t>
            </a:r>
          </a:p>
        </p:txBody>
      </p:sp>
      <p:sp>
        <p:nvSpPr>
          <p:cNvPr id="19" name="同侧圆角矩形 18"/>
          <p:cNvSpPr/>
          <p:nvPr/>
        </p:nvSpPr>
        <p:spPr>
          <a:xfrm>
            <a:off x="8645525" y="3238500"/>
            <a:ext cx="3320415" cy="140970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层进式开发，每次在仿真上跑通一个功能，就到线下实机验证</a:t>
            </a:r>
          </a:p>
        </p:txBody>
      </p:sp>
      <p:sp>
        <p:nvSpPr>
          <p:cNvPr id="20" name="同侧圆角矩形 19"/>
          <p:cNvSpPr/>
          <p:nvPr/>
        </p:nvSpPr>
        <p:spPr>
          <a:xfrm>
            <a:off x="8605520" y="4973320"/>
            <a:ext cx="3320415" cy="140970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初始定位问题：定义初始角</a:t>
            </a:r>
            <a:r>
              <a:rPr lang="en-US" altLang="zh-CN" dirty="0">
                <a:solidFill>
                  <a:schemeClr val="tx1"/>
                </a:solidFill>
              </a:rPr>
              <a:t>θ</a:t>
            </a:r>
            <a:r>
              <a:rPr lang="zh-CN" altLang="en-US" dirty="0">
                <a:solidFill>
                  <a:schemeClr val="tx1"/>
                </a:solidFill>
              </a:rPr>
              <a:t>，之后的所有计算都要用到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话题冲突问题： </a:t>
            </a:r>
            <a:r>
              <a:rPr lang="en-US" altLang="zh-CN" dirty="0">
                <a:solidFill>
                  <a:schemeClr val="tx1"/>
                </a:solidFill>
              </a:rPr>
              <a:t>Sleep + </a:t>
            </a:r>
            <a:r>
              <a:rPr lang="zh-CN" altLang="en-US" dirty="0">
                <a:solidFill>
                  <a:schemeClr val="tx1"/>
                </a:solidFill>
              </a:rPr>
              <a:t>明确的优先级定义。</a:t>
            </a:r>
          </a:p>
        </p:txBody>
      </p:sp>
      <p:cxnSp>
        <p:nvCxnSpPr>
          <p:cNvPr id="9" name="直接箭头连接符 8"/>
          <p:cNvCxnSpPr>
            <a:stCxn id="3" idx="3"/>
            <a:endCxn id="7" idx="1"/>
          </p:cNvCxnSpPr>
          <p:nvPr/>
        </p:nvCxnSpPr>
        <p:spPr>
          <a:xfrm>
            <a:off x="2893739" y="2198688"/>
            <a:ext cx="833076" cy="4762"/>
          </a:xfrm>
          <a:prstGeom prst="straightConnector1">
            <a:avLst/>
          </a:prstGeom>
          <a:ln>
            <a:solidFill>
              <a:srgbClr val="1CBCD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8" idx="3"/>
            <a:endCxn id="18" idx="2"/>
          </p:cNvCxnSpPr>
          <p:nvPr/>
        </p:nvCxnSpPr>
        <p:spPr>
          <a:xfrm>
            <a:off x="7644765" y="2204085"/>
            <a:ext cx="1001395" cy="0"/>
          </a:xfrm>
          <a:prstGeom prst="straightConnector1">
            <a:avLst/>
          </a:prstGeom>
          <a:ln>
            <a:solidFill>
              <a:srgbClr val="1CBCD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7644765" y="3961130"/>
            <a:ext cx="1001395" cy="0"/>
          </a:xfrm>
          <a:prstGeom prst="straightConnector1">
            <a:avLst/>
          </a:prstGeom>
          <a:ln>
            <a:solidFill>
              <a:srgbClr val="1CBCD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7644765" y="5718175"/>
            <a:ext cx="1001395" cy="0"/>
          </a:xfrm>
          <a:prstGeom prst="straightConnector1">
            <a:avLst/>
          </a:prstGeom>
          <a:ln>
            <a:solidFill>
              <a:srgbClr val="1CBCD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2900045" y="3959225"/>
            <a:ext cx="826770" cy="4445"/>
          </a:xfrm>
          <a:prstGeom prst="straightConnector1">
            <a:avLst/>
          </a:prstGeom>
          <a:ln>
            <a:solidFill>
              <a:srgbClr val="1CBCD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2941320" y="5728335"/>
            <a:ext cx="826770" cy="4445"/>
          </a:xfrm>
          <a:prstGeom prst="straightConnector1">
            <a:avLst/>
          </a:prstGeom>
          <a:ln>
            <a:solidFill>
              <a:srgbClr val="1CBCD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750570" y="1041400"/>
            <a:ext cx="11202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		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难点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		           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9275" y="2033905"/>
            <a:ext cx="6029960" cy="94996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b="1" noProof="0" dirty="0" err="1">
                <a:solidFill>
                  <a:srgbClr val="2F2F2F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软件生命周期规划</a:t>
            </a:r>
            <a:endParaRPr lang="zh-CN" altLang="en-US" sz="5400" b="1" dirty="0" err="1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84530" y="271145"/>
            <a:ext cx="10841355" cy="748665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软件生命周期规划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FD91831-ED98-80D5-667E-23855A37F0DE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26063" y="1650755"/>
            <a:ext cx="9902630" cy="4936100"/>
            <a:chOff x="1393352" y="1877818"/>
            <a:chExt cx="6917276" cy="344801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E88EC5B4-5AED-1E3D-9483-C7146B734986}"/>
                </a:ext>
              </a:extLst>
            </p:cNvPr>
            <p:cNvGrpSpPr/>
            <p:nvPr/>
          </p:nvGrpSpPr>
          <p:grpSpPr>
            <a:xfrm>
              <a:off x="1393352" y="2007906"/>
              <a:ext cx="3111911" cy="3189431"/>
              <a:chOff x="1393352" y="2007906"/>
              <a:chExt cx="3111911" cy="3189431"/>
            </a:xfrm>
          </p:grpSpPr>
          <p:sp>
            <p:nvSpPr>
              <p:cNvPr id="41" name="0">
                <a:extLst>
                  <a:ext uri="{FF2B5EF4-FFF2-40B4-BE49-F238E27FC236}">
                    <a16:creationId xmlns:a16="http://schemas.microsoft.com/office/drawing/2014/main" id="{1E544D86-9CE6-2C2F-A93D-9953100FCD26}"/>
                  </a:ext>
                </a:extLst>
              </p:cNvPr>
              <p:cNvSpPr/>
              <p:nvPr/>
            </p:nvSpPr>
            <p:spPr>
              <a:xfrm flipH="1">
                <a:off x="1754567" y="2847874"/>
                <a:ext cx="1509494" cy="1509494"/>
              </a:xfrm>
              <a:prstGeom prst="arc">
                <a:avLst>
                  <a:gd name="adj1" fmla="val 16200000"/>
                  <a:gd name="adj2" fmla="val 5453193"/>
                </a:avLst>
              </a:prstGeom>
              <a:ln w="152400" cap="rnd">
                <a:gradFill>
                  <a:gsLst>
                    <a:gs pos="0">
                      <a:schemeClr val="accent2">
                        <a:lumMod val="100000"/>
                        <a:alpha val="15000"/>
                      </a:schemeClr>
                    </a:gs>
                    <a:gs pos="100000">
                      <a:schemeClr val="accent3">
                        <a:alpha val="1500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0">
                <a:extLst>
                  <a:ext uri="{FF2B5EF4-FFF2-40B4-BE49-F238E27FC236}">
                    <a16:creationId xmlns:a16="http://schemas.microsoft.com/office/drawing/2014/main" id="{69F0EC0E-82D1-AFFC-B5BF-9475875343D3}"/>
                  </a:ext>
                </a:extLst>
              </p:cNvPr>
              <p:cNvSpPr/>
              <p:nvPr/>
            </p:nvSpPr>
            <p:spPr>
              <a:xfrm>
                <a:off x="1393352" y="2486659"/>
                <a:ext cx="2231924" cy="2231924"/>
              </a:xfrm>
              <a:prstGeom prst="arc">
                <a:avLst>
                  <a:gd name="adj1" fmla="val 16200000"/>
                  <a:gd name="adj2" fmla="val 5453193"/>
                </a:avLst>
              </a:prstGeom>
              <a:ln w="12700" cap="rnd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0">
                <a:extLst>
                  <a:ext uri="{FF2B5EF4-FFF2-40B4-BE49-F238E27FC236}">
                    <a16:creationId xmlns:a16="http://schemas.microsoft.com/office/drawing/2014/main" id="{D04601AB-9A38-BBB1-47B6-A6C0F27AADBF}"/>
                  </a:ext>
                </a:extLst>
              </p:cNvPr>
              <p:cNvSpPr/>
              <p:nvPr/>
            </p:nvSpPr>
            <p:spPr>
              <a:xfrm flipH="1">
                <a:off x="1393352" y="2486659"/>
                <a:ext cx="2231924" cy="2231924"/>
              </a:xfrm>
              <a:prstGeom prst="arc">
                <a:avLst>
                  <a:gd name="adj1" fmla="val 16200000"/>
                  <a:gd name="adj2" fmla="val 5453193"/>
                </a:avLst>
              </a:prstGeom>
              <a:ln w="12700" cap="rnd">
                <a:solidFill>
                  <a:schemeClr val="tx1">
                    <a:lumMod val="75000"/>
                    <a:lumOff val="25000"/>
                    <a:alpha val="17000"/>
                  </a:schemeClr>
                </a:solidFill>
                <a:prstDash val="dash"/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0">
                <a:extLst>
                  <a:ext uri="{FF2B5EF4-FFF2-40B4-BE49-F238E27FC236}">
                    <a16:creationId xmlns:a16="http://schemas.microsoft.com/office/drawing/2014/main" id="{EDEB5214-1539-2A0C-1D59-3641C11F4D4D}"/>
                  </a:ext>
                </a:extLst>
              </p:cNvPr>
              <p:cNvSpPr/>
              <p:nvPr/>
            </p:nvSpPr>
            <p:spPr>
              <a:xfrm>
                <a:off x="1754567" y="2847874"/>
                <a:ext cx="1509494" cy="1509494"/>
              </a:xfrm>
              <a:prstGeom prst="arc">
                <a:avLst>
                  <a:gd name="adj1" fmla="val 16200000"/>
                  <a:gd name="adj2" fmla="val 5453193"/>
                </a:avLst>
              </a:prstGeom>
              <a:ln w="152400" cap="rnd">
                <a:gradFill>
                  <a:gsLst>
                    <a:gs pos="0">
                      <a:schemeClr val="accent2">
                        <a:lumMod val="100000"/>
                      </a:schemeClr>
                    </a:gs>
                    <a:gs pos="100000">
                      <a:schemeClr val="accent3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6" name="0">
                <a:extLst>
                  <a:ext uri="{FF2B5EF4-FFF2-40B4-BE49-F238E27FC236}">
                    <a16:creationId xmlns:a16="http://schemas.microsoft.com/office/drawing/2014/main" id="{B8232317-1ADC-9FF4-D2A2-3C2AE9821941}"/>
                  </a:ext>
                </a:extLst>
              </p:cNvPr>
              <p:cNvCxnSpPr>
                <a:cxnSpLocks/>
              </p:cNvCxnSpPr>
              <p:nvPr/>
            </p:nvCxnSpPr>
            <p:spPr>
              <a:xfrm rot="2520000" flipV="1">
                <a:off x="3554563" y="2007906"/>
                <a:ext cx="0" cy="867698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oval" w="lg" len="lg"/>
                <a:tailEnd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0">
                <a:extLst>
                  <a:ext uri="{FF2B5EF4-FFF2-40B4-BE49-F238E27FC236}">
                    <a16:creationId xmlns:a16="http://schemas.microsoft.com/office/drawing/2014/main" id="{3BDBECD2-CE25-974B-9F24-DB945AE9465E}"/>
                  </a:ext>
                </a:extLst>
              </p:cNvPr>
              <p:cNvCxnSpPr>
                <a:cxnSpLocks/>
              </p:cNvCxnSpPr>
              <p:nvPr/>
            </p:nvCxnSpPr>
            <p:spPr>
              <a:xfrm rot="3960000" flipV="1">
                <a:off x="3936364" y="2533409"/>
                <a:ext cx="0" cy="867698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oval" w="lg" len="lg"/>
                <a:tailEnd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0">
                <a:extLst>
                  <a:ext uri="{FF2B5EF4-FFF2-40B4-BE49-F238E27FC236}">
                    <a16:creationId xmlns:a16="http://schemas.microsoft.com/office/drawing/2014/main" id="{5CD92897-A208-11A8-9741-9D78F0333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4071414" y="3168772"/>
                <a:ext cx="0" cy="867698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oval" w="lg" len="lg"/>
                <a:tailEnd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0">
                <a:extLst>
                  <a:ext uri="{FF2B5EF4-FFF2-40B4-BE49-F238E27FC236}">
                    <a16:creationId xmlns:a16="http://schemas.microsoft.com/office/drawing/2014/main" id="{A722466E-150E-D5B0-D34B-3146FBE6CE27}"/>
                  </a:ext>
                </a:extLst>
              </p:cNvPr>
              <p:cNvCxnSpPr>
                <a:cxnSpLocks/>
              </p:cNvCxnSpPr>
              <p:nvPr/>
            </p:nvCxnSpPr>
            <p:spPr>
              <a:xfrm rot="6840000" flipV="1">
                <a:off x="3936364" y="3804136"/>
                <a:ext cx="0" cy="867698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oval" w="lg" len="lg"/>
                <a:tailEnd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0">
                <a:extLst>
                  <a:ext uri="{FF2B5EF4-FFF2-40B4-BE49-F238E27FC236}">
                    <a16:creationId xmlns:a16="http://schemas.microsoft.com/office/drawing/2014/main" id="{E6B8F21E-B518-75A8-8E00-D4E58FC46432}"/>
                  </a:ext>
                </a:extLst>
              </p:cNvPr>
              <p:cNvCxnSpPr>
                <a:cxnSpLocks/>
              </p:cNvCxnSpPr>
              <p:nvPr/>
            </p:nvCxnSpPr>
            <p:spPr>
              <a:xfrm rot="8280000" flipV="1">
                <a:off x="3554563" y="4329639"/>
                <a:ext cx="0" cy="867698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oval" w="lg" len="lg"/>
                <a:tailEnd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itle-0">
                <a:extLst>
                  <a:ext uri="{FF2B5EF4-FFF2-40B4-BE49-F238E27FC236}">
                    <a16:creationId xmlns:a16="http://schemas.microsoft.com/office/drawing/2014/main" id="{18330FD3-872B-4DDD-2671-CBC1E1EEEDE5}"/>
                  </a:ext>
                </a:extLst>
              </p:cNvPr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548682" y="3442920"/>
                <a:ext cx="1832038" cy="319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b="1" dirty="0"/>
                  <a:t>软件生命周期规划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F61F5998-8AD1-8925-2F82-CF23E2344FFD}"/>
                </a:ext>
              </a:extLst>
            </p:cNvPr>
            <p:cNvGrpSpPr/>
            <p:nvPr/>
          </p:nvGrpSpPr>
          <p:grpSpPr>
            <a:xfrm>
              <a:off x="3832673" y="1877818"/>
              <a:ext cx="3805365" cy="409565"/>
              <a:chOff x="3761294" y="1579918"/>
              <a:chExt cx="3805365" cy="409565"/>
            </a:xfrm>
          </p:grpSpPr>
          <p:cxnSp>
            <p:nvCxnSpPr>
              <p:cNvPr id="35" name="1">
                <a:extLst>
                  <a:ext uri="{FF2B5EF4-FFF2-40B4-BE49-F238E27FC236}">
                    <a16:creationId xmlns:a16="http://schemas.microsoft.com/office/drawing/2014/main" id="{706B206C-7F26-6A66-74BD-7A1C789B8B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4006" y="1779270"/>
                <a:ext cx="306704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1">
                <a:extLst>
                  <a:ext uri="{FF2B5EF4-FFF2-40B4-BE49-F238E27FC236}">
                    <a16:creationId xmlns:a16="http://schemas.microsoft.com/office/drawing/2014/main" id="{3374E76B-13BD-593C-DE6B-6A2FDB9A3367}"/>
                  </a:ext>
                </a:extLst>
              </p:cNvPr>
              <p:cNvSpPr/>
              <p:nvPr/>
            </p:nvSpPr>
            <p:spPr>
              <a:xfrm>
                <a:off x="3761294" y="1579918"/>
                <a:ext cx="1721811" cy="409565"/>
              </a:xfrm>
              <a:custGeom>
                <a:avLst/>
                <a:gdLst/>
                <a:ahLst/>
                <a:cxnLst/>
                <a:rect l="0" t="0" r="0" b="0"/>
                <a:pathLst>
                  <a:path w="1721811" h="409565">
                    <a:moveTo>
                      <a:pt x="204782" y="0"/>
                    </a:moveTo>
                    <a:lnTo>
                      <a:pt x="1513521" y="0"/>
                    </a:lnTo>
                    <a:cubicBezTo>
                      <a:pt x="1523065" y="0"/>
                      <a:pt x="1532229" y="3796"/>
                      <a:pt x="1538977" y="10544"/>
                    </a:cubicBezTo>
                    <a:lnTo>
                      <a:pt x="1707759" y="179326"/>
                    </a:lnTo>
                    <a:cubicBezTo>
                      <a:pt x="1721810" y="193378"/>
                      <a:pt x="1721810" y="216186"/>
                      <a:pt x="1707759" y="230238"/>
                    </a:cubicBezTo>
                    <a:lnTo>
                      <a:pt x="1538977" y="399020"/>
                    </a:lnTo>
                    <a:cubicBezTo>
                      <a:pt x="1532229" y="405768"/>
                      <a:pt x="1523065" y="409564"/>
                      <a:pt x="1513521" y="409564"/>
                    </a:cubicBezTo>
                    <a:lnTo>
                      <a:pt x="204782" y="409564"/>
                    </a:lnTo>
                    <a:cubicBezTo>
                      <a:pt x="91684" y="409564"/>
                      <a:pt x="0" y="317880"/>
                      <a:pt x="0" y="204782"/>
                    </a:cubicBezTo>
                    <a:cubicBezTo>
                      <a:pt x="0" y="91684"/>
                      <a:pt x="91684" y="0"/>
                      <a:pt x="2047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1">
                <a:extLst>
                  <a:ext uri="{FF2B5EF4-FFF2-40B4-BE49-F238E27FC236}">
                    <a16:creationId xmlns:a16="http://schemas.microsoft.com/office/drawing/2014/main" id="{86CE97E9-4EA8-81CD-1980-6B0A8086F9B3}"/>
                  </a:ext>
                </a:extLst>
              </p:cNvPr>
              <p:cNvSpPr/>
              <p:nvPr/>
            </p:nvSpPr>
            <p:spPr>
              <a:xfrm>
                <a:off x="5685484" y="1579918"/>
                <a:ext cx="1881175" cy="409564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8000"/>
                </a:schemeClr>
              </a:solidFill>
              <a:ln w="6350">
                <a:solidFill>
                  <a:schemeClr val="accent2">
                    <a:alpha val="27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Title-1">
                <a:extLst>
                  <a:ext uri="{FF2B5EF4-FFF2-40B4-BE49-F238E27FC236}">
                    <a16:creationId xmlns:a16="http://schemas.microsoft.com/office/drawing/2014/main" id="{94E8FB8B-9BA1-0562-D6EA-0F84C6CC734F}"/>
                  </a:ext>
                </a:extLst>
              </p:cNvPr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4373440" y="1672341"/>
                <a:ext cx="773968" cy="257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chemeClr val="bg1"/>
                    </a:solidFill>
                  </a:rPr>
                  <a:t>需求分析</a:t>
                </a:r>
              </a:p>
            </p:txBody>
          </p:sp>
          <p:sp>
            <p:nvSpPr>
              <p:cNvPr id="39" name="Index-1">
                <a:extLst>
                  <a:ext uri="{FF2B5EF4-FFF2-40B4-BE49-F238E27FC236}">
                    <a16:creationId xmlns:a16="http://schemas.microsoft.com/office/drawing/2014/main" id="{E94A9728-D9D8-AC7E-141D-8C5C30BE722D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3838669" y="1636322"/>
                <a:ext cx="296756" cy="296756"/>
              </a:xfrm>
              <a:prstGeom prst="ellipse">
                <a:avLst/>
              </a:prstGeom>
              <a:gradFill flip="none" rotWithShape="1">
                <a:gsLst>
                  <a:gs pos="30000">
                    <a:schemeClr val="bg1">
                      <a:lumMod val="99000"/>
                      <a:lumOff val="1000"/>
                    </a:schemeClr>
                  </a:gs>
                  <a:gs pos="65000">
                    <a:srgbClr val="EAEAEA"/>
                  </a:gs>
                </a:gsLst>
                <a:lin ang="2700000" scaled="1"/>
                <a:tileRect/>
              </a:gradFill>
              <a:ln w="12700">
                <a:gradFill flip="none" rotWithShape="1">
                  <a:gsLst>
                    <a:gs pos="26000">
                      <a:srgbClr val="EAEAEA"/>
                    </a:gs>
                    <a:gs pos="67000">
                      <a:schemeClr val="bg1"/>
                    </a:gs>
                  </a:gsLst>
                  <a:lin ang="2700000" scaled="1"/>
                  <a:tileRect/>
                </a:gra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01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0" name="Body-1">
                <a:extLst>
                  <a:ext uri="{FF2B5EF4-FFF2-40B4-BE49-F238E27FC236}">
                    <a16:creationId xmlns:a16="http://schemas.microsoft.com/office/drawing/2014/main" id="{68714493-C834-0647-6722-A969532C2032}"/>
                  </a:ext>
                </a:extLst>
              </p:cNvPr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5751196" y="1666997"/>
                <a:ext cx="1762378" cy="257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accent2"/>
                    </a:solidFill>
                  </a:rPr>
                  <a:t>4.4</a:t>
                </a:r>
                <a:r>
                  <a:rPr lang="zh-CN" altLang="en-US" dirty="0">
                    <a:solidFill>
                      <a:schemeClr val="accent2"/>
                    </a:solidFill>
                  </a:rPr>
                  <a:t>前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3C1AE0F-AE9E-D4F3-DA55-20F808F809FB}"/>
                </a:ext>
              </a:extLst>
            </p:cNvPr>
            <p:cNvGrpSpPr/>
            <p:nvPr/>
          </p:nvGrpSpPr>
          <p:grpSpPr>
            <a:xfrm>
              <a:off x="4332705" y="2580120"/>
              <a:ext cx="3805365" cy="409565"/>
              <a:chOff x="4225124" y="2147640"/>
              <a:chExt cx="3805365" cy="409565"/>
            </a:xfrm>
          </p:grpSpPr>
          <p:cxnSp>
            <p:nvCxnSpPr>
              <p:cNvPr id="29" name="2">
                <a:extLst>
                  <a:ext uri="{FF2B5EF4-FFF2-40B4-BE49-F238E27FC236}">
                    <a16:creationId xmlns:a16="http://schemas.microsoft.com/office/drawing/2014/main" id="{CFE57006-5804-01DD-44C3-C7D100A3F9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7836" y="2346992"/>
                <a:ext cx="306704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2">
                <a:extLst>
                  <a:ext uri="{FF2B5EF4-FFF2-40B4-BE49-F238E27FC236}">
                    <a16:creationId xmlns:a16="http://schemas.microsoft.com/office/drawing/2014/main" id="{4D4090E5-118A-FE16-EC89-B88A2B18D3AF}"/>
                  </a:ext>
                </a:extLst>
              </p:cNvPr>
              <p:cNvSpPr/>
              <p:nvPr/>
            </p:nvSpPr>
            <p:spPr>
              <a:xfrm>
                <a:off x="4225124" y="2147640"/>
                <a:ext cx="1721811" cy="409565"/>
              </a:xfrm>
              <a:custGeom>
                <a:avLst/>
                <a:gdLst/>
                <a:ahLst/>
                <a:cxnLst/>
                <a:rect l="0" t="0" r="0" b="0"/>
                <a:pathLst>
                  <a:path w="1721811" h="409565">
                    <a:moveTo>
                      <a:pt x="204782" y="0"/>
                    </a:moveTo>
                    <a:lnTo>
                      <a:pt x="1513521" y="0"/>
                    </a:lnTo>
                    <a:cubicBezTo>
                      <a:pt x="1523065" y="0"/>
                      <a:pt x="1532229" y="3796"/>
                      <a:pt x="1538977" y="10544"/>
                    </a:cubicBezTo>
                    <a:lnTo>
                      <a:pt x="1707759" y="179326"/>
                    </a:lnTo>
                    <a:cubicBezTo>
                      <a:pt x="1721810" y="193378"/>
                      <a:pt x="1721810" y="216186"/>
                      <a:pt x="1707759" y="230238"/>
                    </a:cubicBezTo>
                    <a:lnTo>
                      <a:pt x="1538977" y="399020"/>
                    </a:lnTo>
                    <a:cubicBezTo>
                      <a:pt x="1532229" y="405768"/>
                      <a:pt x="1523065" y="409564"/>
                      <a:pt x="1513521" y="409564"/>
                    </a:cubicBezTo>
                    <a:lnTo>
                      <a:pt x="204782" y="409564"/>
                    </a:lnTo>
                    <a:cubicBezTo>
                      <a:pt x="91684" y="409564"/>
                      <a:pt x="0" y="317880"/>
                      <a:pt x="0" y="204782"/>
                    </a:cubicBezTo>
                    <a:cubicBezTo>
                      <a:pt x="0" y="91684"/>
                      <a:pt x="91684" y="0"/>
                      <a:pt x="20478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2">
                <a:extLst>
                  <a:ext uri="{FF2B5EF4-FFF2-40B4-BE49-F238E27FC236}">
                    <a16:creationId xmlns:a16="http://schemas.microsoft.com/office/drawing/2014/main" id="{340E6C66-65A1-071C-8B96-A4DE18E8A79D}"/>
                  </a:ext>
                </a:extLst>
              </p:cNvPr>
              <p:cNvSpPr/>
              <p:nvPr/>
            </p:nvSpPr>
            <p:spPr>
              <a:xfrm>
                <a:off x="6149314" y="2147640"/>
                <a:ext cx="1881175" cy="409564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8000"/>
                </a:schemeClr>
              </a:solidFill>
              <a:ln w="6350">
                <a:solidFill>
                  <a:schemeClr val="accent3">
                    <a:alpha val="27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Title-2">
                <a:extLst>
                  <a:ext uri="{FF2B5EF4-FFF2-40B4-BE49-F238E27FC236}">
                    <a16:creationId xmlns:a16="http://schemas.microsoft.com/office/drawing/2014/main" id="{0A75435B-56C3-8FF0-8318-0D3AE3D72764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4807387" y="2229065"/>
                <a:ext cx="773968" cy="257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chemeClr val="bg1"/>
                    </a:solidFill>
                  </a:rPr>
                  <a:t>项目设计</a:t>
                </a:r>
              </a:p>
            </p:txBody>
          </p:sp>
          <p:sp>
            <p:nvSpPr>
              <p:cNvPr id="33" name="Index-2">
                <a:extLst>
                  <a:ext uri="{FF2B5EF4-FFF2-40B4-BE49-F238E27FC236}">
                    <a16:creationId xmlns:a16="http://schemas.microsoft.com/office/drawing/2014/main" id="{D0B532DC-8567-D23A-8CA3-677454E07FA6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4302499" y="2204044"/>
                <a:ext cx="296756" cy="296756"/>
              </a:xfrm>
              <a:prstGeom prst="ellipse">
                <a:avLst/>
              </a:prstGeom>
              <a:gradFill flip="none" rotWithShape="1">
                <a:gsLst>
                  <a:gs pos="30000">
                    <a:schemeClr val="bg1">
                      <a:lumMod val="99000"/>
                      <a:lumOff val="1000"/>
                    </a:schemeClr>
                  </a:gs>
                  <a:gs pos="65000">
                    <a:srgbClr val="EAEAEA"/>
                  </a:gs>
                </a:gsLst>
                <a:lin ang="2700000" scaled="1"/>
                <a:tileRect/>
              </a:gradFill>
              <a:ln w="12700">
                <a:gradFill flip="none" rotWithShape="1">
                  <a:gsLst>
                    <a:gs pos="26000">
                      <a:srgbClr val="EAEAEA"/>
                    </a:gs>
                    <a:gs pos="67000">
                      <a:schemeClr val="bg1"/>
                    </a:gs>
                  </a:gsLst>
                  <a:lin ang="2700000" scaled="1"/>
                  <a:tileRect/>
                </a:gra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02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34" name="Body-2">
                <a:extLst>
                  <a:ext uri="{FF2B5EF4-FFF2-40B4-BE49-F238E27FC236}">
                    <a16:creationId xmlns:a16="http://schemas.microsoft.com/office/drawing/2014/main" id="{07447950-17F2-D30F-1A4C-F4CBFC2F8D73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6155067" y="2218723"/>
                <a:ext cx="1762378" cy="257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accent3"/>
                    </a:solidFill>
                  </a:rPr>
                  <a:t>4.4-4.18</a:t>
                </a:r>
                <a:endParaRPr lang="zh-CN" altLang="en-US" dirty="0">
                  <a:solidFill>
                    <a:schemeClr val="accent3"/>
                  </a:solidFill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5AF3B09-3AD9-377A-7A3D-93E1D1536119}"/>
                </a:ext>
              </a:extLst>
            </p:cNvPr>
            <p:cNvGrpSpPr/>
            <p:nvPr/>
          </p:nvGrpSpPr>
          <p:grpSpPr>
            <a:xfrm>
              <a:off x="4505263" y="3403295"/>
              <a:ext cx="3805365" cy="409565"/>
              <a:chOff x="4484796" y="2809235"/>
              <a:chExt cx="3805365" cy="409565"/>
            </a:xfrm>
          </p:grpSpPr>
          <p:cxnSp>
            <p:nvCxnSpPr>
              <p:cNvPr id="23" name="3">
                <a:extLst>
                  <a:ext uri="{FF2B5EF4-FFF2-40B4-BE49-F238E27FC236}">
                    <a16:creationId xmlns:a16="http://schemas.microsoft.com/office/drawing/2014/main" id="{00F52CB2-B58C-DDDF-BF6F-300B8DE1C8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7508" y="3008587"/>
                <a:ext cx="306704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3">
                <a:extLst>
                  <a:ext uri="{FF2B5EF4-FFF2-40B4-BE49-F238E27FC236}">
                    <a16:creationId xmlns:a16="http://schemas.microsoft.com/office/drawing/2014/main" id="{9D879F4D-F672-3F3D-FB42-3FD463FF86A8}"/>
                  </a:ext>
                </a:extLst>
              </p:cNvPr>
              <p:cNvSpPr/>
              <p:nvPr/>
            </p:nvSpPr>
            <p:spPr>
              <a:xfrm>
                <a:off x="4484796" y="2809235"/>
                <a:ext cx="1721811" cy="409565"/>
              </a:xfrm>
              <a:custGeom>
                <a:avLst/>
                <a:gdLst/>
                <a:ahLst/>
                <a:cxnLst/>
                <a:rect l="0" t="0" r="0" b="0"/>
                <a:pathLst>
                  <a:path w="1721811" h="409565">
                    <a:moveTo>
                      <a:pt x="204782" y="0"/>
                    </a:moveTo>
                    <a:lnTo>
                      <a:pt x="1513521" y="0"/>
                    </a:lnTo>
                    <a:cubicBezTo>
                      <a:pt x="1523065" y="0"/>
                      <a:pt x="1532229" y="3796"/>
                      <a:pt x="1538977" y="10544"/>
                    </a:cubicBezTo>
                    <a:lnTo>
                      <a:pt x="1707759" y="179326"/>
                    </a:lnTo>
                    <a:cubicBezTo>
                      <a:pt x="1721810" y="193378"/>
                      <a:pt x="1721810" y="216186"/>
                      <a:pt x="1707759" y="230238"/>
                    </a:cubicBezTo>
                    <a:lnTo>
                      <a:pt x="1538977" y="399020"/>
                    </a:lnTo>
                    <a:cubicBezTo>
                      <a:pt x="1532229" y="405768"/>
                      <a:pt x="1523065" y="409564"/>
                      <a:pt x="1513521" y="409564"/>
                    </a:cubicBezTo>
                    <a:lnTo>
                      <a:pt x="204782" y="409564"/>
                    </a:lnTo>
                    <a:cubicBezTo>
                      <a:pt x="91684" y="409564"/>
                      <a:pt x="0" y="317880"/>
                      <a:pt x="0" y="204782"/>
                    </a:cubicBezTo>
                    <a:cubicBezTo>
                      <a:pt x="0" y="91684"/>
                      <a:pt x="91684" y="0"/>
                      <a:pt x="2047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3">
                <a:extLst>
                  <a:ext uri="{FF2B5EF4-FFF2-40B4-BE49-F238E27FC236}">
                    <a16:creationId xmlns:a16="http://schemas.microsoft.com/office/drawing/2014/main" id="{78F0F529-2A51-545F-E7ED-C44EF681B6F8}"/>
                  </a:ext>
                </a:extLst>
              </p:cNvPr>
              <p:cNvSpPr/>
              <p:nvPr/>
            </p:nvSpPr>
            <p:spPr>
              <a:xfrm>
                <a:off x="6408986" y="2809235"/>
                <a:ext cx="1881175" cy="409564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8000"/>
                </a:schemeClr>
              </a:solidFill>
              <a:ln w="6350">
                <a:solidFill>
                  <a:schemeClr val="accent2">
                    <a:alpha val="27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Title-3">
                <a:extLst>
                  <a:ext uri="{FF2B5EF4-FFF2-40B4-BE49-F238E27FC236}">
                    <a16:creationId xmlns:a16="http://schemas.microsoft.com/office/drawing/2014/main" id="{DF5FD065-2F0C-7E65-7180-A3634C37414A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031454" y="2890453"/>
                <a:ext cx="790764" cy="257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chemeClr val="bg1"/>
                    </a:solidFill>
                  </a:rPr>
                  <a:t>测试设计</a:t>
                </a:r>
              </a:p>
            </p:txBody>
          </p:sp>
          <p:sp>
            <p:nvSpPr>
              <p:cNvPr id="27" name="Index-3">
                <a:extLst>
                  <a:ext uri="{FF2B5EF4-FFF2-40B4-BE49-F238E27FC236}">
                    <a16:creationId xmlns:a16="http://schemas.microsoft.com/office/drawing/2014/main" id="{FDC1769C-0B12-FF3D-4E65-5EDAA15ADC83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4562171" y="2865639"/>
                <a:ext cx="296756" cy="296756"/>
              </a:xfrm>
              <a:prstGeom prst="ellipse">
                <a:avLst/>
              </a:prstGeom>
              <a:gradFill flip="none" rotWithShape="1">
                <a:gsLst>
                  <a:gs pos="30000">
                    <a:schemeClr val="bg1">
                      <a:lumMod val="99000"/>
                      <a:lumOff val="1000"/>
                    </a:schemeClr>
                  </a:gs>
                  <a:gs pos="65000">
                    <a:srgbClr val="EAEAEA"/>
                  </a:gs>
                </a:gsLst>
                <a:lin ang="2700000" scaled="1"/>
                <a:tileRect/>
              </a:gradFill>
              <a:ln w="12700">
                <a:gradFill flip="none" rotWithShape="1">
                  <a:gsLst>
                    <a:gs pos="26000">
                      <a:srgbClr val="EAEAEA"/>
                    </a:gs>
                    <a:gs pos="67000">
                      <a:schemeClr val="bg1"/>
                    </a:gs>
                  </a:gsLst>
                  <a:lin ang="2700000" scaled="1"/>
                  <a:tileRect/>
                </a:gra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03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8" name="Body-3">
                <a:extLst>
                  <a:ext uri="{FF2B5EF4-FFF2-40B4-BE49-F238E27FC236}">
                    <a16:creationId xmlns:a16="http://schemas.microsoft.com/office/drawing/2014/main" id="{A8ED9783-BA0A-0E2B-5AC2-FFFE50D8E7C0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498984" y="2896427"/>
                <a:ext cx="1762378" cy="257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accent2"/>
                    </a:solidFill>
                  </a:rPr>
                  <a:t>4.18-5.10</a:t>
                </a:r>
                <a:endParaRPr lang="zh-CN" altLang="en-US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813588BD-8F07-D6B8-BD67-1D61BB2A557F}"/>
                </a:ext>
              </a:extLst>
            </p:cNvPr>
            <p:cNvGrpSpPr/>
            <p:nvPr/>
          </p:nvGrpSpPr>
          <p:grpSpPr>
            <a:xfrm>
              <a:off x="4332705" y="4206281"/>
              <a:ext cx="3805365" cy="409565"/>
              <a:chOff x="4508988" y="3502000"/>
              <a:chExt cx="3805365" cy="409565"/>
            </a:xfrm>
          </p:grpSpPr>
          <p:cxnSp>
            <p:nvCxnSpPr>
              <p:cNvPr id="17" name="4">
                <a:extLst>
                  <a:ext uri="{FF2B5EF4-FFF2-40B4-BE49-F238E27FC236}">
                    <a16:creationId xmlns:a16="http://schemas.microsoft.com/office/drawing/2014/main" id="{FF629078-88F0-DFA5-EA83-D82E211D38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21700" y="3701352"/>
                <a:ext cx="306704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4">
                <a:extLst>
                  <a:ext uri="{FF2B5EF4-FFF2-40B4-BE49-F238E27FC236}">
                    <a16:creationId xmlns:a16="http://schemas.microsoft.com/office/drawing/2014/main" id="{596ACA04-F174-D4AF-2750-BFF230206A93}"/>
                  </a:ext>
                </a:extLst>
              </p:cNvPr>
              <p:cNvSpPr/>
              <p:nvPr/>
            </p:nvSpPr>
            <p:spPr>
              <a:xfrm>
                <a:off x="4508988" y="3502000"/>
                <a:ext cx="1721811" cy="409565"/>
              </a:xfrm>
              <a:custGeom>
                <a:avLst/>
                <a:gdLst/>
                <a:ahLst/>
                <a:cxnLst/>
                <a:rect l="0" t="0" r="0" b="0"/>
                <a:pathLst>
                  <a:path w="1721811" h="409565">
                    <a:moveTo>
                      <a:pt x="204782" y="0"/>
                    </a:moveTo>
                    <a:lnTo>
                      <a:pt x="1513521" y="0"/>
                    </a:lnTo>
                    <a:cubicBezTo>
                      <a:pt x="1523065" y="0"/>
                      <a:pt x="1532229" y="3796"/>
                      <a:pt x="1538977" y="10544"/>
                    </a:cubicBezTo>
                    <a:lnTo>
                      <a:pt x="1707759" y="179326"/>
                    </a:lnTo>
                    <a:cubicBezTo>
                      <a:pt x="1721810" y="193378"/>
                      <a:pt x="1721810" y="216186"/>
                      <a:pt x="1707759" y="230238"/>
                    </a:cubicBezTo>
                    <a:lnTo>
                      <a:pt x="1538977" y="399020"/>
                    </a:lnTo>
                    <a:cubicBezTo>
                      <a:pt x="1532229" y="405768"/>
                      <a:pt x="1523065" y="409564"/>
                      <a:pt x="1513521" y="409564"/>
                    </a:cubicBezTo>
                    <a:lnTo>
                      <a:pt x="204782" y="409564"/>
                    </a:lnTo>
                    <a:cubicBezTo>
                      <a:pt x="91684" y="409564"/>
                      <a:pt x="0" y="317880"/>
                      <a:pt x="0" y="204782"/>
                    </a:cubicBezTo>
                    <a:cubicBezTo>
                      <a:pt x="0" y="91684"/>
                      <a:pt x="91684" y="0"/>
                      <a:pt x="20478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4">
                <a:extLst>
                  <a:ext uri="{FF2B5EF4-FFF2-40B4-BE49-F238E27FC236}">
                    <a16:creationId xmlns:a16="http://schemas.microsoft.com/office/drawing/2014/main" id="{112FF374-21C2-725D-B739-662A8F17A000}"/>
                  </a:ext>
                </a:extLst>
              </p:cNvPr>
              <p:cNvSpPr/>
              <p:nvPr/>
            </p:nvSpPr>
            <p:spPr>
              <a:xfrm>
                <a:off x="6433178" y="3502000"/>
                <a:ext cx="1881175" cy="409564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8000"/>
                </a:schemeClr>
              </a:solidFill>
              <a:ln w="6350">
                <a:solidFill>
                  <a:schemeClr val="accent3">
                    <a:alpha val="27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Title-4">
                <a:extLst>
                  <a:ext uri="{FF2B5EF4-FFF2-40B4-BE49-F238E27FC236}">
                    <a16:creationId xmlns:a16="http://schemas.microsoft.com/office/drawing/2014/main" id="{71FA0B8E-499A-5894-93A4-604573EE8D66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849386" y="3614525"/>
                <a:ext cx="1257697" cy="214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</a:rPr>
                  <a:t>代码开发与仿真测试</a:t>
                </a:r>
              </a:p>
            </p:txBody>
          </p:sp>
          <p:sp>
            <p:nvSpPr>
              <p:cNvPr id="21" name="Index-4">
                <a:extLst>
                  <a:ext uri="{FF2B5EF4-FFF2-40B4-BE49-F238E27FC236}">
                    <a16:creationId xmlns:a16="http://schemas.microsoft.com/office/drawing/2014/main" id="{D82B1E07-90D0-8162-E08E-7484D96EB543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4586363" y="3558404"/>
                <a:ext cx="296756" cy="296756"/>
              </a:xfrm>
              <a:prstGeom prst="ellipse">
                <a:avLst/>
              </a:prstGeom>
              <a:gradFill flip="none" rotWithShape="1">
                <a:gsLst>
                  <a:gs pos="30000">
                    <a:schemeClr val="bg1">
                      <a:lumMod val="99000"/>
                      <a:lumOff val="1000"/>
                    </a:schemeClr>
                  </a:gs>
                  <a:gs pos="65000">
                    <a:srgbClr val="EAEAEA"/>
                  </a:gs>
                </a:gsLst>
                <a:lin ang="2700000" scaled="1"/>
                <a:tileRect/>
              </a:gradFill>
              <a:ln w="12700">
                <a:gradFill flip="none" rotWithShape="1">
                  <a:gsLst>
                    <a:gs pos="26000">
                      <a:srgbClr val="EAEAEA"/>
                    </a:gs>
                    <a:gs pos="67000">
                      <a:schemeClr val="bg1"/>
                    </a:gs>
                  </a:gsLst>
                  <a:lin ang="2700000" scaled="1"/>
                  <a:tileRect/>
                </a:gra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04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2" name="Body-4">
                <a:extLst>
                  <a:ext uri="{FF2B5EF4-FFF2-40B4-BE49-F238E27FC236}">
                    <a16:creationId xmlns:a16="http://schemas.microsoft.com/office/drawing/2014/main" id="{17F92EA7-8846-9430-4FD7-0B165835E782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498890" y="3552894"/>
                <a:ext cx="1762378" cy="257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accent3"/>
                    </a:solidFill>
                  </a:rPr>
                  <a:t>5.10-5.26</a:t>
                </a:r>
                <a:endParaRPr lang="zh-CN" altLang="en-US" dirty="0">
                  <a:solidFill>
                    <a:schemeClr val="accent3"/>
                  </a:solidFill>
                </a:endParaRP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285895E-C39F-4442-C3FB-65457C934E05}"/>
                </a:ext>
              </a:extLst>
            </p:cNvPr>
            <p:cNvGrpSpPr/>
            <p:nvPr/>
          </p:nvGrpSpPr>
          <p:grpSpPr>
            <a:xfrm>
              <a:off x="3832673" y="4916263"/>
              <a:ext cx="3805365" cy="409565"/>
              <a:chOff x="4294781" y="4169218"/>
              <a:chExt cx="3805365" cy="409565"/>
            </a:xfrm>
          </p:grpSpPr>
          <p:cxnSp>
            <p:nvCxnSpPr>
              <p:cNvPr id="11" name="5">
                <a:extLst>
                  <a:ext uri="{FF2B5EF4-FFF2-40B4-BE49-F238E27FC236}">
                    <a16:creationId xmlns:a16="http://schemas.microsoft.com/office/drawing/2014/main" id="{F089FA3C-C07A-CA16-A85B-13D9CE861A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07493" y="4368570"/>
                <a:ext cx="306704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5">
                <a:extLst>
                  <a:ext uri="{FF2B5EF4-FFF2-40B4-BE49-F238E27FC236}">
                    <a16:creationId xmlns:a16="http://schemas.microsoft.com/office/drawing/2014/main" id="{6594ACEF-78A3-E108-41BF-5495B15A690E}"/>
                  </a:ext>
                </a:extLst>
              </p:cNvPr>
              <p:cNvSpPr/>
              <p:nvPr/>
            </p:nvSpPr>
            <p:spPr>
              <a:xfrm>
                <a:off x="4294781" y="4169218"/>
                <a:ext cx="1721811" cy="409565"/>
              </a:xfrm>
              <a:custGeom>
                <a:avLst/>
                <a:gdLst/>
                <a:ahLst/>
                <a:cxnLst/>
                <a:rect l="0" t="0" r="0" b="0"/>
                <a:pathLst>
                  <a:path w="1721811" h="409565">
                    <a:moveTo>
                      <a:pt x="204782" y="0"/>
                    </a:moveTo>
                    <a:lnTo>
                      <a:pt x="1513521" y="0"/>
                    </a:lnTo>
                    <a:cubicBezTo>
                      <a:pt x="1523065" y="0"/>
                      <a:pt x="1532229" y="3796"/>
                      <a:pt x="1538977" y="10544"/>
                    </a:cubicBezTo>
                    <a:lnTo>
                      <a:pt x="1707759" y="179326"/>
                    </a:lnTo>
                    <a:cubicBezTo>
                      <a:pt x="1721810" y="193378"/>
                      <a:pt x="1721810" y="216186"/>
                      <a:pt x="1707759" y="230238"/>
                    </a:cubicBezTo>
                    <a:lnTo>
                      <a:pt x="1538977" y="399020"/>
                    </a:lnTo>
                    <a:cubicBezTo>
                      <a:pt x="1532229" y="405768"/>
                      <a:pt x="1523065" y="409564"/>
                      <a:pt x="1513521" y="409564"/>
                    </a:cubicBezTo>
                    <a:lnTo>
                      <a:pt x="204782" y="409564"/>
                    </a:lnTo>
                    <a:cubicBezTo>
                      <a:pt x="91684" y="409564"/>
                      <a:pt x="0" y="317880"/>
                      <a:pt x="0" y="204782"/>
                    </a:cubicBezTo>
                    <a:cubicBezTo>
                      <a:pt x="0" y="91684"/>
                      <a:pt x="91684" y="0"/>
                      <a:pt x="2047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5">
                <a:extLst>
                  <a:ext uri="{FF2B5EF4-FFF2-40B4-BE49-F238E27FC236}">
                    <a16:creationId xmlns:a16="http://schemas.microsoft.com/office/drawing/2014/main" id="{D3DA9EC4-2DEF-B641-6A43-72BEA35454AA}"/>
                  </a:ext>
                </a:extLst>
              </p:cNvPr>
              <p:cNvSpPr/>
              <p:nvPr/>
            </p:nvSpPr>
            <p:spPr>
              <a:xfrm>
                <a:off x="6218971" y="4169218"/>
                <a:ext cx="1881175" cy="409564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8000"/>
                </a:schemeClr>
              </a:solidFill>
              <a:ln w="6350">
                <a:solidFill>
                  <a:schemeClr val="accent2">
                    <a:alpha val="27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Title-5">
                <a:extLst>
                  <a:ext uri="{FF2B5EF4-FFF2-40B4-BE49-F238E27FC236}">
                    <a16:creationId xmlns:a16="http://schemas.microsoft.com/office/drawing/2014/main" id="{2ECEB998-86CC-007D-0136-F459E56A5FBD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4721923" y="4271063"/>
                <a:ext cx="1106353" cy="257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chemeClr val="bg1"/>
                    </a:solidFill>
                  </a:rPr>
                  <a:t>实机测试验证</a:t>
                </a:r>
              </a:p>
            </p:txBody>
          </p:sp>
          <p:sp>
            <p:nvSpPr>
              <p:cNvPr id="15" name="Index-5">
                <a:extLst>
                  <a:ext uri="{FF2B5EF4-FFF2-40B4-BE49-F238E27FC236}">
                    <a16:creationId xmlns:a16="http://schemas.microsoft.com/office/drawing/2014/main" id="{F9D26EFC-3829-25B4-1289-AB1EEC6B39A0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4372156" y="4225622"/>
                <a:ext cx="296756" cy="296756"/>
              </a:xfrm>
              <a:prstGeom prst="ellipse">
                <a:avLst/>
              </a:prstGeom>
              <a:gradFill flip="none" rotWithShape="1">
                <a:gsLst>
                  <a:gs pos="30000">
                    <a:schemeClr val="bg1">
                      <a:lumMod val="99000"/>
                      <a:lumOff val="1000"/>
                    </a:schemeClr>
                  </a:gs>
                  <a:gs pos="65000">
                    <a:srgbClr val="EAEAEA"/>
                  </a:gs>
                </a:gsLst>
                <a:lin ang="2700000" scaled="1"/>
                <a:tileRect/>
              </a:gradFill>
              <a:ln w="12700">
                <a:gradFill flip="none" rotWithShape="1">
                  <a:gsLst>
                    <a:gs pos="26000">
                      <a:srgbClr val="EAEAEA"/>
                    </a:gs>
                    <a:gs pos="67000">
                      <a:schemeClr val="bg1"/>
                    </a:gs>
                  </a:gsLst>
                  <a:lin ang="2700000" scaled="1"/>
                  <a:tileRect/>
                </a:gra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05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6" name="Body-5">
                <a:extLst>
                  <a:ext uri="{FF2B5EF4-FFF2-40B4-BE49-F238E27FC236}">
                    <a16:creationId xmlns:a16="http://schemas.microsoft.com/office/drawing/2014/main" id="{8347E6C1-85CD-92CE-6F88-B78FAB21D65C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284683" y="4220112"/>
                <a:ext cx="1762378" cy="257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accent2"/>
                    </a:solidFill>
                  </a:rPr>
                  <a:t>5.26-6.15</a:t>
                </a:r>
                <a:endParaRPr lang="zh-CN" altLang="en-US" dirty="0">
                  <a:solidFill>
                    <a:schemeClr val="accent2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9211" y="2033953"/>
            <a:ext cx="5546789" cy="94970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b="1" noProof="0" dirty="0" err="1">
                <a:solidFill>
                  <a:srgbClr val="2F2F2F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主要工作总结</a:t>
            </a:r>
            <a:endParaRPr lang="zh-CN" altLang="en-US" sz="5400" b="1" dirty="0" err="1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84530" y="271145"/>
            <a:ext cx="10841355" cy="748665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总体工作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89305" y="1019810"/>
            <a:ext cx="1001776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项目共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15,300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行代码，分布在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自研包中，包含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业务节点、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C++ Gazebo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插件、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个纯函数库、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YAML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配置文件、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launch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文件和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调试脚本。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44220" y="1079500"/>
          <a:ext cx="12002770" cy="5396230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2348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4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marL="0" indent="0" algn="ctr" latinLnBrk="0"/>
                      <a:r>
                        <a:rPr lang="zh-CN" altLang="en-US" sz="1800"/>
                        <a:t>工作方向</a:t>
                      </a:r>
                    </a:p>
                  </a:txBody>
                  <a:tcPr marL="62230" marR="62230" marT="28892" marB="28892" anchor="ctr"/>
                </a:tc>
                <a:tc>
                  <a:txBody>
                    <a:bodyPr/>
                    <a:lstStyle/>
                    <a:p>
                      <a:pPr marL="0" indent="0" algn="ctr" latinLnBrk="0"/>
                      <a:r>
                        <a:rPr lang="zh-CN" altLang="en-US" sz="1800"/>
                        <a:t>完成内容</a:t>
                      </a:r>
                    </a:p>
                  </a:txBody>
                  <a:tcPr marL="62230" marR="62230" marT="28892" marB="2889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930">
                <a:tc>
                  <a:txBody>
                    <a:bodyPr/>
                    <a:lstStyle/>
                    <a:p>
                      <a:pPr marL="0" indent="0" algn="ctr" latinLnBrk="0"/>
                      <a:r>
                        <a:rPr lang="zh-CN" altLang="en-US" sz="1600"/>
                        <a:t>需求拆解与模块划分</a:t>
                      </a:r>
                    </a:p>
                  </a:txBody>
                  <a:tcPr marL="62230" marR="62230" marT="28892" marB="28892" anchor="ctr"/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/>
                        <a:t>将码垛任务拆分为建图定位、路径导航、目标识别、机械臂抓取、堆放策略、状态反馈等子模块</a:t>
                      </a:r>
                    </a:p>
                  </a:txBody>
                  <a:tcPr marL="62230" marR="62230" marT="28892" marB="2889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845">
                <a:tc>
                  <a:txBody>
                    <a:bodyPr/>
                    <a:lstStyle/>
                    <a:p>
                      <a:pPr marL="0" indent="0" algn="ctr" latinLnBrk="0"/>
                      <a:r>
                        <a:rPr lang="en-US" altLang="zh-CN" sz="1600"/>
                        <a:t>ROS </a:t>
                      </a:r>
                      <a:r>
                        <a:rPr lang="zh-CN" altLang="en-US" sz="1600"/>
                        <a:t>服务化封装</a:t>
                      </a:r>
                    </a:p>
                  </a:txBody>
                  <a:tcPr marL="62230" marR="62230" marT="28892" marB="28892" anchor="ctr"/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/>
                        <a:t>为建图、导航、码垛任务封装统一启动、停止、目标下发和异常终止接口</a:t>
                      </a:r>
                    </a:p>
                  </a:txBody>
                  <a:tcPr marL="62230" marR="62230" marT="28892" marB="2889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 algn="ctr" latinLnBrk="0"/>
                      <a:r>
                        <a:rPr lang="zh-CN" altLang="en-US" sz="1600"/>
                        <a:t>建图与导航集成</a:t>
                      </a:r>
                    </a:p>
                  </a:txBody>
                  <a:tcPr marL="62230" marR="62230" marT="28892" marB="28892" anchor="ctr"/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/>
                        <a:t>完成手动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自动建图、地图保存、地图加载、</a:t>
                      </a:r>
                      <a:r>
                        <a:rPr lang="en-US" altLang="zh-CN" sz="1600"/>
                        <a:t>AMCL </a:t>
                      </a:r>
                      <a:r>
                        <a:rPr lang="zh-CN" altLang="en-US" sz="1600"/>
                        <a:t>初始位姿修正和 </a:t>
                      </a:r>
                      <a:r>
                        <a:rPr lang="en-US" altLang="zh-CN" sz="1600"/>
                        <a:t>move_base </a:t>
                      </a:r>
                      <a:r>
                        <a:rPr lang="zh-CN" altLang="en-US" sz="1600"/>
                        <a:t>导航调用</a:t>
                      </a:r>
                    </a:p>
                  </a:txBody>
                  <a:tcPr marL="62230" marR="62230" marT="28892" marB="2889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 latinLnBrk="0"/>
                      <a:r>
                        <a:rPr lang="zh-CN" altLang="en-US" sz="1600"/>
                        <a:t>业务流程规划</a:t>
                      </a:r>
                    </a:p>
                  </a:txBody>
                  <a:tcPr marL="62230" marR="62230" marT="28892" marB="28892" anchor="ctr"/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/>
                        <a:t>为码垛业务服务提供后端逻辑和预备前端接口</a:t>
                      </a:r>
                    </a:p>
                  </a:txBody>
                  <a:tcPr marL="62230" marR="62230" marT="28892" marB="2889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845">
                <a:tc>
                  <a:txBody>
                    <a:bodyPr/>
                    <a:lstStyle/>
                    <a:p>
                      <a:pPr marL="0" indent="0" algn="ctr" latinLnBrk="0"/>
                      <a:r>
                        <a:rPr lang="zh-CN" altLang="en-US" sz="1600"/>
                        <a:t>前端设计</a:t>
                      </a:r>
                    </a:p>
                  </a:txBody>
                  <a:tcPr marL="62230" marR="62230" marT="28892" marB="28892" anchor="ctr"/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/>
                        <a:t>面向用户完成前端设计，基本对接后端业务逻辑</a:t>
                      </a:r>
                    </a:p>
                  </a:txBody>
                  <a:tcPr marL="62230" marR="62230" marT="28892" marB="2889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 algn="ctr" latinLnBrk="0"/>
                      <a:r>
                        <a:rPr lang="zh-CN" altLang="en-US" sz="1600"/>
                        <a:t>抓取码垛流程</a:t>
                      </a:r>
                    </a:p>
                  </a:txBody>
                  <a:tcPr marL="62230" marR="62230" marT="28892" marB="28892" anchor="ctr"/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/>
                        <a:t>完成“识别货物</a:t>
                      </a:r>
                      <a:r>
                        <a:rPr lang="en-US" altLang="zh-CN" sz="1600"/>
                        <a:t>-</a:t>
                      </a:r>
                      <a:r>
                        <a:rPr lang="zh-CN" altLang="en-US" sz="1600"/>
                        <a:t>导航到取货区</a:t>
                      </a:r>
                      <a:r>
                        <a:rPr lang="en-US" altLang="zh-CN" sz="1600"/>
                        <a:t>-</a:t>
                      </a:r>
                      <a:r>
                        <a:rPr lang="zh-CN" altLang="en-US" sz="1600"/>
                        <a:t>机械臂抓取</a:t>
                      </a:r>
                      <a:r>
                        <a:rPr lang="en-US" altLang="zh-CN" sz="1600"/>
                        <a:t>-</a:t>
                      </a:r>
                      <a:r>
                        <a:rPr lang="zh-CN" altLang="en-US" sz="1600"/>
                        <a:t>导航到放置区</a:t>
                      </a:r>
                      <a:r>
                        <a:rPr lang="en-US" altLang="zh-CN" sz="1600"/>
                        <a:t>-</a:t>
                      </a:r>
                      <a:r>
                        <a:rPr lang="zh-CN" altLang="en-US" sz="1600"/>
                        <a:t>按策略码垛”的主流程</a:t>
                      </a:r>
                    </a:p>
                  </a:txBody>
                  <a:tcPr marL="62230" marR="62230" marT="28892" marB="2889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9930">
                <a:tc>
                  <a:txBody>
                    <a:bodyPr/>
                    <a:lstStyle/>
                    <a:p>
                      <a:pPr marL="0" indent="0" algn="ctr" latinLnBrk="0"/>
                      <a:r>
                        <a:rPr lang="zh-CN" altLang="en-US" sz="1600"/>
                        <a:t>测试计划与实施</a:t>
                      </a:r>
                    </a:p>
                  </a:txBody>
                  <a:tcPr marL="62230" marR="62230" marT="28892" marB="28892" anchor="ctr"/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/>
                        <a:t>在 </a:t>
                      </a:r>
                      <a:r>
                        <a:rPr lang="en-US" altLang="zh-CN" sz="1600"/>
                        <a:t>Gazebo/RViz </a:t>
                      </a:r>
                      <a:r>
                        <a:rPr lang="zh-CN" altLang="en-US" sz="1600"/>
                        <a:t>环境中完成主要功能验证，在实机状况下完成部分功能验证</a:t>
                      </a:r>
                    </a:p>
                  </a:txBody>
                  <a:tcPr marL="62230" marR="62230" marT="28892" marB="2889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6290">
                <a:tc>
                  <a:txBody>
                    <a:bodyPr/>
                    <a:lstStyle/>
                    <a:p>
                      <a:pPr marL="0" indent="0" algn="ctr" latinLnBrk="0"/>
                      <a:r>
                        <a:rPr lang="zh-CN" altLang="en-US" sz="1600"/>
                        <a:t>文档总结与演示</a:t>
                      </a:r>
                    </a:p>
                  </a:txBody>
                  <a:tcPr marL="62230" marR="62230" marT="28892" marB="28892" anchor="ctr"/>
                </a:tc>
                <a:tc>
                  <a:txBody>
                    <a:bodyPr/>
                    <a:lstStyle/>
                    <a:p>
                      <a:pPr marL="0" indent="0" latinLnBrk="0"/>
                      <a:r>
                        <a:rPr lang="zh-CN" altLang="en-US" sz="1600"/>
                        <a:t>整理各项内容，进行文档总结和评审演示</a:t>
                      </a:r>
                    </a:p>
                  </a:txBody>
                  <a:tcPr marL="62230" marR="62230" marT="28892" marB="2889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84530" y="271145"/>
            <a:ext cx="10841355" cy="748665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项目代码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87655" y="1019810"/>
            <a:ext cx="1155954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项目共约 24,000 行代码，主要分布在前端可视化、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后端控制、数据库支撑与验证启动脚本四个层面。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端包含 10 个核心自研包、16 个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Python/C++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业务节点、30+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Service/Message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定义、18 个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launch/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参数配置文件，并复用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wpb_home、move_base、gmapping、AMCL、rosbridge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等成熟组件完成码垛机器人闭环。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87655" y="1941830"/>
          <a:ext cx="11740515" cy="4820285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2576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880">
                <a:tc>
                  <a:txBody>
                    <a:bodyPr/>
                    <a:lstStyle/>
                    <a:p>
                      <a:pPr marL="0" algn="ctr" latinLnBrk="0">
                        <a:buClrTx/>
                        <a:buSzTx/>
                        <a:buFontTx/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节点/模块</a:t>
                      </a:r>
                    </a:p>
                  </a:txBody>
                  <a:tcPr marL="62230" marR="62230" marT="28892" marB="28892" anchor="ctr"/>
                </a:tc>
                <a:tc>
                  <a:txBody>
                    <a:bodyPr/>
                    <a:lstStyle/>
                    <a:p>
                      <a:pPr marL="0" algn="ctr" latinLnBrk="0">
                        <a:buClrTx/>
                        <a:buSzTx/>
                        <a:buFontTx/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主要功能</a:t>
                      </a:r>
                    </a:p>
                  </a:txBody>
                  <a:tcPr marL="62230" marR="62230" marT="28892" marB="2889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ctrl_core_node</a:t>
                      </a:r>
                    </a:p>
                  </a:txBody>
                  <a:tcPr marL="62230" marR="62230" marT="28892" marB="28892" anchor="ctr"/>
                </a:tc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全局模式状态机，统一管理 Pending、自动建图、手动建图、导航、码垛等模式；</a:t>
                      </a:r>
                    </a:p>
                  </a:txBody>
                  <a:tcPr marL="62230" marR="62230" marT="28892" marB="2889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mapping_server_node</a:t>
                      </a:r>
                    </a:p>
                  </a:txBody>
                  <a:tcPr marL="62230" marR="62230" marT="28892" marB="28892" anchor="ctr"/>
                </a:tc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封装手动/自动建图服务，完成地图生成、保存和机器人静止保护</a:t>
                      </a:r>
                    </a:p>
                  </a:txBody>
                  <a:tcPr marL="62230" marR="62230" marT="28892" marB="2889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map_provider_node</a:t>
                      </a:r>
                    </a:p>
                  </a:txBody>
                  <a:tcPr marL="62230" marR="62230" marT="28892" marB="28892" anchor="ctr"/>
                </a:tc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提供地图清除、地图保存、AMCL 初始位姿设置和 RRT 前沿探索支撑；向控制器提供自动建图/手动建图 Action</a:t>
                      </a:r>
                    </a:p>
                  </a:txBody>
                  <a:tcPr marL="62230" marR="62230" marT="28892" marB="2889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navigation_server_node</a:t>
                      </a:r>
                    </a:p>
                  </a:txBody>
                  <a:tcPr marL="62230" marR="62230" marT="28892" marB="28892" anchor="ctr"/>
                </a:tc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统一启动导航栈、地图加载、AMCL 定位和目标点服务，负责导航模块生命周期管理</a:t>
                      </a:r>
                    </a:p>
                  </a:txBody>
                  <a:tcPr marL="62230" marR="62230" marT="28892" marB="2889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simple_goal / goal_server</a:t>
                      </a:r>
                    </a:p>
                  </a:txBody>
                  <a:tcPr marL="62230" marR="62230" marT="28892" marB="28892" anchor="ctr"/>
                </a:tc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基于 move_base 的二次封装，提供 /navigation/navigate Action；支持正常导航、动态避障重规划、取消导航和失败返回</a:t>
                      </a:r>
                    </a:p>
                  </a:txBody>
                  <a:tcPr marL="62230" marR="62230" marT="28892" marB="2889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265"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object_detect_3d_node</a:t>
                      </a:r>
                    </a:p>
                  </a:txBody>
                  <a:tcPr marL="62230" marR="62230" marT="28892" marB="28892" anchor="ctr"/>
                </a:tc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基于 RGB-D/点云的桌面目标检测，输出 /wpb_home/objects_3d；用于获取货物类别、空间坐标和抓取候选目标</a:t>
                      </a:r>
                    </a:p>
                  </a:txBody>
                  <a:tcPr marL="62230" marR="62230" marT="28892" marB="2889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yolo_detection_node</a:t>
                      </a:r>
                    </a:p>
                  </a:txBody>
                  <a:tcPr marL="62230" marR="62230" marT="28892" marB="28892" anchor="ctr"/>
                </a:tc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提供 2D 视觉检测接口，输出货物边界框、类别和置信度；作为 HSV/点云检测之外的模型识别后端预留</a:t>
                      </a:r>
                    </a:p>
                  </a:txBody>
                  <a:tcPr marL="62230" marR="62230" marT="28892" marB="2889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palletizing_executor_node</a:t>
                      </a:r>
                    </a:p>
                  </a:txBody>
                  <a:tcPr marL="62230" marR="62230" marT="28892" marB="28892" anchor="ctr"/>
                </a:tc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码垛主执行器，串联“识别-导航-抓取-搬运-放置-统计”流程；</a:t>
                      </a:r>
                    </a:p>
                  </a:txBody>
                  <a:tcPr marL="62230" marR="62230" marT="28892" marB="2889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mark_zone_tool</a:t>
                      </a:r>
                    </a:p>
                  </a:txBody>
                  <a:tcPr marL="62230" marR="62230" marT="28892" marB="28892" anchor="ctr"/>
                </a:tc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取货区/放置区标定工具，结合 TF 获取机器人位姿并调用 /palletizing/mark_zone 保存 source/dest 区域参数</a:t>
                      </a:r>
                    </a:p>
                  </a:txBody>
                  <a:tcPr marL="62230" marR="62230" marT="28892" marB="2889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1810"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safety_zone_node</a:t>
                      </a:r>
                    </a:p>
                  </a:txBody>
                  <a:tcPr marL="62230" marR="62230" marT="28892" marB="28892" anchor="ctr"/>
                </a:tc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激光雷达安全区检测，订阅 /scan，发布 /safety_zone/status；</a:t>
                      </a:r>
                    </a:p>
                  </a:txBody>
                  <a:tcPr marL="62230" marR="62230" marT="28892" marB="28892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11810"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robot_arm_controller</a:t>
                      </a:r>
                    </a:p>
                  </a:txBody>
                  <a:tcPr marL="62230" marR="62230" marT="28892" marB="28892" anchor="ctr"/>
                </a:tc>
                <a:tc>
                  <a:txBody>
                    <a:bodyPr/>
                    <a:lstStyle/>
                    <a:p>
                      <a:pPr marL="0" algn="l" latinLnBrk="0">
                        <a:buClrTx/>
                        <a:buSzTx/>
                        <a:buFontTx/>
                      </a:pP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机械臂动作适配层，驱动 WPB Home 抓取/放置行为，处理夹爪开度、机械臂抬升、抓取结果和放置结果反馈</a:t>
                      </a:r>
                    </a:p>
                  </a:txBody>
                  <a:tcPr marL="62230" marR="62230" marT="28892" marB="28892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84530" y="271145"/>
            <a:ext cx="10841355" cy="748665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主要单元仿真闭环</a:t>
            </a:r>
          </a:p>
        </p:txBody>
      </p:sp>
      <p:pic>
        <p:nvPicPr>
          <p:cNvPr id="6" name="图片 216"/>
          <p:cNvPicPr>
            <a:picLocks noChangeAspect="1"/>
          </p:cNvPicPr>
          <p:nvPr/>
        </p:nvPicPr>
        <p:blipFill>
          <a:blip r:embed="rId2"/>
          <a:srcRect l="6470" t="-694" r="4651" b="4962"/>
          <a:stretch>
            <a:fillRect/>
          </a:stretch>
        </p:blipFill>
        <p:spPr>
          <a:xfrm>
            <a:off x="6906895" y="1901825"/>
            <a:ext cx="4832985" cy="39077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069340"/>
            <a:ext cx="6309360" cy="5400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84530" y="271145"/>
            <a:ext cx="10841355" cy="748665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主要单元仿真闭环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062355"/>
            <a:ext cx="5708650" cy="544703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605" y="1423035"/>
            <a:ext cx="4780280" cy="47250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9275" y="2033905"/>
            <a:ext cx="6575425" cy="94996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b="1" dirty="0" err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过程管理与协作开发</a:t>
            </a:r>
            <a:endParaRPr lang="zh-CN" altLang="en-US" sz="5400" b="1" dirty="0" err="1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solidFill>
                  <a:srgbClr val="2F2F2F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过程管理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文本框 16"/>
          <p:cNvSpPr txBox="1"/>
          <p:nvPr>
            <p:custDataLst>
              <p:tags r:id="rId1"/>
            </p:custDataLst>
          </p:nvPr>
        </p:nvSpPr>
        <p:spPr>
          <a:xfrm>
            <a:off x="6537960" y="1697355"/>
            <a:ext cx="4653915" cy="835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2405922-0B56-4957-33D9-00A08A78C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467" y="1408254"/>
            <a:ext cx="8532036" cy="404149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277AB3F-1E86-05CF-B6F7-3F896F0AE59B}"/>
              </a:ext>
            </a:extLst>
          </p:cNvPr>
          <p:cNvSpPr txBox="1"/>
          <p:nvPr/>
        </p:nvSpPr>
        <p:spPr>
          <a:xfrm>
            <a:off x="282497" y="1396586"/>
            <a:ext cx="2825466" cy="889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项目开发初期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+mn-ea"/>
              </a:rPr>
              <a:t>基于</a:t>
            </a:r>
            <a:r>
              <a:rPr lang="en-US" altLang="zh-CN" dirty="0" err="1">
                <a:latin typeface="+mn-ea"/>
              </a:rPr>
              <a:t>gitlab</a:t>
            </a:r>
            <a:r>
              <a:rPr lang="zh-CN" altLang="en-US" dirty="0">
                <a:latin typeface="+mn-ea"/>
              </a:rPr>
              <a:t>的过程管理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CB79D-890F-83E4-E7DA-DA30AAA93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>
            <a:extLst>
              <a:ext uri="{FF2B5EF4-FFF2-40B4-BE49-F238E27FC236}">
                <a16:creationId xmlns:a16="http://schemas.microsoft.com/office/drawing/2014/main" id="{31753262-8BC2-4AB4-2A07-F3B5B5F9A53D}"/>
              </a:ext>
            </a:extLst>
          </p:cNvPr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solidFill>
                  <a:srgbClr val="2F2F2F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过程管理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C77E318-FFDA-C5AB-2BB6-1A7AF20AB0D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537960" y="1697355"/>
            <a:ext cx="4653915" cy="835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2C3DD1-399D-2902-4B28-60182B3267BD}"/>
              </a:ext>
            </a:extLst>
          </p:cNvPr>
          <p:cNvSpPr txBox="1"/>
          <p:nvPr/>
        </p:nvSpPr>
        <p:spPr>
          <a:xfrm>
            <a:off x="282497" y="1396586"/>
            <a:ext cx="2825466" cy="1874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项目开发后期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+mn-ea"/>
              </a:rPr>
              <a:t>鉴于开发便捷性，开发仓库转为</a:t>
            </a:r>
            <a:r>
              <a:rPr lang="en-US" altLang="zh-CN" dirty="0">
                <a:latin typeface="+mn-ea"/>
              </a:rPr>
              <a:t>GitHub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+mn-ea"/>
              </a:rPr>
              <a:t>基于</a:t>
            </a:r>
            <a:r>
              <a:rPr lang="en-US" altLang="zh-CN" dirty="0">
                <a:latin typeface="+mn-ea"/>
              </a:rPr>
              <a:t>GitHub</a:t>
            </a:r>
            <a:r>
              <a:rPr lang="zh-CN" altLang="en-US" dirty="0">
                <a:latin typeface="+mn-ea"/>
              </a:rPr>
              <a:t>的过程管理</a:t>
            </a:r>
            <a:endParaRPr lang="en-US" altLang="zh-CN" dirty="0"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189619F-A418-B56C-E069-EF899CD94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484" y="1248292"/>
            <a:ext cx="5779566" cy="232845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34357BD-D666-E333-22C6-5256068B9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484" y="3928959"/>
            <a:ext cx="5779566" cy="221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208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9211" y="2033953"/>
            <a:ext cx="5546789" cy="94970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b="1" noProof="0" dirty="0" err="1">
                <a:solidFill>
                  <a:srgbClr val="2F2F2F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收获与建议</a:t>
            </a:r>
            <a:endParaRPr lang="zh-CN" altLang="en-US" sz="5400" b="1" dirty="0" err="1">
              <a:solidFill>
                <a:srgbClr val="2F2F2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84530" y="271145"/>
            <a:ext cx="10841355" cy="748665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收获与建议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01700" y="1405255"/>
            <a:ext cx="10624185" cy="407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2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通过软工，我们了解了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的基本结构，包括节点、话题、消息和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launch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文件等内容，对机器人系统的运行方式有了更直观的认识。</a:t>
            </a:r>
          </a:p>
          <a:p>
            <a:pPr marL="342900" indent="-342900" fontAlgn="auto">
              <a:lnSpc>
                <a:spcPct val="12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软工的实际开发让我们体会到团队协作的重要性。合理分工、及时沟通和统一接口能够有效提高项目推进效率。</a:t>
            </a:r>
          </a:p>
          <a:p>
            <a:pPr marL="342900" indent="-342900" fontAlgn="auto">
              <a:lnSpc>
                <a:spcPct val="12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通过软工课程，我们对软件开发流程有了更清晰的理解，认识到需求分析、系统设计、开发测试和文档编写都是项目中不可缺少的环节。</a:t>
            </a:r>
          </a:p>
          <a:p>
            <a:pPr marL="342900" indent="-342900" fontAlgn="auto">
              <a:lnSpc>
                <a:spcPct val="12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在功能实现和调试过程中，我们锻炼了代码编写与问题定位能力，也提高了对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工具和机器人控制逻辑的掌握程度。</a:t>
            </a:r>
          </a:p>
          <a:p>
            <a:pPr marL="342900" indent="-342900" fontAlgn="auto">
              <a:lnSpc>
                <a:spcPct val="12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我们建议进一步完善实验内容，使其更贴近实际开发中的问题，例如系统集成、接口调试和异常处理等。</a:t>
            </a:r>
          </a:p>
          <a:p>
            <a:pPr marL="342900" indent="-342900" fontAlgn="auto">
              <a:lnSpc>
                <a:spcPct val="12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我们还建议更新实验室设备与软件配置，统一系统环境和依赖版本，以减少环境问题对实验进度的影响。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6930" y="2331720"/>
            <a:ext cx="3674745" cy="94996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成员分工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84530" y="271145"/>
            <a:ext cx="10841355" cy="748665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成员分工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985" y="1161415"/>
            <a:ext cx="9940290" cy="54425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07813" y="645030"/>
            <a:ext cx="4645834" cy="262076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7200" b="1" i="0" u="none" strike="noStrike" kern="1200" cap="none" spc="0" normalizeH="0" baseline="0" noProof="0" dirty="0" err="1">
                <a:ln w="19050"/>
                <a:solidFill>
                  <a:srgbClr val="2F2F2F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</a:t>
            </a:r>
            <a:r>
              <a:rPr kumimoji="0" lang="zh-CN" altLang="en-US" sz="7200" b="1" i="0" u="none" strike="noStrike" kern="1200" cap="none" spc="0" normalizeH="0" baseline="0" noProof="0" dirty="0">
                <a:ln w="19050"/>
                <a:solidFill>
                  <a:srgbClr val="2F2F2F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984113" y="3933022"/>
            <a:ext cx="3840728" cy="545688"/>
          </a:xfrm>
          <a:prstGeom prst="roundRect">
            <a:avLst>
              <a:gd name="adj" fmla="val 50000"/>
            </a:avLst>
          </a:prstGeom>
          <a:solidFill>
            <a:srgbClr val="1CBCD3">
              <a:alpha val="100000"/>
            </a:srgbClr>
          </a:solidFill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期末总结汇报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7983855" y="5725160"/>
            <a:ext cx="2717165" cy="38036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5720" rIns="91440" bIns="45720" rtlCol="0" anchor="t" anchorCtr="0"/>
          <a:lstStyle/>
          <a:p>
            <a:pPr>
              <a:spcBef>
                <a:spcPts val="1000"/>
              </a:spcBef>
              <a:defRPr/>
            </a:pPr>
            <a:r>
              <a:rPr lang="zh-CN" altLang="en-US" sz="1600" b="1" dirty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小组</a:t>
            </a:r>
            <a:r>
              <a:rPr lang="zh-CN" altLang="en-US" sz="1600" dirty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：第八组（</a:t>
            </a:r>
            <a:r>
              <a:rPr lang="en-US" altLang="zh-CN" sz="1600" dirty="0" err="1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Snake Bite</a:t>
            </a:r>
            <a:r>
              <a:rPr lang="zh-CN" altLang="en-US" sz="1600" dirty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kumimoji="0" lang="zh-CN" altLang="en-US" sz="1600" b="0" i="0" u="none" strike="noStrike" kern="1200" cap="none" spc="0" normalizeH="0" baseline="0" noProof="0" dirty="0">
              <a:solidFill>
                <a:srgbClr val="2F2F2F">
                  <a:alpha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7983855" y="4673600"/>
            <a:ext cx="3987165" cy="514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2026/06/16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14212598425195,&quot;left&quot;:28.851338582677165,&quot;top&quot;:153.3915748031496,&quot;width&quot;:955.1818897637798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25,&quot;left&quot;:67.2,&quot;top&quot;:117.65,&quot;width&quot;:534.7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25,&quot;left&quot;:67.2,&quot;top&quot;:117.65,&quot;width&quot;:534.7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25,&quot;left&quot;:67.2,&quot;top&quot;:117.65,&quot;width&quot;:534.7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25,&quot;left&quot;:67.2,&quot;top&quot;:117.65,&quot;width&quot;:534.7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25,&quot;left&quot;:67.2,&quot;top&quot;:117.65,&quot;width&quot;:534.7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25,&quot;left&quot;:67.2,&quot;top&quot;:117.65,&quot;width&quot;:534.7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25,&quot;left&quot;:67.2,&quot;top&quot;:117.65,&quot;width&quot;:534.7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25,&quot;left&quot;:67.2,&quot;top&quot;:117.65,&quot;width&quot;:534.7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25,&quot;left&quot;:67.2,&quot;top&quot;:117.65,&quot;width&quot;:534.7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25,&quot;left&quot;:67.2,&quot;top&quot;:117.65,&quot;width&quot;:534.7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25,&quot;left&quot;:67.2,&quot;top&quot;:117.65,&quot;width&quot;:534.7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25,&quot;left&quot;:67.2,&quot;top&quot;:117.65,&quot;width&quot;:534.7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3041"/>
  <p:tag name="OP_SCP_COMPONENT_INFO" val="{&quot;title&quot;:&quot;环形思维导图-5&quot;,&quot;description&quot;:&quot;蓝紫色,扁平,5项&quot;,&quot;keywords&quot;:[&quot;蓝紫色&quot;,&quot;扁平&quot;,&quot;5项&quot;],&quot;labels&quot;:[]}"/>
  <p:tag name="OP_SCP_GROUP_ID" val="947c08a4-e849-3110-89a1-f905b64368be"/>
  <p:tag name="OP_SCP_ITEM_COUNT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5"/>
  <p:tag name="OP_SCP_DEFAULT_TEXT" val="输入标题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5"/>
  <p:tag name="OP_SCP_DEFAULT_TEXT" val="0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5"/>
  <p:tag name="OP_SCP_DEFAULT_TEXT" val="单击此处输入文本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4"/>
  <p:tag name="OP_SCP_DEFAULT_TEXT" val="输入标题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4"/>
  <p:tag name="OP_SCP_DEFAULT_TEXT" val="0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4"/>
  <p:tag name="OP_SCP_DEFAULT_TEXT" val="单击此处输入文本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3"/>
  <p:tag name="OP_SCP_DEFAULT_TEXT" val="输入标题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3"/>
  <p:tag name="OP_SCP_DEFAULT_TEXT" val="0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3"/>
  <p:tag name="OP_SCP_DEFAULT_TEXT" val="单击此处输入文本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输入标题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2"/>
  <p:tag name="OP_SCP_DEFAULT_TEXT" val="0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输入文本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输入标题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1"/>
  <p:tag name="OP_SCP_DEFAULT_TEXT" val="0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输入文本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0"/>
  <p:tag name="OP_SCP_DEFAULT_TEXT" val="标题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21*427"/>
  <p:tag name="TABLE_ENDDRAG_RECT" val="12*87*921*427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24*379"/>
  <p:tag name="TABLE_ENDDRAG_RECT" val="26*152*924*379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60755905511803,&quot;left&quot;:78.7691338582677,&quot;top&quot;:101.67448818897637,&quot;width&quot;:401.2308661417323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60755905511803,&quot;left&quot;:78.7691338582677,&quot;top&quot;:101.67448818897637,&quot;width&quot;:401.2308661417323}"/>
</p:tagLst>
</file>

<file path=ppt/theme/theme1.xml><?xml version="1.0" encoding="utf-8"?>
<a:theme xmlns:a="http://schemas.openxmlformats.org/drawingml/2006/main" name="9ba38e85-88b9-4efc-b11a-a6ae28efa5e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1399</Words>
  <Application>Microsoft Office PowerPoint</Application>
  <PresentationFormat>宽屏</PresentationFormat>
  <Paragraphs>133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黑体</vt:lpstr>
      <vt:lpstr>微软雅黑</vt:lpstr>
      <vt:lpstr>Arial</vt:lpstr>
      <vt:lpstr>Calibri</vt:lpstr>
      <vt:lpstr>Segoe UI</vt:lpstr>
      <vt:lpstr>Wingdings</vt:lpstr>
      <vt:lpstr>9ba38e85-88b9-4efc-b11a-a6ae28efa5ee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czh114514</dc:creator>
  <cp:lastModifiedBy>悦洋 唐</cp:lastModifiedBy>
  <cp:revision>133</cp:revision>
  <dcterms:created xsi:type="dcterms:W3CDTF">2023-08-09T12:44:00Z</dcterms:created>
  <dcterms:modified xsi:type="dcterms:W3CDTF">2026-06-15T23:59:54Z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F9252C8F17E74CE4950D1682EF091C9F_13</vt:lpwstr>
  </property>
</Properties>
</file>