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80" r:id="rId5"/>
    <p:sldId id="286" r:id="rId6"/>
    <p:sldId id="287" r:id="rId7"/>
    <p:sldId id="265" r:id="rId8"/>
    <p:sldId id="302" r:id="rId9"/>
    <p:sldId id="276" r:id="rId10"/>
    <p:sldId id="288" r:id="rId11"/>
    <p:sldId id="271" r:id="rId12"/>
    <p:sldId id="277" r:id="rId13"/>
    <p:sldId id="298" r:id="rId14"/>
    <p:sldId id="281" r:id="rId15"/>
    <p:sldId id="282" r:id="rId16"/>
    <p:sldId id="266" r:id="rId17"/>
    <p:sldId id="267" r:id="rId18"/>
    <p:sldId id="303" r:id="rId19"/>
    <p:sldId id="278" r:id="rId20"/>
    <p:sldId id="301" r:id="rId21"/>
    <p:sldId id="279" r:id="rId22"/>
    <p:sldId id="304" r:id="rId23"/>
    <p:sldId id="27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88C859-1CC3-4F90-B131-212834D09B5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24485437-A771-49EC-A05A-B1F2B7FC1484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测试类别</a:t>
          </a:r>
        </a:p>
      </dgm:t>
    </dgm:pt>
    <dgm:pt modelId="{5D74CD20-E2F6-460E-8F37-FA9871840D29}" type="parTrans" cxnId="{B19284C0-ADA1-43DB-AC21-6A62E624168F}">
      <dgm:prSet/>
      <dgm:spPr/>
      <dgm:t>
        <a:bodyPr/>
        <a:lstStyle/>
        <a:p>
          <a:endParaRPr lang="zh-CN" altLang="en-US"/>
        </a:p>
      </dgm:t>
    </dgm:pt>
    <dgm:pt modelId="{B2238E74-77D7-4FAE-A584-9303CBAF5323}" type="sibTrans" cxnId="{B19284C0-ADA1-43DB-AC21-6A62E624168F}">
      <dgm:prSet/>
      <dgm:spPr/>
      <dgm:t>
        <a:bodyPr/>
        <a:lstStyle/>
        <a:p>
          <a:endParaRPr lang="zh-CN" altLang="en-US"/>
        </a:p>
      </dgm:t>
    </dgm:pt>
    <dgm:pt modelId="{BF0BEA36-176C-4EB2-8148-7FF03E483DF1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功能测试</a:t>
          </a:r>
        </a:p>
      </dgm:t>
    </dgm:pt>
    <dgm:pt modelId="{9FD343DB-0854-438C-88E9-BA72C7B340FF}" type="parTrans" cxnId="{AFAAA816-FA64-4B0D-90DA-1C5FC73A5746}">
      <dgm:prSet/>
      <dgm:spPr/>
      <dgm:t>
        <a:bodyPr/>
        <a:lstStyle/>
        <a:p>
          <a:endParaRPr lang="zh-CN" altLang="en-US"/>
        </a:p>
      </dgm:t>
    </dgm:pt>
    <dgm:pt modelId="{CC883464-0191-4A90-8901-8FCBBB4ADCE9}" type="sibTrans" cxnId="{AFAAA816-FA64-4B0D-90DA-1C5FC73A5746}">
      <dgm:prSet/>
      <dgm:spPr/>
      <dgm:t>
        <a:bodyPr/>
        <a:lstStyle/>
        <a:p>
          <a:endParaRPr lang="zh-CN" altLang="en-US"/>
        </a:p>
      </dgm:t>
    </dgm:pt>
    <dgm:pt modelId="{93C159A8-2E1B-477C-8DD5-144EE53D0FDD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静态测试</a:t>
          </a:r>
        </a:p>
      </dgm:t>
    </dgm:pt>
    <dgm:pt modelId="{826B6610-6937-402F-AAEA-E48ECAAEA1BA}" type="parTrans" cxnId="{DE353CA6-0C99-4DB1-B605-2465239FEF7C}">
      <dgm:prSet/>
      <dgm:spPr/>
      <dgm:t>
        <a:bodyPr/>
        <a:lstStyle/>
        <a:p>
          <a:endParaRPr lang="zh-CN" altLang="en-US"/>
        </a:p>
      </dgm:t>
    </dgm:pt>
    <dgm:pt modelId="{70F99B8B-68A8-4473-9065-8BBE10D85DBE}" type="sibTrans" cxnId="{DE353CA6-0C99-4DB1-B605-2465239FEF7C}">
      <dgm:prSet/>
      <dgm:spPr/>
      <dgm:t>
        <a:bodyPr/>
        <a:lstStyle/>
        <a:p>
          <a:endParaRPr lang="zh-CN" altLang="en-US"/>
        </a:p>
      </dgm:t>
    </dgm:pt>
    <dgm:pt modelId="{6897CABB-D484-49AF-8F57-52D66CD6F9AA}">
      <dgm:prSet/>
      <dgm:spPr/>
      <dgm:t>
        <a:bodyPr/>
        <a:lstStyle/>
        <a:p>
          <a:r>
            <a:rPr lang="zh-CN">
              <a:latin typeface="黑体" panose="02010609060101010101" pitchFamily="49" charset="-122"/>
              <a:ea typeface="黑体" panose="02010609060101010101" pitchFamily="49" charset="-122"/>
            </a:rPr>
            <a:t>白盒测试</a:t>
          </a:r>
        </a:p>
      </dgm:t>
    </dgm:pt>
    <dgm:pt modelId="{7FE8E650-B847-4972-81A4-E6B8FED0080F}" type="parTrans" cxnId="{2AD6F69A-C065-4A61-B0D0-E5F58664FDC3}">
      <dgm:prSet/>
      <dgm:spPr/>
      <dgm:t>
        <a:bodyPr/>
        <a:lstStyle/>
        <a:p>
          <a:endParaRPr lang="zh-CN" altLang="en-US"/>
        </a:p>
      </dgm:t>
    </dgm:pt>
    <dgm:pt modelId="{01C15479-E70F-412C-B646-FB811CB17A02}" type="sibTrans" cxnId="{2AD6F69A-C065-4A61-B0D0-E5F58664FDC3}">
      <dgm:prSet/>
      <dgm:spPr/>
      <dgm:t>
        <a:bodyPr/>
        <a:lstStyle/>
        <a:p>
          <a:endParaRPr lang="zh-CN" altLang="en-US"/>
        </a:p>
      </dgm:t>
    </dgm:pt>
    <dgm:pt modelId="{910DC209-74FC-4780-8BF3-D29276605B19}">
      <dgm:prSet/>
      <dgm:spPr/>
      <dgm:t>
        <a:bodyPr/>
        <a:lstStyle/>
        <a:p>
          <a:r>
            <a:rPr lang="zh-CN">
              <a:latin typeface="黑体" panose="02010609060101010101" pitchFamily="49" charset="-122"/>
              <a:ea typeface="黑体" panose="02010609060101010101" pitchFamily="49" charset="-122"/>
            </a:rPr>
            <a:t>黑盒测试</a:t>
          </a:r>
        </a:p>
      </dgm:t>
    </dgm:pt>
    <dgm:pt modelId="{43BC0F06-0D23-455D-A4B8-BC0E14E77BF2}" type="parTrans" cxnId="{329097DF-F99E-460B-9399-2CDDCC25BA38}">
      <dgm:prSet/>
      <dgm:spPr/>
      <dgm:t>
        <a:bodyPr/>
        <a:lstStyle/>
        <a:p>
          <a:endParaRPr lang="zh-CN" altLang="en-US"/>
        </a:p>
      </dgm:t>
    </dgm:pt>
    <dgm:pt modelId="{4E040546-F901-4820-BD95-1C70235326A0}" type="sibTrans" cxnId="{329097DF-F99E-460B-9399-2CDDCC25BA38}">
      <dgm:prSet/>
      <dgm:spPr/>
      <dgm:t>
        <a:bodyPr/>
        <a:lstStyle/>
        <a:p>
          <a:endParaRPr lang="zh-CN" altLang="en-US"/>
        </a:p>
      </dgm:t>
    </dgm:pt>
    <dgm:pt modelId="{BBE1EEE4-84F2-4159-AEBE-7CFFA1203734}">
      <dgm:prSet/>
      <dgm:spPr/>
      <dgm:t>
        <a:bodyPr/>
        <a:lstStyle/>
        <a:p>
          <a:r>
            <a:rPr lang="zh-CN">
              <a:latin typeface="黑体" panose="02010609060101010101" pitchFamily="49" charset="-122"/>
              <a:ea typeface="黑体" panose="02010609060101010101" pitchFamily="49" charset="-122"/>
            </a:rPr>
            <a:t>灰盒测试</a:t>
          </a:r>
        </a:p>
      </dgm:t>
    </dgm:pt>
    <dgm:pt modelId="{C66FA965-C1ED-44AC-942C-979CCB761D97}" type="parTrans" cxnId="{FE585C2C-A74F-4BD7-ABC4-3532168F1ADE}">
      <dgm:prSet/>
      <dgm:spPr/>
      <dgm:t>
        <a:bodyPr/>
        <a:lstStyle/>
        <a:p>
          <a:endParaRPr lang="zh-CN" altLang="en-US"/>
        </a:p>
      </dgm:t>
    </dgm:pt>
    <dgm:pt modelId="{D2781706-FFFB-41FD-95EF-A432E96ED62A}" type="sibTrans" cxnId="{FE585C2C-A74F-4BD7-ABC4-3532168F1ADE}">
      <dgm:prSet/>
      <dgm:spPr/>
      <dgm:t>
        <a:bodyPr/>
        <a:lstStyle/>
        <a:p>
          <a:endParaRPr lang="zh-CN" altLang="en-US"/>
        </a:p>
      </dgm:t>
    </dgm:pt>
    <dgm:pt modelId="{5DC86AAA-B403-462F-9549-E20FA0D9C980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性能测试</a:t>
          </a:r>
        </a:p>
      </dgm:t>
    </dgm:pt>
    <dgm:pt modelId="{EBAE2A6A-AF88-45AF-BC3F-ABA08835B3AB}" type="parTrans" cxnId="{A54B6781-1766-445B-B26E-97720B277FD3}">
      <dgm:prSet/>
      <dgm:spPr/>
      <dgm:t>
        <a:bodyPr/>
        <a:lstStyle/>
        <a:p>
          <a:endParaRPr lang="zh-CN" altLang="en-US"/>
        </a:p>
      </dgm:t>
    </dgm:pt>
    <dgm:pt modelId="{A4B3E6D3-3E6A-4E26-8A47-D627564B3D3F}" type="sibTrans" cxnId="{A54B6781-1766-445B-B26E-97720B277FD3}">
      <dgm:prSet/>
      <dgm:spPr/>
      <dgm:t>
        <a:bodyPr/>
        <a:lstStyle/>
        <a:p>
          <a:endParaRPr lang="zh-CN" altLang="en-US"/>
        </a:p>
      </dgm:t>
    </dgm:pt>
    <dgm:pt modelId="{4F5AF29B-9C3E-465F-AD01-6A8781865367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响应实时性</a:t>
          </a:r>
        </a:p>
      </dgm:t>
    </dgm:pt>
    <dgm:pt modelId="{6DB33FB7-FB2E-4762-8F83-02C39052D628}" type="parTrans" cxnId="{D7D3919D-C72C-48DD-A9DE-FC5A89CA43B2}">
      <dgm:prSet/>
      <dgm:spPr/>
      <dgm:t>
        <a:bodyPr/>
        <a:lstStyle/>
        <a:p>
          <a:endParaRPr lang="zh-CN" altLang="en-US"/>
        </a:p>
      </dgm:t>
    </dgm:pt>
    <dgm:pt modelId="{78D83FCA-6592-4321-9665-A439E0FFC139}" type="sibTrans" cxnId="{D7D3919D-C72C-48DD-A9DE-FC5A89CA43B2}">
      <dgm:prSet/>
      <dgm:spPr/>
      <dgm:t>
        <a:bodyPr/>
        <a:lstStyle/>
        <a:p>
          <a:endParaRPr lang="zh-CN" altLang="en-US"/>
        </a:p>
      </dgm:t>
    </dgm:pt>
    <dgm:pt modelId="{9F7313A3-CEB0-478D-9286-56B2D2967E4B}">
      <dgm:prSet/>
      <dgm:spPr/>
      <dgm:t>
        <a:bodyPr/>
        <a:lstStyle/>
        <a:p>
          <a:r>
            <a:rPr lang="zh-CN">
              <a:latin typeface="黑体" panose="02010609060101010101" pitchFamily="49" charset="-122"/>
              <a:ea typeface="黑体" panose="02010609060101010101" pitchFamily="49" charset="-122"/>
            </a:rPr>
            <a:t>工作效率</a:t>
          </a:r>
        </a:p>
      </dgm:t>
    </dgm:pt>
    <dgm:pt modelId="{C7D5A9FE-1391-461E-B8F0-01B573839A4A}" type="parTrans" cxnId="{A2A3E5ED-8F52-4E25-A586-4DCD56E031C0}">
      <dgm:prSet/>
      <dgm:spPr/>
      <dgm:t>
        <a:bodyPr/>
        <a:lstStyle/>
        <a:p>
          <a:endParaRPr lang="zh-CN" altLang="en-US"/>
        </a:p>
      </dgm:t>
    </dgm:pt>
    <dgm:pt modelId="{3388FEB1-F204-407A-841F-1B79FF742152}" type="sibTrans" cxnId="{A2A3E5ED-8F52-4E25-A586-4DCD56E031C0}">
      <dgm:prSet/>
      <dgm:spPr/>
      <dgm:t>
        <a:bodyPr/>
        <a:lstStyle/>
        <a:p>
          <a:endParaRPr lang="zh-CN" altLang="en-US"/>
        </a:p>
      </dgm:t>
    </dgm:pt>
    <dgm:pt modelId="{647E8A34-EACA-4473-9E82-0A3131883200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消耗资源</a:t>
          </a:r>
        </a:p>
      </dgm:t>
    </dgm:pt>
    <dgm:pt modelId="{3F00678A-E261-4867-941B-EE838404A509}" type="parTrans" cxnId="{284739D3-4434-46BB-A7B7-DB63FA7886CC}">
      <dgm:prSet/>
      <dgm:spPr/>
      <dgm:t>
        <a:bodyPr/>
        <a:lstStyle/>
        <a:p>
          <a:endParaRPr lang="zh-CN" altLang="en-US"/>
        </a:p>
      </dgm:t>
    </dgm:pt>
    <dgm:pt modelId="{16EEF511-1744-4ED4-92C8-70C7380C0189}" type="sibTrans" cxnId="{284739D3-4434-46BB-A7B7-DB63FA7886CC}">
      <dgm:prSet/>
      <dgm:spPr/>
      <dgm:t>
        <a:bodyPr/>
        <a:lstStyle/>
        <a:p>
          <a:endParaRPr lang="zh-CN" altLang="en-US"/>
        </a:p>
      </dgm:t>
    </dgm:pt>
    <dgm:pt modelId="{7D74B1EB-7D63-42E5-AA81-6B59476CFAA5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异常与安全测试</a:t>
          </a:r>
        </a:p>
      </dgm:t>
    </dgm:pt>
    <dgm:pt modelId="{6E4AC3A2-3B10-4E82-A32E-A756485CEEB8}" type="parTrans" cxnId="{6A277495-4ED8-4028-A066-8C20301F845B}">
      <dgm:prSet/>
      <dgm:spPr/>
      <dgm:t>
        <a:bodyPr/>
        <a:lstStyle/>
        <a:p>
          <a:endParaRPr lang="zh-CN" altLang="en-US"/>
        </a:p>
      </dgm:t>
    </dgm:pt>
    <dgm:pt modelId="{86630A54-92F5-478E-BD6E-82D28ACF4675}" type="sibTrans" cxnId="{6A277495-4ED8-4028-A066-8C20301F845B}">
      <dgm:prSet/>
      <dgm:spPr/>
      <dgm:t>
        <a:bodyPr/>
        <a:lstStyle/>
        <a:p>
          <a:endParaRPr lang="zh-CN" altLang="en-US"/>
        </a:p>
      </dgm:t>
    </dgm:pt>
    <dgm:pt modelId="{4E3B0BA7-2B56-4387-A672-422A1FA2B95A}">
      <dgm:prSet/>
      <dgm:spPr/>
      <dgm:t>
        <a:bodyPr/>
        <a:lstStyle/>
        <a:p>
          <a:r>
            <a:rPr lang="zh-CN">
              <a:latin typeface="黑体" panose="02010609060101010101" pitchFamily="49" charset="-122"/>
              <a:ea typeface="黑体" panose="02010609060101010101" pitchFamily="49" charset="-122"/>
            </a:rPr>
            <a:t>异常警报</a:t>
          </a:r>
        </a:p>
      </dgm:t>
    </dgm:pt>
    <dgm:pt modelId="{21055BC8-6546-4C45-AD2E-C34A74409AE8}" type="parTrans" cxnId="{E716CFF6-D5B9-4330-9C38-8A746F2B3250}">
      <dgm:prSet/>
      <dgm:spPr/>
      <dgm:t>
        <a:bodyPr/>
        <a:lstStyle/>
        <a:p>
          <a:endParaRPr lang="zh-CN" altLang="en-US"/>
        </a:p>
      </dgm:t>
    </dgm:pt>
    <dgm:pt modelId="{0B2849A3-D4E4-4266-9B79-8614F83DF7AA}" type="sibTrans" cxnId="{E716CFF6-D5B9-4330-9C38-8A746F2B3250}">
      <dgm:prSet/>
      <dgm:spPr/>
      <dgm:t>
        <a:bodyPr/>
        <a:lstStyle/>
        <a:p>
          <a:endParaRPr lang="zh-CN" altLang="en-US"/>
        </a:p>
      </dgm:t>
    </dgm:pt>
    <dgm:pt modelId="{6F385CF6-6F01-4FA6-8552-46E0A9EC9851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异常记录</a:t>
          </a:r>
        </a:p>
      </dgm:t>
    </dgm:pt>
    <dgm:pt modelId="{724F27CB-2952-4EFF-838B-4393A4003F09}" type="parTrans" cxnId="{DEF16A51-9863-496C-B991-30C4C4E4BEAC}">
      <dgm:prSet/>
      <dgm:spPr/>
      <dgm:t>
        <a:bodyPr/>
        <a:lstStyle/>
        <a:p>
          <a:endParaRPr lang="zh-CN" altLang="en-US"/>
        </a:p>
      </dgm:t>
    </dgm:pt>
    <dgm:pt modelId="{B507B8BE-06FE-4D5E-ADC4-455E68F51F36}" type="sibTrans" cxnId="{DEF16A51-9863-496C-B991-30C4C4E4BEAC}">
      <dgm:prSet/>
      <dgm:spPr/>
      <dgm:t>
        <a:bodyPr/>
        <a:lstStyle/>
        <a:p>
          <a:endParaRPr lang="zh-CN" altLang="en-US"/>
        </a:p>
      </dgm:t>
    </dgm:pt>
    <dgm:pt modelId="{FE4805AA-42F3-476C-AD94-6E8DAE5F6D11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异常处理</a:t>
          </a:r>
        </a:p>
      </dgm:t>
    </dgm:pt>
    <dgm:pt modelId="{A7053F0C-926A-4638-B621-2DDF74B209AB}" type="parTrans" cxnId="{E88F823B-5F11-41ED-8525-219CC5B65B47}">
      <dgm:prSet/>
      <dgm:spPr/>
      <dgm:t>
        <a:bodyPr/>
        <a:lstStyle/>
        <a:p>
          <a:endParaRPr lang="zh-CN" altLang="en-US"/>
        </a:p>
      </dgm:t>
    </dgm:pt>
    <dgm:pt modelId="{18CEC8BF-BBEF-40F3-BABD-A199618B1DFC}" type="sibTrans" cxnId="{E88F823B-5F11-41ED-8525-219CC5B65B47}">
      <dgm:prSet/>
      <dgm:spPr/>
      <dgm:t>
        <a:bodyPr/>
        <a:lstStyle/>
        <a:p>
          <a:endParaRPr lang="zh-CN" altLang="en-US"/>
        </a:p>
      </dgm:t>
    </dgm:pt>
    <dgm:pt modelId="{C0213200-BDEF-447D-B3B3-3EFC5A2FFABD}" type="pres">
      <dgm:prSet presAssocID="{BE88C859-1CC3-4F90-B131-212834D09B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47E7D07-85CC-4F84-A517-8D9A38E2E34C}" type="pres">
      <dgm:prSet presAssocID="{24485437-A771-49EC-A05A-B1F2B7FC1484}" presName="root1" presStyleCnt="0"/>
      <dgm:spPr/>
    </dgm:pt>
    <dgm:pt modelId="{DC310A96-1D0B-4646-A07C-430976C49508}" type="pres">
      <dgm:prSet presAssocID="{24485437-A771-49EC-A05A-B1F2B7FC1484}" presName="LevelOneTextNode" presStyleLbl="node0" presStyleIdx="0" presStyleCnt="1">
        <dgm:presLayoutVars>
          <dgm:chPref val="3"/>
        </dgm:presLayoutVars>
      </dgm:prSet>
      <dgm:spPr/>
    </dgm:pt>
    <dgm:pt modelId="{7698EDC3-FB26-46AA-8FA3-F739D42EDACC}" type="pres">
      <dgm:prSet presAssocID="{24485437-A771-49EC-A05A-B1F2B7FC1484}" presName="level2hierChild" presStyleCnt="0"/>
      <dgm:spPr/>
    </dgm:pt>
    <dgm:pt modelId="{04BB0E06-1798-4A84-BDCA-7FDB3368438C}" type="pres">
      <dgm:prSet presAssocID="{9FD343DB-0854-438C-88E9-BA72C7B340FF}" presName="conn2-1" presStyleLbl="parChTrans1D2" presStyleIdx="0" presStyleCnt="3"/>
      <dgm:spPr/>
    </dgm:pt>
    <dgm:pt modelId="{9DB89D8D-251A-4468-BE32-76412EF82581}" type="pres">
      <dgm:prSet presAssocID="{9FD343DB-0854-438C-88E9-BA72C7B340FF}" presName="connTx" presStyleLbl="parChTrans1D2" presStyleIdx="0" presStyleCnt="3"/>
      <dgm:spPr/>
    </dgm:pt>
    <dgm:pt modelId="{88B71189-C683-4956-8FF3-37F03C8AA2EB}" type="pres">
      <dgm:prSet presAssocID="{BF0BEA36-176C-4EB2-8148-7FF03E483DF1}" presName="root2" presStyleCnt="0"/>
      <dgm:spPr/>
    </dgm:pt>
    <dgm:pt modelId="{163CF0D7-9BBA-4571-BF33-0F3C0EAF0C73}" type="pres">
      <dgm:prSet presAssocID="{BF0BEA36-176C-4EB2-8148-7FF03E483DF1}" presName="LevelTwoTextNode" presStyleLbl="node2" presStyleIdx="0" presStyleCnt="3">
        <dgm:presLayoutVars>
          <dgm:chPref val="3"/>
        </dgm:presLayoutVars>
      </dgm:prSet>
      <dgm:spPr/>
    </dgm:pt>
    <dgm:pt modelId="{C749DF99-3CB6-44F3-B801-5014A0F73077}" type="pres">
      <dgm:prSet presAssocID="{BF0BEA36-176C-4EB2-8148-7FF03E483DF1}" presName="level3hierChild" presStyleCnt="0"/>
      <dgm:spPr/>
    </dgm:pt>
    <dgm:pt modelId="{4FC5F46F-8C69-479D-979C-4478D839B65A}" type="pres">
      <dgm:prSet presAssocID="{826B6610-6937-402F-AAEA-E48ECAAEA1BA}" presName="conn2-1" presStyleLbl="parChTrans1D3" presStyleIdx="0" presStyleCnt="10"/>
      <dgm:spPr/>
    </dgm:pt>
    <dgm:pt modelId="{FFC36F39-FC8D-459E-A5E3-1239BE4F5B72}" type="pres">
      <dgm:prSet presAssocID="{826B6610-6937-402F-AAEA-E48ECAAEA1BA}" presName="connTx" presStyleLbl="parChTrans1D3" presStyleIdx="0" presStyleCnt="10"/>
      <dgm:spPr/>
    </dgm:pt>
    <dgm:pt modelId="{8DA801F9-595E-44F6-980A-7D97C4C71AD4}" type="pres">
      <dgm:prSet presAssocID="{93C159A8-2E1B-477C-8DD5-144EE53D0FDD}" presName="root2" presStyleCnt="0"/>
      <dgm:spPr/>
    </dgm:pt>
    <dgm:pt modelId="{A29ECEDE-C93D-4519-A744-634E02F26A61}" type="pres">
      <dgm:prSet presAssocID="{93C159A8-2E1B-477C-8DD5-144EE53D0FDD}" presName="LevelTwoTextNode" presStyleLbl="node3" presStyleIdx="0" presStyleCnt="10">
        <dgm:presLayoutVars>
          <dgm:chPref val="3"/>
        </dgm:presLayoutVars>
      </dgm:prSet>
      <dgm:spPr/>
    </dgm:pt>
    <dgm:pt modelId="{74D2E98D-2815-4DA4-8C81-6B1E015943A8}" type="pres">
      <dgm:prSet presAssocID="{93C159A8-2E1B-477C-8DD5-144EE53D0FDD}" presName="level3hierChild" presStyleCnt="0"/>
      <dgm:spPr/>
    </dgm:pt>
    <dgm:pt modelId="{6018EE29-89E6-4AEF-A347-4CF2B8AA5E60}" type="pres">
      <dgm:prSet presAssocID="{7FE8E650-B847-4972-81A4-E6B8FED0080F}" presName="conn2-1" presStyleLbl="parChTrans1D3" presStyleIdx="1" presStyleCnt="10"/>
      <dgm:spPr/>
    </dgm:pt>
    <dgm:pt modelId="{3E25F1AF-746B-4578-8E38-3A58B6C6BD2F}" type="pres">
      <dgm:prSet presAssocID="{7FE8E650-B847-4972-81A4-E6B8FED0080F}" presName="connTx" presStyleLbl="parChTrans1D3" presStyleIdx="1" presStyleCnt="10"/>
      <dgm:spPr/>
    </dgm:pt>
    <dgm:pt modelId="{39222AA3-32D2-4E9B-B293-C36C92D7B40B}" type="pres">
      <dgm:prSet presAssocID="{6897CABB-D484-49AF-8F57-52D66CD6F9AA}" presName="root2" presStyleCnt="0"/>
      <dgm:spPr/>
    </dgm:pt>
    <dgm:pt modelId="{FBE52B38-D4C9-4659-92E3-CA00977492AF}" type="pres">
      <dgm:prSet presAssocID="{6897CABB-D484-49AF-8F57-52D66CD6F9AA}" presName="LevelTwoTextNode" presStyleLbl="node3" presStyleIdx="1" presStyleCnt="10">
        <dgm:presLayoutVars>
          <dgm:chPref val="3"/>
        </dgm:presLayoutVars>
      </dgm:prSet>
      <dgm:spPr/>
    </dgm:pt>
    <dgm:pt modelId="{4AA05840-CA36-4DD2-B8E0-35D764577CCB}" type="pres">
      <dgm:prSet presAssocID="{6897CABB-D484-49AF-8F57-52D66CD6F9AA}" presName="level3hierChild" presStyleCnt="0"/>
      <dgm:spPr/>
    </dgm:pt>
    <dgm:pt modelId="{885F94D7-C777-4483-A0B7-BF9C281B13D9}" type="pres">
      <dgm:prSet presAssocID="{43BC0F06-0D23-455D-A4B8-BC0E14E77BF2}" presName="conn2-1" presStyleLbl="parChTrans1D3" presStyleIdx="2" presStyleCnt="10"/>
      <dgm:spPr/>
    </dgm:pt>
    <dgm:pt modelId="{A99C9E3A-170A-4AC9-8B93-742A3C930A25}" type="pres">
      <dgm:prSet presAssocID="{43BC0F06-0D23-455D-A4B8-BC0E14E77BF2}" presName="connTx" presStyleLbl="parChTrans1D3" presStyleIdx="2" presStyleCnt="10"/>
      <dgm:spPr/>
    </dgm:pt>
    <dgm:pt modelId="{F83B80A6-1ECB-4354-861F-748314A10C93}" type="pres">
      <dgm:prSet presAssocID="{910DC209-74FC-4780-8BF3-D29276605B19}" presName="root2" presStyleCnt="0"/>
      <dgm:spPr/>
    </dgm:pt>
    <dgm:pt modelId="{D8F25046-CA3C-4794-8440-4993F327D9D7}" type="pres">
      <dgm:prSet presAssocID="{910DC209-74FC-4780-8BF3-D29276605B19}" presName="LevelTwoTextNode" presStyleLbl="node3" presStyleIdx="2" presStyleCnt="10">
        <dgm:presLayoutVars>
          <dgm:chPref val="3"/>
        </dgm:presLayoutVars>
      </dgm:prSet>
      <dgm:spPr/>
    </dgm:pt>
    <dgm:pt modelId="{6955FC17-0D77-47B5-8262-2AC05FAFE594}" type="pres">
      <dgm:prSet presAssocID="{910DC209-74FC-4780-8BF3-D29276605B19}" presName="level3hierChild" presStyleCnt="0"/>
      <dgm:spPr/>
    </dgm:pt>
    <dgm:pt modelId="{7DB0E701-B5ED-440D-B359-875CEB1433A5}" type="pres">
      <dgm:prSet presAssocID="{C66FA965-C1ED-44AC-942C-979CCB761D97}" presName="conn2-1" presStyleLbl="parChTrans1D3" presStyleIdx="3" presStyleCnt="10"/>
      <dgm:spPr/>
    </dgm:pt>
    <dgm:pt modelId="{DF9EE273-0997-43BF-A0E0-5B85AEE81B8C}" type="pres">
      <dgm:prSet presAssocID="{C66FA965-C1ED-44AC-942C-979CCB761D97}" presName="connTx" presStyleLbl="parChTrans1D3" presStyleIdx="3" presStyleCnt="10"/>
      <dgm:spPr/>
    </dgm:pt>
    <dgm:pt modelId="{1DD45FDA-E762-472C-909D-67D2A6ABBE61}" type="pres">
      <dgm:prSet presAssocID="{BBE1EEE4-84F2-4159-AEBE-7CFFA1203734}" presName="root2" presStyleCnt="0"/>
      <dgm:spPr/>
    </dgm:pt>
    <dgm:pt modelId="{5A25DA56-2EC8-485F-8C90-2EC784021C3B}" type="pres">
      <dgm:prSet presAssocID="{BBE1EEE4-84F2-4159-AEBE-7CFFA1203734}" presName="LevelTwoTextNode" presStyleLbl="node3" presStyleIdx="3" presStyleCnt="10">
        <dgm:presLayoutVars>
          <dgm:chPref val="3"/>
        </dgm:presLayoutVars>
      </dgm:prSet>
      <dgm:spPr/>
    </dgm:pt>
    <dgm:pt modelId="{10B843C3-53EE-4744-BBFB-07E0310034D1}" type="pres">
      <dgm:prSet presAssocID="{BBE1EEE4-84F2-4159-AEBE-7CFFA1203734}" presName="level3hierChild" presStyleCnt="0"/>
      <dgm:spPr/>
    </dgm:pt>
    <dgm:pt modelId="{93945DD2-A9E9-42B2-8834-EC612460FD84}" type="pres">
      <dgm:prSet presAssocID="{EBAE2A6A-AF88-45AF-BC3F-ABA08835B3AB}" presName="conn2-1" presStyleLbl="parChTrans1D2" presStyleIdx="1" presStyleCnt="3"/>
      <dgm:spPr/>
    </dgm:pt>
    <dgm:pt modelId="{2BB93615-8DED-4905-AC65-77C0C15146F4}" type="pres">
      <dgm:prSet presAssocID="{EBAE2A6A-AF88-45AF-BC3F-ABA08835B3AB}" presName="connTx" presStyleLbl="parChTrans1D2" presStyleIdx="1" presStyleCnt="3"/>
      <dgm:spPr/>
    </dgm:pt>
    <dgm:pt modelId="{DC3CB866-83B4-4CF7-ACAA-56F85EB87364}" type="pres">
      <dgm:prSet presAssocID="{5DC86AAA-B403-462F-9549-E20FA0D9C980}" presName="root2" presStyleCnt="0"/>
      <dgm:spPr/>
    </dgm:pt>
    <dgm:pt modelId="{79E03A58-60B8-4D18-AF5D-9FAD5E0BC72F}" type="pres">
      <dgm:prSet presAssocID="{5DC86AAA-B403-462F-9549-E20FA0D9C980}" presName="LevelTwoTextNode" presStyleLbl="node2" presStyleIdx="1" presStyleCnt="3">
        <dgm:presLayoutVars>
          <dgm:chPref val="3"/>
        </dgm:presLayoutVars>
      </dgm:prSet>
      <dgm:spPr/>
    </dgm:pt>
    <dgm:pt modelId="{E150B3FA-8781-494A-8740-3D6C2312AD2B}" type="pres">
      <dgm:prSet presAssocID="{5DC86AAA-B403-462F-9549-E20FA0D9C980}" presName="level3hierChild" presStyleCnt="0"/>
      <dgm:spPr/>
    </dgm:pt>
    <dgm:pt modelId="{52BF6103-6FD0-428E-A36B-CD8A164851C1}" type="pres">
      <dgm:prSet presAssocID="{6DB33FB7-FB2E-4762-8F83-02C39052D628}" presName="conn2-1" presStyleLbl="parChTrans1D3" presStyleIdx="4" presStyleCnt="10"/>
      <dgm:spPr/>
    </dgm:pt>
    <dgm:pt modelId="{1C0A1AFE-7F11-4766-B79E-EBB9C41A3DF9}" type="pres">
      <dgm:prSet presAssocID="{6DB33FB7-FB2E-4762-8F83-02C39052D628}" presName="connTx" presStyleLbl="parChTrans1D3" presStyleIdx="4" presStyleCnt="10"/>
      <dgm:spPr/>
    </dgm:pt>
    <dgm:pt modelId="{A43CE1B8-DFEC-4BEF-9414-6B3DE597E5CF}" type="pres">
      <dgm:prSet presAssocID="{4F5AF29B-9C3E-465F-AD01-6A8781865367}" presName="root2" presStyleCnt="0"/>
      <dgm:spPr/>
    </dgm:pt>
    <dgm:pt modelId="{9AB7F9CD-487D-4835-838A-E17B09E1D5DF}" type="pres">
      <dgm:prSet presAssocID="{4F5AF29B-9C3E-465F-AD01-6A8781865367}" presName="LevelTwoTextNode" presStyleLbl="node3" presStyleIdx="4" presStyleCnt="10">
        <dgm:presLayoutVars>
          <dgm:chPref val="3"/>
        </dgm:presLayoutVars>
      </dgm:prSet>
      <dgm:spPr/>
    </dgm:pt>
    <dgm:pt modelId="{39BE22F7-9CB9-4463-A299-218F0DC4D03A}" type="pres">
      <dgm:prSet presAssocID="{4F5AF29B-9C3E-465F-AD01-6A8781865367}" presName="level3hierChild" presStyleCnt="0"/>
      <dgm:spPr/>
    </dgm:pt>
    <dgm:pt modelId="{876A70B9-7481-46CF-9480-AD74409E8F72}" type="pres">
      <dgm:prSet presAssocID="{C7D5A9FE-1391-461E-B8F0-01B573839A4A}" presName="conn2-1" presStyleLbl="parChTrans1D3" presStyleIdx="5" presStyleCnt="10"/>
      <dgm:spPr/>
    </dgm:pt>
    <dgm:pt modelId="{FCB82352-19E6-4636-B73E-6EF0AB8D3610}" type="pres">
      <dgm:prSet presAssocID="{C7D5A9FE-1391-461E-B8F0-01B573839A4A}" presName="connTx" presStyleLbl="parChTrans1D3" presStyleIdx="5" presStyleCnt="10"/>
      <dgm:spPr/>
    </dgm:pt>
    <dgm:pt modelId="{BBB84DD0-9C83-472F-98A4-3B3EE05C7E2F}" type="pres">
      <dgm:prSet presAssocID="{9F7313A3-CEB0-478D-9286-56B2D2967E4B}" presName="root2" presStyleCnt="0"/>
      <dgm:spPr/>
    </dgm:pt>
    <dgm:pt modelId="{F975FE97-9638-4066-8D8C-B22318E5B15F}" type="pres">
      <dgm:prSet presAssocID="{9F7313A3-CEB0-478D-9286-56B2D2967E4B}" presName="LevelTwoTextNode" presStyleLbl="node3" presStyleIdx="5" presStyleCnt="10">
        <dgm:presLayoutVars>
          <dgm:chPref val="3"/>
        </dgm:presLayoutVars>
      </dgm:prSet>
      <dgm:spPr/>
    </dgm:pt>
    <dgm:pt modelId="{A430F201-0648-4D94-90A9-B9B7129AE197}" type="pres">
      <dgm:prSet presAssocID="{9F7313A3-CEB0-478D-9286-56B2D2967E4B}" presName="level3hierChild" presStyleCnt="0"/>
      <dgm:spPr/>
    </dgm:pt>
    <dgm:pt modelId="{61C4E30C-BA51-4E32-B3DE-801A61B5DE34}" type="pres">
      <dgm:prSet presAssocID="{3F00678A-E261-4867-941B-EE838404A509}" presName="conn2-1" presStyleLbl="parChTrans1D3" presStyleIdx="6" presStyleCnt="10"/>
      <dgm:spPr/>
    </dgm:pt>
    <dgm:pt modelId="{32CAD534-7D24-40DC-B920-80A50F87D8BF}" type="pres">
      <dgm:prSet presAssocID="{3F00678A-E261-4867-941B-EE838404A509}" presName="connTx" presStyleLbl="parChTrans1D3" presStyleIdx="6" presStyleCnt="10"/>
      <dgm:spPr/>
    </dgm:pt>
    <dgm:pt modelId="{14999696-34DA-49FB-BA3C-B489BEAA1E83}" type="pres">
      <dgm:prSet presAssocID="{647E8A34-EACA-4473-9E82-0A3131883200}" presName="root2" presStyleCnt="0"/>
      <dgm:spPr/>
    </dgm:pt>
    <dgm:pt modelId="{8DA42C32-8FBD-486C-AE96-7BEB083DBFD9}" type="pres">
      <dgm:prSet presAssocID="{647E8A34-EACA-4473-9E82-0A3131883200}" presName="LevelTwoTextNode" presStyleLbl="node3" presStyleIdx="6" presStyleCnt="10">
        <dgm:presLayoutVars>
          <dgm:chPref val="3"/>
        </dgm:presLayoutVars>
      </dgm:prSet>
      <dgm:spPr/>
    </dgm:pt>
    <dgm:pt modelId="{7470EE7E-CA84-4897-AF4F-5E9F17FD229F}" type="pres">
      <dgm:prSet presAssocID="{647E8A34-EACA-4473-9E82-0A3131883200}" presName="level3hierChild" presStyleCnt="0"/>
      <dgm:spPr/>
    </dgm:pt>
    <dgm:pt modelId="{D7B5A2B4-9D67-40FB-81D7-B14B96B86358}" type="pres">
      <dgm:prSet presAssocID="{6E4AC3A2-3B10-4E82-A32E-A756485CEEB8}" presName="conn2-1" presStyleLbl="parChTrans1D2" presStyleIdx="2" presStyleCnt="3"/>
      <dgm:spPr/>
    </dgm:pt>
    <dgm:pt modelId="{DCA10F00-F51B-4CDF-B8C6-2A17A73E705B}" type="pres">
      <dgm:prSet presAssocID="{6E4AC3A2-3B10-4E82-A32E-A756485CEEB8}" presName="connTx" presStyleLbl="parChTrans1D2" presStyleIdx="2" presStyleCnt="3"/>
      <dgm:spPr/>
    </dgm:pt>
    <dgm:pt modelId="{179F994F-E461-4BF7-8CCC-F9104F6D3DE5}" type="pres">
      <dgm:prSet presAssocID="{7D74B1EB-7D63-42E5-AA81-6B59476CFAA5}" presName="root2" presStyleCnt="0"/>
      <dgm:spPr/>
    </dgm:pt>
    <dgm:pt modelId="{B1A786A4-56D2-4E35-B496-544276EE5D14}" type="pres">
      <dgm:prSet presAssocID="{7D74B1EB-7D63-42E5-AA81-6B59476CFAA5}" presName="LevelTwoTextNode" presStyleLbl="node2" presStyleIdx="2" presStyleCnt="3">
        <dgm:presLayoutVars>
          <dgm:chPref val="3"/>
        </dgm:presLayoutVars>
      </dgm:prSet>
      <dgm:spPr/>
    </dgm:pt>
    <dgm:pt modelId="{C5865314-DB47-408A-90EB-17EBE2A3EBCD}" type="pres">
      <dgm:prSet presAssocID="{7D74B1EB-7D63-42E5-AA81-6B59476CFAA5}" presName="level3hierChild" presStyleCnt="0"/>
      <dgm:spPr/>
    </dgm:pt>
    <dgm:pt modelId="{0AC64514-ACC5-4967-AC3C-E297E116D01D}" type="pres">
      <dgm:prSet presAssocID="{21055BC8-6546-4C45-AD2E-C34A74409AE8}" presName="conn2-1" presStyleLbl="parChTrans1D3" presStyleIdx="7" presStyleCnt="10"/>
      <dgm:spPr/>
    </dgm:pt>
    <dgm:pt modelId="{EE4EFFBE-D189-4D3C-AE30-41378B06DCBF}" type="pres">
      <dgm:prSet presAssocID="{21055BC8-6546-4C45-AD2E-C34A74409AE8}" presName="connTx" presStyleLbl="parChTrans1D3" presStyleIdx="7" presStyleCnt="10"/>
      <dgm:spPr/>
    </dgm:pt>
    <dgm:pt modelId="{35401FC5-A24B-4778-BC13-E552BF868ED0}" type="pres">
      <dgm:prSet presAssocID="{4E3B0BA7-2B56-4387-A672-422A1FA2B95A}" presName="root2" presStyleCnt="0"/>
      <dgm:spPr/>
    </dgm:pt>
    <dgm:pt modelId="{64C99378-8063-464A-BD31-2DFA952AD753}" type="pres">
      <dgm:prSet presAssocID="{4E3B0BA7-2B56-4387-A672-422A1FA2B95A}" presName="LevelTwoTextNode" presStyleLbl="node3" presStyleIdx="7" presStyleCnt="10">
        <dgm:presLayoutVars>
          <dgm:chPref val="3"/>
        </dgm:presLayoutVars>
      </dgm:prSet>
      <dgm:spPr/>
    </dgm:pt>
    <dgm:pt modelId="{62CA5A4E-874F-479B-82D0-BB2DDF067029}" type="pres">
      <dgm:prSet presAssocID="{4E3B0BA7-2B56-4387-A672-422A1FA2B95A}" presName="level3hierChild" presStyleCnt="0"/>
      <dgm:spPr/>
    </dgm:pt>
    <dgm:pt modelId="{BD881B2B-2AD7-47C0-B4D8-D2E9724871D1}" type="pres">
      <dgm:prSet presAssocID="{724F27CB-2952-4EFF-838B-4393A4003F09}" presName="conn2-1" presStyleLbl="parChTrans1D3" presStyleIdx="8" presStyleCnt="10"/>
      <dgm:spPr/>
    </dgm:pt>
    <dgm:pt modelId="{C8E2C2E4-8B1F-4DC6-8902-BF88DEE13C1E}" type="pres">
      <dgm:prSet presAssocID="{724F27CB-2952-4EFF-838B-4393A4003F09}" presName="connTx" presStyleLbl="parChTrans1D3" presStyleIdx="8" presStyleCnt="10"/>
      <dgm:spPr/>
    </dgm:pt>
    <dgm:pt modelId="{8A5C3533-904E-44FD-8C50-1B445B17A842}" type="pres">
      <dgm:prSet presAssocID="{6F385CF6-6F01-4FA6-8552-46E0A9EC9851}" presName="root2" presStyleCnt="0"/>
      <dgm:spPr/>
    </dgm:pt>
    <dgm:pt modelId="{9693528C-B905-4B2C-B0E0-09A3035947BB}" type="pres">
      <dgm:prSet presAssocID="{6F385CF6-6F01-4FA6-8552-46E0A9EC9851}" presName="LevelTwoTextNode" presStyleLbl="node3" presStyleIdx="8" presStyleCnt="10">
        <dgm:presLayoutVars>
          <dgm:chPref val="3"/>
        </dgm:presLayoutVars>
      </dgm:prSet>
      <dgm:spPr/>
    </dgm:pt>
    <dgm:pt modelId="{F32C83BB-F4B4-497A-84E6-63EADFAF204C}" type="pres">
      <dgm:prSet presAssocID="{6F385CF6-6F01-4FA6-8552-46E0A9EC9851}" presName="level3hierChild" presStyleCnt="0"/>
      <dgm:spPr/>
    </dgm:pt>
    <dgm:pt modelId="{7FBA9A1C-6C10-4B4D-BFC9-6F564AF5ECDC}" type="pres">
      <dgm:prSet presAssocID="{A7053F0C-926A-4638-B621-2DDF74B209AB}" presName="conn2-1" presStyleLbl="parChTrans1D3" presStyleIdx="9" presStyleCnt="10"/>
      <dgm:spPr/>
    </dgm:pt>
    <dgm:pt modelId="{604319A0-6B23-4993-B3DF-E0702931E56A}" type="pres">
      <dgm:prSet presAssocID="{A7053F0C-926A-4638-B621-2DDF74B209AB}" presName="connTx" presStyleLbl="parChTrans1D3" presStyleIdx="9" presStyleCnt="10"/>
      <dgm:spPr/>
    </dgm:pt>
    <dgm:pt modelId="{A550AD52-1B76-4376-A062-AE007CEDB49A}" type="pres">
      <dgm:prSet presAssocID="{FE4805AA-42F3-476C-AD94-6E8DAE5F6D11}" presName="root2" presStyleCnt="0"/>
      <dgm:spPr/>
    </dgm:pt>
    <dgm:pt modelId="{7F6679BB-9E3E-4736-82B7-A7882E7DE778}" type="pres">
      <dgm:prSet presAssocID="{FE4805AA-42F3-476C-AD94-6E8DAE5F6D11}" presName="LevelTwoTextNode" presStyleLbl="node3" presStyleIdx="9" presStyleCnt="10">
        <dgm:presLayoutVars>
          <dgm:chPref val="3"/>
        </dgm:presLayoutVars>
      </dgm:prSet>
      <dgm:spPr/>
    </dgm:pt>
    <dgm:pt modelId="{A9D78B60-F39D-4876-BA4A-BA8944F86641}" type="pres">
      <dgm:prSet presAssocID="{FE4805AA-42F3-476C-AD94-6E8DAE5F6D11}" presName="level3hierChild" presStyleCnt="0"/>
      <dgm:spPr/>
    </dgm:pt>
  </dgm:ptLst>
  <dgm:cxnLst>
    <dgm:cxn modelId="{C30F4702-99B0-43F6-8A3B-FFD3435CB51A}" type="presOf" srcId="{EBAE2A6A-AF88-45AF-BC3F-ABA08835B3AB}" destId="{93945DD2-A9E9-42B2-8834-EC612460FD84}" srcOrd="0" destOrd="0" presId="urn:microsoft.com/office/officeart/2005/8/layout/hierarchy2"/>
    <dgm:cxn modelId="{012D4C0C-5A13-4C8C-9962-11F9786F965D}" type="presOf" srcId="{910DC209-74FC-4780-8BF3-D29276605B19}" destId="{D8F25046-CA3C-4794-8440-4993F327D9D7}" srcOrd="0" destOrd="0" presId="urn:microsoft.com/office/officeart/2005/8/layout/hierarchy2"/>
    <dgm:cxn modelId="{56FC090F-7F6A-4DD6-8E7A-6E2BB09155BC}" type="presOf" srcId="{6E4AC3A2-3B10-4E82-A32E-A756485CEEB8}" destId="{D7B5A2B4-9D67-40FB-81D7-B14B96B86358}" srcOrd="0" destOrd="0" presId="urn:microsoft.com/office/officeart/2005/8/layout/hierarchy2"/>
    <dgm:cxn modelId="{BFCB650F-BE17-4640-A753-26FF3261D29E}" type="presOf" srcId="{BF0BEA36-176C-4EB2-8148-7FF03E483DF1}" destId="{163CF0D7-9BBA-4571-BF33-0F3C0EAF0C73}" srcOrd="0" destOrd="0" presId="urn:microsoft.com/office/officeart/2005/8/layout/hierarchy2"/>
    <dgm:cxn modelId="{D6F9D113-BF8A-488E-92F7-DF4359CEF22C}" type="presOf" srcId="{6F385CF6-6F01-4FA6-8552-46E0A9EC9851}" destId="{9693528C-B905-4B2C-B0E0-09A3035947BB}" srcOrd="0" destOrd="0" presId="urn:microsoft.com/office/officeart/2005/8/layout/hierarchy2"/>
    <dgm:cxn modelId="{AFAAA816-FA64-4B0D-90DA-1C5FC73A5746}" srcId="{24485437-A771-49EC-A05A-B1F2B7FC1484}" destId="{BF0BEA36-176C-4EB2-8148-7FF03E483DF1}" srcOrd="0" destOrd="0" parTransId="{9FD343DB-0854-438C-88E9-BA72C7B340FF}" sibTransId="{CC883464-0191-4A90-8901-8FCBBB4ADCE9}"/>
    <dgm:cxn modelId="{45098E29-2DE1-43D0-BEF9-736E5EC644B5}" type="presOf" srcId="{6E4AC3A2-3B10-4E82-A32E-A756485CEEB8}" destId="{DCA10F00-F51B-4CDF-B8C6-2A17A73E705B}" srcOrd="1" destOrd="0" presId="urn:microsoft.com/office/officeart/2005/8/layout/hierarchy2"/>
    <dgm:cxn modelId="{FE585C2C-A74F-4BD7-ABC4-3532168F1ADE}" srcId="{BF0BEA36-176C-4EB2-8148-7FF03E483DF1}" destId="{BBE1EEE4-84F2-4159-AEBE-7CFFA1203734}" srcOrd="3" destOrd="0" parTransId="{C66FA965-C1ED-44AC-942C-979CCB761D97}" sibTransId="{D2781706-FFFB-41FD-95EF-A432E96ED62A}"/>
    <dgm:cxn modelId="{5F703333-F900-49B5-A376-A92C72D78ADA}" type="presOf" srcId="{EBAE2A6A-AF88-45AF-BC3F-ABA08835B3AB}" destId="{2BB93615-8DED-4905-AC65-77C0C15146F4}" srcOrd="1" destOrd="0" presId="urn:microsoft.com/office/officeart/2005/8/layout/hierarchy2"/>
    <dgm:cxn modelId="{FAEB4236-E91E-4F5A-92FD-A93AD2C3A0C5}" type="presOf" srcId="{9FD343DB-0854-438C-88E9-BA72C7B340FF}" destId="{04BB0E06-1798-4A84-BDCA-7FDB3368438C}" srcOrd="0" destOrd="0" presId="urn:microsoft.com/office/officeart/2005/8/layout/hierarchy2"/>
    <dgm:cxn modelId="{2EA45838-FCD0-4D43-A47D-3E086B3CC242}" type="presOf" srcId="{C7D5A9FE-1391-461E-B8F0-01B573839A4A}" destId="{FCB82352-19E6-4636-B73E-6EF0AB8D3610}" srcOrd="1" destOrd="0" presId="urn:microsoft.com/office/officeart/2005/8/layout/hierarchy2"/>
    <dgm:cxn modelId="{E88F823B-5F11-41ED-8525-219CC5B65B47}" srcId="{7D74B1EB-7D63-42E5-AA81-6B59476CFAA5}" destId="{FE4805AA-42F3-476C-AD94-6E8DAE5F6D11}" srcOrd="2" destOrd="0" parTransId="{A7053F0C-926A-4638-B621-2DDF74B209AB}" sibTransId="{18CEC8BF-BBEF-40F3-BABD-A199618B1DFC}"/>
    <dgm:cxn modelId="{9EFD623D-B5D0-416F-83A1-9E40B2BC730F}" type="presOf" srcId="{C66FA965-C1ED-44AC-942C-979CCB761D97}" destId="{7DB0E701-B5ED-440D-B359-875CEB1433A5}" srcOrd="0" destOrd="0" presId="urn:microsoft.com/office/officeart/2005/8/layout/hierarchy2"/>
    <dgm:cxn modelId="{179CE43D-69B2-4855-BE03-76764B279A8F}" type="presOf" srcId="{A7053F0C-926A-4638-B621-2DDF74B209AB}" destId="{604319A0-6B23-4993-B3DF-E0702931E56A}" srcOrd="1" destOrd="0" presId="urn:microsoft.com/office/officeart/2005/8/layout/hierarchy2"/>
    <dgm:cxn modelId="{7689DB3E-AEE3-421F-9835-F31116BDCFC8}" type="presOf" srcId="{3F00678A-E261-4867-941B-EE838404A509}" destId="{61C4E30C-BA51-4E32-B3DE-801A61B5DE34}" srcOrd="0" destOrd="0" presId="urn:microsoft.com/office/officeart/2005/8/layout/hierarchy2"/>
    <dgm:cxn modelId="{ED230043-1174-4A0F-9C17-8F4005602B75}" type="presOf" srcId="{724F27CB-2952-4EFF-838B-4393A4003F09}" destId="{BD881B2B-2AD7-47C0-B4D8-D2E9724871D1}" srcOrd="0" destOrd="0" presId="urn:microsoft.com/office/officeart/2005/8/layout/hierarchy2"/>
    <dgm:cxn modelId="{B3F73343-F1D2-45EF-8C7F-5F7E0079C267}" type="presOf" srcId="{7FE8E650-B847-4972-81A4-E6B8FED0080F}" destId="{6018EE29-89E6-4AEF-A347-4CF2B8AA5E60}" srcOrd="0" destOrd="0" presId="urn:microsoft.com/office/officeart/2005/8/layout/hierarchy2"/>
    <dgm:cxn modelId="{28B18847-0D7C-4718-94CA-2C7C2AF77B11}" type="presOf" srcId="{647E8A34-EACA-4473-9E82-0A3131883200}" destId="{8DA42C32-8FBD-486C-AE96-7BEB083DBFD9}" srcOrd="0" destOrd="0" presId="urn:microsoft.com/office/officeart/2005/8/layout/hierarchy2"/>
    <dgm:cxn modelId="{7520AC69-76B2-46DD-BD9D-7F26A6C8D3C1}" type="presOf" srcId="{9FD343DB-0854-438C-88E9-BA72C7B340FF}" destId="{9DB89D8D-251A-4468-BE32-76412EF82581}" srcOrd="1" destOrd="0" presId="urn:microsoft.com/office/officeart/2005/8/layout/hierarchy2"/>
    <dgm:cxn modelId="{DEF16A51-9863-496C-B991-30C4C4E4BEAC}" srcId="{7D74B1EB-7D63-42E5-AA81-6B59476CFAA5}" destId="{6F385CF6-6F01-4FA6-8552-46E0A9EC9851}" srcOrd="1" destOrd="0" parTransId="{724F27CB-2952-4EFF-838B-4393A4003F09}" sibTransId="{B507B8BE-06FE-4D5E-ADC4-455E68F51F36}"/>
    <dgm:cxn modelId="{C040DE73-1569-4D78-AE16-1A2870424800}" type="presOf" srcId="{FE4805AA-42F3-476C-AD94-6E8DAE5F6D11}" destId="{7F6679BB-9E3E-4736-82B7-A7882E7DE778}" srcOrd="0" destOrd="0" presId="urn:microsoft.com/office/officeart/2005/8/layout/hierarchy2"/>
    <dgm:cxn modelId="{FD91C358-0A20-4D72-ABC9-6694E8F9012C}" type="presOf" srcId="{4F5AF29B-9C3E-465F-AD01-6A8781865367}" destId="{9AB7F9CD-487D-4835-838A-E17B09E1D5DF}" srcOrd="0" destOrd="0" presId="urn:microsoft.com/office/officeart/2005/8/layout/hierarchy2"/>
    <dgm:cxn modelId="{A54B6781-1766-445B-B26E-97720B277FD3}" srcId="{24485437-A771-49EC-A05A-B1F2B7FC1484}" destId="{5DC86AAA-B403-462F-9549-E20FA0D9C980}" srcOrd="1" destOrd="0" parTransId="{EBAE2A6A-AF88-45AF-BC3F-ABA08835B3AB}" sibTransId="{A4B3E6D3-3E6A-4E26-8A47-D627564B3D3F}"/>
    <dgm:cxn modelId="{53418E81-0FB4-49CD-A395-451EA0DC75CF}" type="presOf" srcId="{7FE8E650-B847-4972-81A4-E6B8FED0080F}" destId="{3E25F1AF-746B-4578-8E38-3A58B6C6BD2F}" srcOrd="1" destOrd="0" presId="urn:microsoft.com/office/officeart/2005/8/layout/hierarchy2"/>
    <dgm:cxn modelId="{21971B87-A001-465F-974E-B14765EA8A79}" type="presOf" srcId="{C66FA965-C1ED-44AC-942C-979CCB761D97}" destId="{DF9EE273-0997-43BF-A0E0-5B85AEE81B8C}" srcOrd="1" destOrd="0" presId="urn:microsoft.com/office/officeart/2005/8/layout/hierarchy2"/>
    <dgm:cxn modelId="{CB75BE87-75B8-40A8-A9D0-C29690717986}" type="presOf" srcId="{BE88C859-1CC3-4F90-B131-212834D09B5F}" destId="{C0213200-BDEF-447D-B3B3-3EFC5A2FFABD}" srcOrd="0" destOrd="0" presId="urn:microsoft.com/office/officeart/2005/8/layout/hierarchy2"/>
    <dgm:cxn modelId="{BD7EA78D-461D-4EFC-9AC4-8F608E84D738}" type="presOf" srcId="{BBE1EEE4-84F2-4159-AEBE-7CFFA1203734}" destId="{5A25DA56-2EC8-485F-8C90-2EC784021C3B}" srcOrd="0" destOrd="0" presId="urn:microsoft.com/office/officeart/2005/8/layout/hierarchy2"/>
    <dgm:cxn modelId="{9EB6E18F-24DE-423F-B26D-F5C309B184DC}" type="presOf" srcId="{7D74B1EB-7D63-42E5-AA81-6B59476CFAA5}" destId="{B1A786A4-56D2-4E35-B496-544276EE5D14}" srcOrd="0" destOrd="0" presId="urn:microsoft.com/office/officeart/2005/8/layout/hierarchy2"/>
    <dgm:cxn modelId="{F0C3E793-3E17-4836-A1A2-24D07E6E8DDB}" type="presOf" srcId="{3F00678A-E261-4867-941B-EE838404A509}" destId="{32CAD534-7D24-40DC-B920-80A50F87D8BF}" srcOrd="1" destOrd="0" presId="urn:microsoft.com/office/officeart/2005/8/layout/hierarchy2"/>
    <dgm:cxn modelId="{6A277495-4ED8-4028-A066-8C20301F845B}" srcId="{24485437-A771-49EC-A05A-B1F2B7FC1484}" destId="{7D74B1EB-7D63-42E5-AA81-6B59476CFAA5}" srcOrd="2" destOrd="0" parTransId="{6E4AC3A2-3B10-4E82-A32E-A756485CEEB8}" sibTransId="{86630A54-92F5-478E-BD6E-82D28ACF4675}"/>
    <dgm:cxn modelId="{9B66C695-00D3-41F2-8559-030B3B3D168D}" type="presOf" srcId="{6DB33FB7-FB2E-4762-8F83-02C39052D628}" destId="{1C0A1AFE-7F11-4766-B79E-EBB9C41A3DF9}" srcOrd="1" destOrd="0" presId="urn:microsoft.com/office/officeart/2005/8/layout/hierarchy2"/>
    <dgm:cxn modelId="{185B6298-5B5B-446A-A9AE-6481E328D5E8}" type="presOf" srcId="{43BC0F06-0D23-455D-A4B8-BC0E14E77BF2}" destId="{885F94D7-C777-4483-A0B7-BF9C281B13D9}" srcOrd="0" destOrd="0" presId="urn:microsoft.com/office/officeart/2005/8/layout/hierarchy2"/>
    <dgm:cxn modelId="{2AD6F69A-C065-4A61-B0D0-E5F58664FDC3}" srcId="{BF0BEA36-176C-4EB2-8148-7FF03E483DF1}" destId="{6897CABB-D484-49AF-8F57-52D66CD6F9AA}" srcOrd="1" destOrd="0" parTransId="{7FE8E650-B847-4972-81A4-E6B8FED0080F}" sibTransId="{01C15479-E70F-412C-B646-FB811CB17A02}"/>
    <dgm:cxn modelId="{7B712F9C-65A0-45B2-B336-34C7CBBE3C41}" type="presOf" srcId="{C7D5A9FE-1391-461E-B8F0-01B573839A4A}" destId="{876A70B9-7481-46CF-9480-AD74409E8F72}" srcOrd="0" destOrd="0" presId="urn:microsoft.com/office/officeart/2005/8/layout/hierarchy2"/>
    <dgm:cxn modelId="{D7D3919D-C72C-48DD-A9DE-FC5A89CA43B2}" srcId="{5DC86AAA-B403-462F-9549-E20FA0D9C980}" destId="{4F5AF29B-9C3E-465F-AD01-6A8781865367}" srcOrd="0" destOrd="0" parTransId="{6DB33FB7-FB2E-4762-8F83-02C39052D628}" sibTransId="{78D83FCA-6592-4321-9665-A439E0FFC139}"/>
    <dgm:cxn modelId="{0979F9A5-84AB-44A8-815C-C9A0EB8CB086}" type="presOf" srcId="{21055BC8-6546-4C45-AD2E-C34A74409AE8}" destId="{EE4EFFBE-D189-4D3C-AE30-41378B06DCBF}" srcOrd="1" destOrd="0" presId="urn:microsoft.com/office/officeart/2005/8/layout/hierarchy2"/>
    <dgm:cxn modelId="{DE353CA6-0C99-4DB1-B605-2465239FEF7C}" srcId="{BF0BEA36-176C-4EB2-8148-7FF03E483DF1}" destId="{93C159A8-2E1B-477C-8DD5-144EE53D0FDD}" srcOrd="0" destOrd="0" parTransId="{826B6610-6937-402F-AAEA-E48ECAAEA1BA}" sibTransId="{70F99B8B-68A8-4473-9065-8BBE10D85DBE}"/>
    <dgm:cxn modelId="{990B40AF-DDEB-4FED-9F31-990FC74E7B23}" type="presOf" srcId="{826B6610-6937-402F-AAEA-E48ECAAEA1BA}" destId="{FFC36F39-FC8D-459E-A5E3-1239BE4F5B72}" srcOrd="1" destOrd="0" presId="urn:microsoft.com/office/officeart/2005/8/layout/hierarchy2"/>
    <dgm:cxn modelId="{E26BAAB2-917F-4B6B-A60F-FCF71DABCD3D}" type="presOf" srcId="{9F7313A3-CEB0-478D-9286-56B2D2967E4B}" destId="{F975FE97-9638-4066-8D8C-B22318E5B15F}" srcOrd="0" destOrd="0" presId="urn:microsoft.com/office/officeart/2005/8/layout/hierarchy2"/>
    <dgm:cxn modelId="{F69811B9-7FEB-49E9-972C-21F8180B1D0F}" type="presOf" srcId="{24485437-A771-49EC-A05A-B1F2B7FC1484}" destId="{DC310A96-1D0B-4646-A07C-430976C49508}" srcOrd="0" destOrd="0" presId="urn:microsoft.com/office/officeart/2005/8/layout/hierarchy2"/>
    <dgm:cxn modelId="{1B4FB2BA-4C25-441A-B129-38806ED9C380}" type="presOf" srcId="{826B6610-6937-402F-AAEA-E48ECAAEA1BA}" destId="{4FC5F46F-8C69-479D-979C-4478D839B65A}" srcOrd="0" destOrd="0" presId="urn:microsoft.com/office/officeart/2005/8/layout/hierarchy2"/>
    <dgm:cxn modelId="{B19284C0-ADA1-43DB-AC21-6A62E624168F}" srcId="{BE88C859-1CC3-4F90-B131-212834D09B5F}" destId="{24485437-A771-49EC-A05A-B1F2B7FC1484}" srcOrd="0" destOrd="0" parTransId="{5D74CD20-E2F6-460E-8F37-FA9871840D29}" sibTransId="{B2238E74-77D7-4FAE-A584-9303CBAF5323}"/>
    <dgm:cxn modelId="{8E49FFC2-7CCC-419F-90D3-C8C5DC38F467}" type="presOf" srcId="{43BC0F06-0D23-455D-A4B8-BC0E14E77BF2}" destId="{A99C9E3A-170A-4AC9-8B93-742A3C930A25}" srcOrd="1" destOrd="0" presId="urn:microsoft.com/office/officeart/2005/8/layout/hierarchy2"/>
    <dgm:cxn modelId="{E9CAF3C9-6A0A-403B-8E93-3174B4813E32}" type="presOf" srcId="{6897CABB-D484-49AF-8F57-52D66CD6F9AA}" destId="{FBE52B38-D4C9-4659-92E3-CA00977492AF}" srcOrd="0" destOrd="0" presId="urn:microsoft.com/office/officeart/2005/8/layout/hierarchy2"/>
    <dgm:cxn modelId="{284739D3-4434-46BB-A7B7-DB63FA7886CC}" srcId="{5DC86AAA-B403-462F-9549-E20FA0D9C980}" destId="{647E8A34-EACA-4473-9E82-0A3131883200}" srcOrd="2" destOrd="0" parTransId="{3F00678A-E261-4867-941B-EE838404A509}" sibTransId="{16EEF511-1744-4ED4-92C8-70C7380C0189}"/>
    <dgm:cxn modelId="{881B83D9-F61B-4705-AC2F-E6BD93BBED66}" type="presOf" srcId="{6DB33FB7-FB2E-4762-8F83-02C39052D628}" destId="{52BF6103-6FD0-428E-A36B-CD8A164851C1}" srcOrd="0" destOrd="0" presId="urn:microsoft.com/office/officeart/2005/8/layout/hierarchy2"/>
    <dgm:cxn modelId="{329097DF-F99E-460B-9399-2CDDCC25BA38}" srcId="{BF0BEA36-176C-4EB2-8148-7FF03E483DF1}" destId="{910DC209-74FC-4780-8BF3-D29276605B19}" srcOrd="2" destOrd="0" parTransId="{43BC0F06-0D23-455D-A4B8-BC0E14E77BF2}" sibTransId="{4E040546-F901-4820-BD95-1C70235326A0}"/>
    <dgm:cxn modelId="{460867E3-E9F7-45FC-8D06-AF913E6A4E97}" type="presOf" srcId="{21055BC8-6546-4C45-AD2E-C34A74409AE8}" destId="{0AC64514-ACC5-4967-AC3C-E297E116D01D}" srcOrd="0" destOrd="0" presId="urn:microsoft.com/office/officeart/2005/8/layout/hierarchy2"/>
    <dgm:cxn modelId="{D6F8C8E8-D1A3-4AF0-844D-DE228B772753}" type="presOf" srcId="{4E3B0BA7-2B56-4387-A672-422A1FA2B95A}" destId="{64C99378-8063-464A-BD31-2DFA952AD753}" srcOrd="0" destOrd="0" presId="urn:microsoft.com/office/officeart/2005/8/layout/hierarchy2"/>
    <dgm:cxn modelId="{5D826FE9-0A9E-492A-AF31-3A08EF882457}" type="presOf" srcId="{93C159A8-2E1B-477C-8DD5-144EE53D0FDD}" destId="{A29ECEDE-C93D-4519-A744-634E02F26A61}" srcOrd="0" destOrd="0" presId="urn:microsoft.com/office/officeart/2005/8/layout/hierarchy2"/>
    <dgm:cxn modelId="{A2A3E5ED-8F52-4E25-A586-4DCD56E031C0}" srcId="{5DC86AAA-B403-462F-9549-E20FA0D9C980}" destId="{9F7313A3-CEB0-478D-9286-56B2D2967E4B}" srcOrd="1" destOrd="0" parTransId="{C7D5A9FE-1391-461E-B8F0-01B573839A4A}" sibTransId="{3388FEB1-F204-407A-841F-1B79FF742152}"/>
    <dgm:cxn modelId="{6CFCC0EE-3BB5-4753-A965-CA3B766DC851}" type="presOf" srcId="{724F27CB-2952-4EFF-838B-4393A4003F09}" destId="{C8E2C2E4-8B1F-4DC6-8902-BF88DEE13C1E}" srcOrd="1" destOrd="0" presId="urn:microsoft.com/office/officeart/2005/8/layout/hierarchy2"/>
    <dgm:cxn modelId="{B368D1F0-C7AD-492E-9B2A-E9AC4569CEBC}" type="presOf" srcId="{A7053F0C-926A-4638-B621-2DDF74B209AB}" destId="{7FBA9A1C-6C10-4B4D-BFC9-6F564AF5ECDC}" srcOrd="0" destOrd="0" presId="urn:microsoft.com/office/officeart/2005/8/layout/hierarchy2"/>
    <dgm:cxn modelId="{E716CFF6-D5B9-4330-9C38-8A746F2B3250}" srcId="{7D74B1EB-7D63-42E5-AA81-6B59476CFAA5}" destId="{4E3B0BA7-2B56-4387-A672-422A1FA2B95A}" srcOrd="0" destOrd="0" parTransId="{21055BC8-6546-4C45-AD2E-C34A74409AE8}" sibTransId="{0B2849A3-D4E4-4266-9B79-8614F83DF7AA}"/>
    <dgm:cxn modelId="{15913FFD-3CBB-4799-AAF4-60012BBDCBB9}" type="presOf" srcId="{5DC86AAA-B403-462F-9549-E20FA0D9C980}" destId="{79E03A58-60B8-4D18-AF5D-9FAD5E0BC72F}" srcOrd="0" destOrd="0" presId="urn:microsoft.com/office/officeart/2005/8/layout/hierarchy2"/>
    <dgm:cxn modelId="{6AD6C9F8-29B8-4D44-89E1-30DCA52DE338}" type="presParOf" srcId="{C0213200-BDEF-447D-B3B3-3EFC5A2FFABD}" destId="{247E7D07-85CC-4F84-A517-8D9A38E2E34C}" srcOrd="0" destOrd="0" presId="urn:microsoft.com/office/officeart/2005/8/layout/hierarchy2"/>
    <dgm:cxn modelId="{BF02181B-F37C-4C54-A510-34515B3DF3E0}" type="presParOf" srcId="{247E7D07-85CC-4F84-A517-8D9A38E2E34C}" destId="{DC310A96-1D0B-4646-A07C-430976C49508}" srcOrd="0" destOrd="0" presId="urn:microsoft.com/office/officeart/2005/8/layout/hierarchy2"/>
    <dgm:cxn modelId="{CC3A3FE2-DE5A-4B24-B222-46B0E9C219D1}" type="presParOf" srcId="{247E7D07-85CC-4F84-A517-8D9A38E2E34C}" destId="{7698EDC3-FB26-46AA-8FA3-F739D42EDACC}" srcOrd="1" destOrd="0" presId="urn:microsoft.com/office/officeart/2005/8/layout/hierarchy2"/>
    <dgm:cxn modelId="{3EAB0B18-5C86-4FB0-ADFA-58301B056C28}" type="presParOf" srcId="{7698EDC3-FB26-46AA-8FA3-F739D42EDACC}" destId="{04BB0E06-1798-4A84-BDCA-7FDB3368438C}" srcOrd="0" destOrd="0" presId="urn:microsoft.com/office/officeart/2005/8/layout/hierarchy2"/>
    <dgm:cxn modelId="{335F4B85-EA8B-4F69-ACB3-67124BB8AFCA}" type="presParOf" srcId="{04BB0E06-1798-4A84-BDCA-7FDB3368438C}" destId="{9DB89D8D-251A-4468-BE32-76412EF82581}" srcOrd="0" destOrd="0" presId="urn:microsoft.com/office/officeart/2005/8/layout/hierarchy2"/>
    <dgm:cxn modelId="{87A31F4E-330A-46BD-9D6E-BF376F732348}" type="presParOf" srcId="{7698EDC3-FB26-46AA-8FA3-F739D42EDACC}" destId="{88B71189-C683-4956-8FF3-37F03C8AA2EB}" srcOrd="1" destOrd="0" presId="urn:microsoft.com/office/officeart/2005/8/layout/hierarchy2"/>
    <dgm:cxn modelId="{46F4D678-8360-4C22-B7C9-20A849AF55E1}" type="presParOf" srcId="{88B71189-C683-4956-8FF3-37F03C8AA2EB}" destId="{163CF0D7-9BBA-4571-BF33-0F3C0EAF0C73}" srcOrd="0" destOrd="0" presId="urn:microsoft.com/office/officeart/2005/8/layout/hierarchy2"/>
    <dgm:cxn modelId="{72BD8B12-56B6-4DF7-BD3D-971F473FD072}" type="presParOf" srcId="{88B71189-C683-4956-8FF3-37F03C8AA2EB}" destId="{C749DF99-3CB6-44F3-B801-5014A0F73077}" srcOrd="1" destOrd="0" presId="urn:microsoft.com/office/officeart/2005/8/layout/hierarchy2"/>
    <dgm:cxn modelId="{DD1A8F7B-E755-4B8B-B760-379244990934}" type="presParOf" srcId="{C749DF99-3CB6-44F3-B801-5014A0F73077}" destId="{4FC5F46F-8C69-479D-979C-4478D839B65A}" srcOrd="0" destOrd="0" presId="urn:microsoft.com/office/officeart/2005/8/layout/hierarchy2"/>
    <dgm:cxn modelId="{FD946C42-1086-4AED-8D27-F5A072884CED}" type="presParOf" srcId="{4FC5F46F-8C69-479D-979C-4478D839B65A}" destId="{FFC36F39-FC8D-459E-A5E3-1239BE4F5B72}" srcOrd="0" destOrd="0" presId="urn:microsoft.com/office/officeart/2005/8/layout/hierarchy2"/>
    <dgm:cxn modelId="{3C7C735B-55E1-463A-AD43-A1749D2250F4}" type="presParOf" srcId="{C749DF99-3CB6-44F3-B801-5014A0F73077}" destId="{8DA801F9-595E-44F6-980A-7D97C4C71AD4}" srcOrd="1" destOrd="0" presId="urn:microsoft.com/office/officeart/2005/8/layout/hierarchy2"/>
    <dgm:cxn modelId="{D16AAD2A-D383-4917-A121-791829495581}" type="presParOf" srcId="{8DA801F9-595E-44F6-980A-7D97C4C71AD4}" destId="{A29ECEDE-C93D-4519-A744-634E02F26A61}" srcOrd="0" destOrd="0" presId="urn:microsoft.com/office/officeart/2005/8/layout/hierarchy2"/>
    <dgm:cxn modelId="{7B3E4512-0256-4FE5-BAF3-03F231A13135}" type="presParOf" srcId="{8DA801F9-595E-44F6-980A-7D97C4C71AD4}" destId="{74D2E98D-2815-4DA4-8C81-6B1E015943A8}" srcOrd="1" destOrd="0" presId="urn:microsoft.com/office/officeart/2005/8/layout/hierarchy2"/>
    <dgm:cxn modelId="{BF3C3A88-4E82-4C98-A18E-8B3E5991C5EE}" type="presParOf" srcId="{C749DF99-3CB6-44F3-B801-5014A0F73077}" destId="{6018EE29-89E6-4AEF-A347-4CF2B8AA5E60}" srcOrd="2" destOrd="0" presId="urn:microsoft.com/office/officeart/2005/8/layout/hierarchy2"/>
    <dgm:cxn modelId="{5E8FA456-9CE3-4A7F-9242-7E9639F214A8}" type="presParOf" srcId="{6018EE29-89E6-4AEF-A347-4CF2B8AA5E60}" destId="{3E25F1AF-746B-4578-8E38-3A58B6C6BD2F}" srcOrd="0" destOrd="0" presId="urn:microsoft.com/office/officeart/2005/8/layout/hierarchy2"/>
    <dgm:cxn modelId="{CE04C2D6-FA12-4D1A-92E1-B2A92AC54DCD}" type="presParOf" srcId="{C749DF99-3CB6-44F3-B801-5014A0F73077}" destId="{39222AA3-32D2-4E9B-B293-C36C92D7B40B}" srcOrd="3" destOrd="0" presId="urn:microsoft.com/office/officeart/2005/8/layout/hierarchy2"/>
    <dgm:cxn modelId="{A559E48B-4F62-47AB-B08F-CC36EA630CC5}" type="presParOf" srcId="{39222AA3-32D2-4E9B-B293-C36C92D7B40B}" destId="{FBE52B38-D4C9-4659-92E3-CA00977492AF}" srcOrd="0" destOrd="0" presId="urn:microsoft.com/office/officeart/2005/8/layout/hierarchy2"/>
    <dgm:cxn modelId="{71C5ED09-03EA-435A-B60B-2E74075A0717}" type="presParOf" srcId="{39222AA3-32D2-4E9B-B293-C36C92D7B40B}" destId="{4AA05840-CA36-4DD2-B8E0-35D764577CCB}" srcOrd="1" destOrd="0" presId="urn:microsoft.com/office/officeart/2005/8/layout/hierarchy2"/>
    <dgm:cxn modelId="{76D7ABD4-A881-4BCC-A00F-66807D36D4C0}" type="presParOf" srcId="{C749DF99-3CB6-44F3-B801-5014A0F73077}" destId="{885F94D7-C777-4483-A0B7-BF9C281B13D9}" srcOrd="4" destOrd="0" presId="urn:microsoft.com/office/officeart/2005/8/layout/hierarchy2"/>
    <dgm:cxn modelId="{9497C121-9891-406B-9800-D798E176E021}" type="presParOf" srcId="{885F94D7-C777-4483-A0B7-BF9C281B13D9}" destId="{A99C9E3A-170A-4AC9-8B93-742A3C930A25}" srcOrd="0" destOrd="0" presId="urn:microsoft.com/office/officeart/2005/8/layout/hierarchy2"/>
    <dgm:cxn modelId="{75A6538F-4790-4334-A575-B23F7F2EF8F3}" type="presParOf" srcId="{C749DF99-3CB6-44F3-B801-5014A0F73077}" destId="{F83B80A6-1ECB-4354-861F-748314A10C93}" srcOrd="5" destOrd="0" presId="urn:microsoft.com/office/officeart/2005/8/layout/hierarchy2"/>
    <dgm:cxn modelId="{79750B10-1A97-4207-BC59-E8525A87BD57}" type="presParOf" srcId="{F83B80A6-1ECB-4354-861F-748314A10C93}" destId="{D8F25046-CA3C-4794-8440-4993F327D9D7}" srcOrd="0" destOrd="0" presId="urn:microsoft.com/office/officeart/2005/8/layout/hierarchy2"/>
    <dgm:cxn modelId="{F96548BB-E564-4BE6-A730-DBF212C41868}" type="presParOf" srcId="{F83B80A6-1ECB-4354-861F-748314A10C93}" destId="{6955FC17-0D77-47B5-8262-2AC05FAFE594}" srcOrd="1" destOrd="0" presId="urn:microsoft.com/office/officeart/2005/8/layout/hierarchy2"/>
    <dgm:cxn modelId="{3E12447D-8D4C-4F64-A13F-63B779034DC2}" type="presParOf" srcId="{C749DF99-3CB6-44F3-B801-5014A0F73077}" destId="{7DB0E701-B5ED-440D-B359-875CEB1433A5}" srcOrd="6" destOrd="0" presId="urn:microsoft.com/office/officeart/2005/8/layout/hierarchy2"/>
    <dgm:cxn modelId="{F0E0B780-B311-4793-B1C1-9C450F471A3C}" type="presParOf" srcId="{7DB0E701-B5ED-440D-B359-875CEB1433A5}" destId="{DF9EE273-0997-43BF-A0E0-5B85AEE81B8C}" srcOrd="0" destOrd="0" presId="urn:microsoft.com/office/officeart/2005/8/layout/hierarchy2"/>
    <dgm:cxn modelId="{8761DD89-E5C6-4DED-86EC-320EE95638CC}" type="presParOf" srcId="{C749DF99-3CB6-44F3-B801-5014A0F73077}" destId="{1DD45FDA-E762-472C-909D-67D2A6ABBE61}" srcOrd="7" destOrd="0" presId="urn:microsoft.com/office/officeart/2005/8/layout/hierarchy2"/>
    <dgm:cxn modelId="{6CEB022D-46D8-4D89-8D9C-8C44694F5CDA}" type="presParOf" srcId="{1DD45FDA-E762-472C-909D-67D2A6ABBE61}" destId="{5A25DA56-2EC8-485F-8C90-2EC784021C3B}" srcOrd="0" destOrd="0" presId="urn:microsoft.com/office/officeart/2005/8/layout/hierarchy2"/>
    <dgm:cxn modelId="{D9E0FE83-CA80-4D7E-A93D-8A2E28D5BB22}" type="presParOf" srcId="{1DD45FDA-E762-472C-909D-67D2A6ABBE61}" destId="{10B843C3-53EE-4744-BBFB-07E0310034D1}" srcOrd="1" destOrd="0" presId="urn:microsoft.com/office/officeart/2005/8/layout/hierarchy2"/>
    <dgm:cxn modelId="{ECC4D884-033E-493E-8C62-BE2C13192822}" type="presParOf" srcId="{7698EDC3-FB26-46AA-8FA3-F739D42EDACC}" destId="{93945DD2-A9E9-42B2-8834-EC612460FD84}" srcOrd="2" destOrd="0" presId="urn:microsoft.com/office/officeart/2005/8/layout/hierarchy2"/>
    <dgm:cxn modelId="{146118D3-CF43-4486-A13D-8075CEF5C242}" type="presParOf" srcId="{93945DD2-A9E9-42B2-8834-EC612460FD84}" destId="{2BB93615-8DED-4905-AC65-77C0C15146F4}" srcOrd="0" destOrd="0" presId="urn:microsoft.com/office/officeart/2005/8/layout/hierarchy2"/>
    <dgm:cxn modelId="{9BA7E87C-4048-4DFB-A183-2BF2A0505659}" type="presParOf" srcId="{7698EDC3-FB26-46AA-8FA3-F739D42EDACC}" destId="{DC3CB866-83B4-4CF7-ACAA-56F85EB87364}" srcOrd="3" destOrd="0" presId="urn:microsoft.com/office/officeart/2005/8/layout/hierarchy2"/>
    <dgm:cxn modelId="{3EAB75A4-9FCA-442E-9815-65F1E6AA2338}" type="presParOf" srcId="{DC3CB866-83B4-4CF7-ACAA-56F85EB87364}" destId="{79E03A58-60B8-4D18-AF5D-9FAD5E0BC72F}" srcOrd="0" destOrd="0" presId="urn:microsoft.com/office/officeart/2005/8/layout/hierarchy2"/>
    <dgm:cxn modelId="{13134DEB-AE23-4F3A-85C6-6C25E2FFFDEF}" type="presParOf" srcId="{DC3CB866-83B4-4CF7-ACAA-56F85EB87364}" destId="{E150B3FA-8781-494A-8740-3D6C2312AD2B}" srcOrd="1" destOrd="0" presId="urn:microsoft.com/office/officeart/2005/8/layout/hierarchy2"/>
    <dgm:cxn modelId="{D381F6E2-0FD3-41C0-B084-98182D8D4102}" type="presParOf" srcId="{E150B3FA-8781-494A-8740-3D6C2312AD2B}" destId="{52BF6103-6FD0-428E-A36B-CD8A164851C1}" srcOrd="0" destOrd="0" presId="urn:microsoft.com/office/officeart/2005/8/layout/hierarchy2"/>
    <dgm:cxn modelId="{36A08AE0-B9B0-4565-A53E-8E11B2DFA57F}" type="presParOf" srcId="{52BF6103-6FD0-428E-A36B-CD8A164851C1}" destId="{1C0A1AFE-7F11-4766-B79E-EBB9C41A3DF9}" srcOrd="0" destOrd="0" presId="urn:microsoft.com/office/officeart/2005/8/layout/hierarchy2"/>
    <dgm:cxn modelId="{540301A6-A9A3-4D34-A95F-DD313420903B}" type="presParOf" srcId="{E150B3FA-8781-494A-8740-3D6C2312AD2B}" destId="{A43CE1B8-DFEC-4BEF-9414-6B3DE597E5CF}" srcOrd="1" destOrd="0" presId="urn:microsoft.com/office/officeart/2005/8/layout/hierarchy2"/>
    <dgm:cxn modelId="{B64EA8DB-B2B6-4CE7-85C8-4870237467FE}" type="presParOf" srcId="{A43CE1B8-DFEC-4BEF-9414-6B3DE597E5CF}" destId="{9AB7F9CD-487D-4835-838A-E17B09E1D5DF}" srcOrd="0" destOrd="0" presId="urn:microsoft.com/office/officeart/2005/8/layout/hierarchy2"/>
    <dgm:cxn modelId="{3AA0EFAD-2D74-416E-8557-03AB9420EB6E}" type="presParOf" srcId="{A43CE1B8-DFEC-4BEF-9414-6B3DE597E5CF}" destId="{39BE22F7-9CB9-4463-A299-218F0DC4D03A}" srcOrd="1" destOrd="0" presId="urn:microsoft.com/office/officeart/2005/8/layout/hierarchy2"/>
    <dgm:cxn modelId="{9DA5E021-BCA5-423C-8121-77E2EF9100BC}" type="presParOf" srcId="{E150B3FA-8781-494A-8740-3D6C2312AD2B}" destId="{876A70B9-7481-46CF-9480-AD74409E8F72}" srcOrd="2" destOrd="0" presId="urn:microsoft.com/office/officeart/2005/8/layout/hierarchy2"/>
    <dgm:cxn modelId="{A386D95C-6D50-42ED-8FFF-1054A2D6710D}" type="presParOf" srcId="{876A70B9-7481-46CF-9480-AD74409E8F72}" destId="{FCB82352-19E6-4636-B73E-6EF0AB8D3610}" srcOrd="0" destOrd="0" presId="urn:microsoft.com/office/officeart/2005/8/layout/hierarchy2"/>
    <dgm:cxn modelId="{469EAC27-C87E-4CB4-B0BA-A4543E7536C9}" type="presParOf" srcId="{E150B3FA-8781-494A-8740-3D6C2312AD2B}" destId="{BBB84DD0-9C83-472F-98A4-3B3EE05C7E2F}" srcOrd="3" destOrd="0" presId="urn:microsoft.com/office/officeart/2005/8/layout/hierarchy2"/>
    <dgm:cxn modelId="{85CD2700-8144-4AD3-B999-2A7E153CFD2A}" type="presParOf" srcId="{BBB84DD0-9C83-472F-98A4-3B3EE05C7E2F}" destId="{F975FE97-9638-4066-8D8C-B22318E5B15F}" srcOrd="0" destOrd="0" presId="urn:microsoft.com/office/officeart/2005/8/layout/hierarchy2"/>
    <dgm:cxn modelId="{E97BBF0E-862F-4BAA-800E-179B5417AC02}" type="presParOf" srcId="{BBB84DD0-9C83-472F-98A4-3B3EE05C7E2F}" destId="{A430F201-0648-4D94-90A9-B9B7129AE197}" srcOrd="1" destOrd="0" presId="urn:microsoft.com/office/officeart/2005/8/layout/hierarchy2"/>
    <dgm:cxn modelId="{F403B603-5CAC-42F9-B123-2F5A3CE4A2A5}" type="presParOf" srcId="{E150B3FA-8781-494A-8740-3D6C2312AD2B}" destId="{61C4E30C-BA51-4E32-B3DE-801A61B5DE34}" srcOrd="4" destOrd="0" presId="urn:microsoft.com/office/officeart/2005/8/layout/hierarchy2"/>
    <dgm:cxn modelId="{A290C199-8B99-4586-B09A-0A807D649086}" type="presParOf" srcId="{61C4E30C-BA51-4E32-B3DE-801A61B5DE34}" destId="{32CAD534-7D24-40DC-B920-80A50F87D8BF}" srcOrd="0" destOrd="0" presId="urn:microsoft.com/office/officeart/2005/8/layout/hierarchy2"/>
    <dgm:cxn modelId="{57BBD865-E39D-4B52-98D1-B145C742F452}" type="presParOf" srcId="{E150B3FA-8781-494A-8740-3D6C2312AD2B}" destId="{14999696-34DA-49FB-BA3C-B489BEAA1E83}" srcOrd="5" destOrd="0" presId="urn:microsoft.com/office/officeart/2005/8/layout/hierarchy2"/>
    <dgm:cxn modelId="{BEE0D3FF-2A4D-480D-A8D6-B7C0DB61B885}" type="presParOf" srcId="{14999696-34DA-49FB-BA3C-B489BEAA1E83}" destId="{8DA42C32-8FBD-486C-AE96-7BEB083DBFD9}" srcOrd="0" destOrd="0" presId="urn:microsoft.com/office/officeart/2005/8/layout/hierarchy2"/>
    <dgm:cxn modelId="{2FD322BD-4374-4460-A67B-D13DEE8A16F7}" type="presParOf" srcId="{14999696-34DA-49FB-BA3C-B489BEAA1E83}" destId="{7470EE7E-CA84-4897-AF4F-5E9F17FD229F}" srcOrd="1" destOrd="0" presId="urn:microsoft.com/office/officeart/2005/8/layout/hierarchy2"/>
    <dgm:cxn modelId="{04956861-32E1-49AA-B6FA-99395EF16C2F}" type="presParOf" srcId="{7698EDC3-FB26-46AA-8FA3-F739D42EDACC}" destId="{D7B5A2B4-9D67-40FB-81D7-B14B96B86358}" srcOrd="4" destOrd="0" presId="urn:microsoft.com/office/officeart/2005/8/layout/hierarchy2"/>
    <dgm:cxn modelId="{D22D79A3-5B0F-42DA-8712-48833EFC9709}" type="presParOf" srcId="{D7B5A2B4-9D67-40FB-81D7-B14B96B86358}" destId="{DCA10F00-F51B-4CDF-B8C6-2A17A73E705B}" srcOrd="0" destOrd="0" presId="urn:microsoft.com/office/officeart/2005/8/layout/hierarchy2"/>
    <dgm:cxn modelId="{3099875A-49F7-4EF5-808F-05BD757EE811}" type="presParOf" srcId="{7698EDC3-FB26-46AA-8FA3-F739D42EDACC}" destId="{179F994F-E461-4BF7-8CCC-F9104F6D3DE5}" srcOrd="5" destOrd="0" presId="urn:microsoft.com/office/officeart/2005/8/layout/hierarchy2"/>
    <dgm:cxn modelId="{83D73B9A-2800-456D-B204-F86989422F3A}" type="presParOf" srcId="{179F994F-E461-4BF7-8CCC-F9104F6D3DE5}" destId="{B1A786A4-56D2-4E35-B496-544276EE5D14}" srcOrd="0" destOrd="0" presId="urn:microsoft.com/office/officeart/2005/8/layout/hierarchy2"/>
    <dgm:cxn modelId="{648AAA02-A92D-43DA-80DA-007E6BE63F05}" type="presParOf" srcId="{179F994F-E461-4BF7-8CCC-F9104F6D3DE5}" destId="{C5865314-DB47-408A-90EB-17EBE2A3EBCD}" srcOrd="1" destOrd="0" presId="urn:microsoft.com/office/officeart/2005/8/layout/hierarchy2"/>
    <dgm:cxn modelId="{0DC7D352-8705-4085-8DA9-A1539A1101D0}" type="presParOf" srcId="{C5865314-DB47-408A-90EB-17EBE2A3EBCD}" destId="{0AC64514-ACC5-4967-AC3C-E297E116D01D}" srcOrd="0" destOrd="0" presId="urn:microsoft.com/office/officeart/2005/8/layout/hierarchy2"/>
    <dgm:cxn modelId="{520D3DF9-073B-4F3A-9B9F-C9AE7B173AAA}" type="presParOf" srcId="{0AC64514-ACC5-4967-AC3C-E297E116D01D}" destId="{EE4EFFBE-D189-4D3C-AE30-41378B06DCBF}" srcOrd="0" destOrd="0" presId="urn:microsoft.com/office/officeart/2005/8/layout/hierarchy2"/>
    <dgm:cxn modelId="{729A61B3-B596-4242-9011-52B58178E087}" type="presParOf" srcId="{C5865314-DB47-408A-90EB-17EBE2A3EBCD}" destId="{35401FC5-A24B-4778-BC13-E552BF868ED0}" srcOrd="1" destOrd="0" presId="urn:microsoft.com/office/officeart/2005/8/layout/hierarchy2"/>
    <dgm:cxn modelId="{30A113B4-1209-44BE-A4A1-517A594C28B1}" type="presParOf" srcId="{35401FC5-A24B-4778-BC13-E552BF868ED0}" destId="{64C99378-8063-464A-BD31-2DFA952AD753}" srcOrd="0" destOrd="0" presId="urn:microsoft.com/office/officeart/2005/8/layout/hierarchy2"/>
    <dgm:cxn modelId="{C9E08135-929B-4F7B-ACC3-43A8B5DA06E3}" type="presParOf" srcId="{35401FC5-A24B-4778-BC13-E552BF868ED0}" destId="{62CA5A4E-874F-479B-82D0-BB2DDF067029}" srcOrd="1" destOrd="0" presId="urn:microsoft.com/office/officeart/2005/8/layout/hierarchy2"/>
    <dgm:cxn modelId="{18F32CEC-157A-4E09-95D3-2907F53B92BA}" type="presParOf" srcId="{C5865314-DB47-408A-90EB-17EBE2A3EBCD}" destId="{BD881B2B-2AD7-47C0-B4D8-D2E9724871D1}" srcOrd="2" destOrd="0" presId="urn:microsoft.com/office/officeart/2005/8/layout/hierarchy2"/>
    <dgm:cxn modelId="{DF1D008D-E2B5-4A64-ACAD-67AC18CBC346}" type="presParOf" srcId="{BD881B2B-2AD7-47C0-B4D8-D2E9724871D1}" destId="{C8E2C2E4-8B1F-4DC6-8902-BF88DEE13C1E}" srcOrd="0" destOrd="0" presId="urn:microsoft.com/office/officeart/2005/8/layout/hierarchy2"/>
    <dgm:cxn modelId="{FF11F167-4B52-47AA-BD4F-F759D3BE9BB4}" type="presParOf" srcId="{C5865314-DB47-408A-90EB-17EBE2A3EBCD}" destId="{8A5C3533-904E-44FD-8C50-1B445B17A842}" srcOrd="3" destOrd="0" presId="urn:microsoft.com/office/officeart/2005/8/layout/hierarchy2"/>
    <dgm:cxn modelId="{82C51EB4-2C65-498F-871D-5D445FE28E29}" type="presParOf" srcId="{8A5C3533-904E-44FD-8C50-1B445B17A842}" destId="{9693528C-B905-4B2C-B0E0-09A3035947BB}" srcOrd="0" destOrd="0" presId="urn:microsoft.com/office/officeart/2005/8/layout/hierarchy2"/>
    <dgm:cxn modelId="{78DF3FA8-E032-470B-B018-E68E3E389CE9}" type="presParOf" srcId="{8A5C3533-904E-44FD-8C50-1B445B17A842}" destId="{F32C83BB-F4B4-497A-84E6-63EADFAF204C}" srcOrd="1" destOrd="0" presId="urn:microsoft.com/office/officeart/2005/8/layout/hierarchy2"/>
    <dgm:cxn modelId="{25E0C9B1-29A6-4363-A4A9-3E4422A71C30}" type="presParOf" srcId="{C5865314-DB47-408A-90EB-17EBE2A3EBCD}" destId="{7FBA9A1C-6C10-4B4D-BFC9-6F564AF5ECDC}" srcOrd="4" destOrd="0" presId="urn:microsoft.com/office/officeart/2005/8/layout/hierarchy2"/>
    <dgm:cxn modelId="{1E72C902-ADAB-4C4A-AD89-239B8099BA63}" type="presParOf" srcId="{7FBA9A1C-6C10-4B4D-BFC9-6F564AF5ECDC}" destId="{604319A0-6B23-4993-B3DF-E0702931E56A}" srcOrd="0" destOrd="0" presId="urn:microsoft.com/office/officeart/2005/8/layout/hierarchy2"/>
    <dgm:cxn modelId="{7B210852-9547-4111-BECC-0B8681F6DB21}" type="presParOf" srcId="{C5865314-DB47-408A-90EB-17EBE2A3EBCD}" destId="{A550AD52-1B76-4376-A062-AE007CEDB49A}" srcOrd="5" destOrd="0" presId="urn:microsoft.com/office/officeart/2005/8/layout/hierarchy2"/>
    <dgm:cxn modelId="{33B4803A-56FC-44B4-A9EB-94E7DF75CBE0}" type="presParOf" srcId="{A550AD52-1B76-4376-A062-AE007CEDB49A}" destId="{7F6679BB-9E3E-4736-82B7-A7882E7DE778}" srcOrd="0" destOrd="0" presId="urn:microsoft.com/office/officeart/2005/8/layout/hierarchy2"/>
    <dgm:cxn modelId="{43A1169C-286F-4827-A495-F72593953EDD}" type="presParOf" srcId="{A550AD52-1B76-4376-A062-AE007CEDB49A}" destId="{A9D78B60-F39D-4876-BA4A-BA8944F8664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6F621C-885D-46D6-942C-CAC760F2B1CE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05544A89-3887-4125-8F1E-510A2FF6789E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测试用例</a:t>
          </a:r>
        </a:p>
      </dgm:t>
    </dgm:pt>
    <dgm:pt modelId="{1F9A9B8C-02D5-45CF-A628-42F9B7E0CCD9}" type="parTrans" cxnId="{B3F618A3-BCE9-4AC6-AD20-E3DA13B76F2F}">
      <dgm:prSet/>
      <dgm:spPr/>
      <dgm:t>
        <a:bodyPr/>
        <a:lstStyle/>
        <a:p>
          <a:endParaRPr lang="zh-CN" altLang="en-US"/>
        </a:p>
      </dgm:t>
    </dgm:pt>
    <dgm:pt modelId="{D9D6F127-C957-4EE2-A9D3-408E495FBD7F}" type="sibTrans" cxnId="{B3F618A3-BCE9-4AC6-AD20-E3DA13B76F2F}">
      <dgm:prSet/>
      <dgm:spPr/>
      <dgm:t>
        <a:bodyPr/>
        <a:lstStyle/>
        <a:p>
          <a:endParaRPr lang="zh-CN" altLang="en-US"/>
        </a:p>
      </dgm:t>
    </dgm:pt>
    <dgm:pt modelId="{BDB37592-74D4-4C03-ABB1-F3D83596CF6D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单元测试</a:t>
          </a:r>
        </a:p>
      </dgm:t>
    </dgm:pt>
    <dgm:pt modelId="{C84BB106-FF90-4FB0-B8D8-DC668E2B6527}" type="parTrans" cxnId="{0F4BB6CD-698F-42DA-92D4-BB25B32F7545}">
      <dgm:prSet/>
      <dgm:spPr/>
      <dgm:t>
        <a:bodyPr/>
        <a:lstStyle/>
        <a:p>
          <a:endParaRPr lang="zh-CN" altLang="en-US"/>
        </a:p>
      </dgm:t>
    </dgm:pt>
    <dgm:pt modelId="{F061476E-BB10-4D64-8D81-3617AC1B9033}" type="sibTrans" cxnId="{0F4BB6CD-698F-42DA-92D4-BB25B32F7545}">
      <dgm:prSet/>
      <dgm:spPr/>
      <dgm:t>
        <a:bodyPr/>
        <a:lstStyle/>
        <a:p>
          <a:endParaRPr lang="zh-CN" altLang="en-US"/>
        </a:p>
      </dgm:t>
    </dgm:pt>
    <dgm:pt modelId="{7248BB59-E0F1-4387-9B5B-A1690A7B90CA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机器人硬件</a:t>
          </a:r>
        </a:p>
      </dgm:t>
    </dgm:pt>
    <dgm:pt modelId="{734A4C6C-F936-48B3-B4D9-D505B95FC392}" type="parTrans" cxnId="{AEFD8046-BED9-4BB7-8ECF-880CCB310760}">
      <dgm:prSet/>
      <dgm:spPr/>
      <dgm:t>
        <a:bodyPr/>
        <a:lstStyle/>
        <a:p>
          <a:endParaRPr lang="zh-CN" altLang="en-US"/>
        </a:p>
      </dgm:t>
    </dgm:pt>
    <dgm:pt modelId="{1B0F87A0-E970-4582-9410-A5FE9F2E1527}" type="sibTrans" cxnId="{AEFD8046-BED9-4BB7-8ECF-880CCB310760}">
      <dgm:prSet/>
      <dgm:spPr/>
      <dgm:t>
        <a:bodyPr/>
        <a:lstStyle/>
        <a:p>
          <a:endParaRPr lang="zh-CN" altLang="en-US"/>
        </a:p>
      </dgm:t>
    </dgm:pt>
    <dgm:pt modelId="{0945128F-5083-42FD-8A16-DA7A0D30C1D9}">
      <dgm:prSet/>
      <dgm:spPr/>
      <dgm:t>
        <a:bodyPr/>
        <a:lstStyle/>
        <a:p>
          <a:r>
            <a:rPr lang="zh-CN">
              <a:latin typeface="黑体" panose="02010609060101010101" pitchFamily="49" charset="-122"/>
              <a:ea typeface="黑体" panose="02010609060101010101" pitchFamily="49" charset="-122"/>
            </a:rPr>
            <a:t>前端交互界面</a:t>
          </a:r>
        </a:p>
      </dgm:t>
    </dgm:pt>
    <dgm:pt modelId="{AD3784E5-AD6E-4799-8B8F-A55D000472A4}" type="parTrans" cxnId="{CBA7FAAF-2B8B-4F93-ADC8-7C3DD03C0A1A}">
      <dgm:prSet/>
      <dgm:spPr/>
      <dgm:t>
        <a:bodyPr/>
        <a:lstStyle/>
        <a:p>
          <a:endParaRPr lang="zh-CN" altLang="en-US"/>
        </a:p>
      </dgm:t>
    </dgm:pt>
    <dgm:pt modelId="{5EBC3EB7-5F7F-4F7C-B114-BDEB9202CE76}" type="sibTrans" cxnId="{CBA7FAAF-2B8B-4F93-ADC8-7C3DD03C0A1A}">
      <dgm:prSet/>
      <dgm:spPr/>
      <dgm:t>
        <a:bodyPr/>
        <a:lstStyle/>
        <a:p>
          <a:endParaRPr lang="zh-CN" altLang="en-US"/>
        </a:p>
      </dgm:t>
    </dgm:pt>
    <dgm:pt modelId="{16619DEA-36D5-4BC4-9D56-A92A3EC7CB3A}">
      <dgm:prSet/>
      <dgm:spPr/>
      <dgm:t>
        <a:bodyPr/>
        <a:lstStyle/>
        <a:p>
          <a:r>
            <a:rPr lang="en-US" dirty="0">
              <a:latin typeface="黑体" panose="02010609060101010101" pitchFamily="49" charset="-122"/>
              <a:ea typeface="黑体" panose="02010609060101010101" pitchFamily="49" charset="-122"/>
            </a:rPr>
            <a:t>ROS</a:t>
          </a:r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端</a:t>
          </a:r>
        </a:p>
      </dgm:t>
    </dgm:pt>
    <dgm:pt modelId="{EF907220-7423-42E4-B76F-3ADCA469F095}" type="parTrans" cxnId="{5AF6C8E3-6415-4C95-9B95-615F97666F32}">
      <dgm:prSet/>
      <dgm:spPr/>
      <dgm:t>
        <a:bodyPr/>
        <a:lstStyle/>
        <a:p>
          <a:endParaRPr lang="zh-CN" altLang="en-US"/>
        </a:p>
      </dgm:t>
    </dgm:pt>
    <dgm:pt modelId="{C5CB29C9-A5F2-400C-829E-86DF0CED16AB}" type="sibTrans" cxnId="{5AF6C8E3-6415-4C95-9B95-615F97666F32}">
      <dgm:prSet/>
      <dgm:spPr/>
      <dgm:t>
        <a:bodyPr/>
        <a:lstStyle/>
        <a:p>
          <a:endParaRPr lang="zh-CN" altLang="en-US"/>
        </a:p>
      </dgm:t>
    </dgm:pt>
    <dgm:pt modelId="{9DD461D5-ADEA-454D-94C6-C70A76DC4BF2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集成测试</a:t>
          </a:r>
        </a:p>
      </dgm:t>
    </dgm:pt>
    <dgm:pt modelId="{C8C31199-9096-43FE-9156-E8CCFAF03B13}" type="parTrans" cxnId="{76A4540F-482D-4882-BA3D-D4C970799A24}">
      <dgm:prSet/>
      <dgm:spPr/>
      <dgm:t>
        <a:bodyPr/>
        <a:lstStyle/>
        <a:p>
          <a:endParaRPr lang="zh-CN" altLang="en-US"/>
        </a:p>
      </dgm:t>
    </dgm:pt>
    <dgm:pt modelId="{CECEF166-C5DC-4456-957C-CB66E0C142CB}" type="sibTrans" cxnId="{76A4540F-482D-4882-BA3D-D4C970799A24}">
      <dgm:prSet/>
      <dgm:spPr/>
      <dgm:t>
        <a:bodyPr/>
        <a:lstStyle/>
        <a:p>
          <a:endParaRPr lang="zh-CN" altLang="en-US"/>
        </a:p>
      </dgm:t>
    </dgm:pt>
    <dgm:pt modelId="{189CE7F7-0AE9-43BC-8772-21BAB6CC1FF4}">
      <dgm:prSet/>
      <dgm:spPr/>
      <dgm:t>
        <a:bodyPr/>
        <a:lstStyle/>
        <a:p>
          <a:r>
            <a:rPr lang="zh-CN" dirty="0">
              <a:latin typeface="黑体" panose="02010609060101010101" pitchFamily="49" charset="-122"/>
              <a:ea typeface="黑体" panose="02010609060101010101" pitchFamily="49" charset="-122"/>
            </a:rPr>
            <a:t>系统测试</a:t>
          </a:r>
        </a:p>
      </dgm:t>
    </dgm:pt>
    <dgm:pt modelId="{77F988AD-B748-43AA-BE39-362663A4925E}" type="parTrans" cxnId="{E9D10084-322D-49FA-9787-6DF5F99FF350}">
      <dgm:prSet/>
      <dgm:spPr/>
      <dgm:t>
        <a:bodyPr/>
        <a:lstStyle/>
        <a:p>
          <a:endParaRPr lang="zh-CN" altLang="en-US"/>
        </a:p>
      </dgm:t>
    </dgm:pt>
    <dgm:pt modelId="{19136517-50B1-44C6-BB8B-B008B01E5CDE}" type="sibTrans" cxnId="{E9D10084-322D-49FA-9787-6DF5F99FF350}">
      <dgm:prSet/>
      <dgm:spPr/>
      <dgm:t>
        <a:bodyPr/>
        <a:lstStyle/>
        <a:p>
          <a:endParaRPr lang="zh-CN" altLang="en-US"/>
        </a:p>
      </dgm:t>
    </dgm:pt>
    <dgm:pt modelId="{FDD49BDE-B21F-45AE-A39A-02B924DBA1D7}" type="pres">
      <dgm:prSet presAssocID="{906F621C-885D-46D6-942C-CAC760F2B1C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09409D0-01FC-428A-98D4-DD6E5A6F06BD}" type="pres">
      <dgm:prSet presAssocID="{05544A89-3887-4125-8F1E-510A2FF6789E}" presName="root1" presStyleCnt="0"/>
      <dgm:spPr/>
    </dgm:pt>
    <dgm:pt modelId="{228E06CF-FD5B-4919-8727-C05E3D12B8D4}" type="pres">
      <dgm:prSet presAssocID="{05544A89-3887-4125-8F1E-510A2FF6789E}" presName="LevelOneTextNode" presStyleLbl="node0" presStyleIdx="0" presStyleCnt="1">
        <dgm:presLayoutVars>
          <dgm:chPref val="3"/>
        </dgm:presLayoutVars>
      </dgm:prSet>
      <dgm:spPr/>
    </dgm:pt>
    <dgm:pt modelId="{64407C68-12F3-4E95-BC22-2F08BDB691FD}" type="pres">
      <dgm:prSet presAssocID="{05544A89-3887-4125-8F1E-510A2FF6789E}" presName="level2hierChild" presStyleCnt="0"/>
      <dgm:spPr/>
    </dgm:pt>
    <dgm:pt modelId="{F4F0EE51-0DF7-4DCD-BF01-F77D84320F8C}" type="pres">
      <dgm:prSet presAssocID="{C84BB106-FF90-4FB0-B8D8-DC668E2B6527}" presName="conn2-1" presStyleLbl="parChTrans1D2" presStyleIdx="0" presStyleCnt="3"/>
      <dgm:spPr/>
    </dgm:pt>
    <dgm:pt modelId="{10767881-63D1-40AB-AEBE-A09DB3BA8B04}" type="pres">
      <dgm:prSet presAssocID="{C84BB106-FF90-4FB0-B8D8-DC668E2B6527}" presName="connTx" presStyleLbl="parChTrans1D2" presStyleIdx="0" presStyleCnt="3"/>
      <dgm:spPr/>
    </dgm:pt>
    <dgm:pt modelId="{8E81ED3F-2891-4CC4-B0BA-C7EEBAEEFB16}" type="pres">
      <dgm:prSet presAssocID="{BDB37592-74D4-4C03-ABB1-F3D83596CF6D}" presName="root2" presStyleCnt="0"/>
      <dgm:spPr/>
    </dgm:pt>
    <dgm:pt modelId="{CAD36991-4878-4657-B1FE-98B952E9D75E}" type="pres">
      <dgm:prSet presAssocID="{BDB37592-74D4-4C03-ABB1-F3D83596CF6D}" presName="LevelTwoTextNode" presStyleLbl="node2" presStyleIdx="0" presStyleCnt="3">
        <dgm:presLayoutVars>
          <dgm:chPref val="3"/>
        </dgm:presLayoutVars>
      </dgm:prSet>
      <dgm:spPr/>
    </dgm:pt>
    <dgm:pt modelId="{7DDC9BBA-FF2C-4B1F-B9FD-06B25F2C9E02}" type="pres">
      <dgm:prSet presAssocID="{BDB37592-74D4-4C03-ABB1-F3D83596CF6D}" presName="level3hierChild" presStyleCnt="0"/>
      <dgm:spPr/>
    </dgm:pt>
    <dgm:pt modelId="{F6235DE4-2505-4518-BBA8-0C527947FC0E}" type="pres">
      <dgm:prSet presAssocID="{734A4C6C-F936-48B3-B4D9-D505B95FC392}" presName="conn2-1" presStyleLbl="parChTrans1D3" presStyleIdx="0" presStyleCnt="3"/>
      <dgm:spPr/>
    </dgm:pt>
    <dgm:pt modelId="{C1196015-3EA6-4063-9A69-0A5485A36DBF}" type="pres">
      <dgm:prSet presAssocID="{734A4C6C-F936-48B3-B4D9-D505B95FC392}" presName="connTx" presStyleLbl="parChTrans1D3" presStyleIdx="0" presStyleCnt="3"/>
      <dgm:spPr/>
    </dgm:pt>
    <dgm:pt modelId="{2B59B24D-72F1-4D7B-97CF-8B423504FC2E}" type="pres">
      <dgm:prSet presAssocID="{7248BB59-E0F1-4387-9B5B-A1690A7B90CA}" presName="root2" presStyleCnt="0"/>
      <dgm:spPr/>
    </dgm:pt>
    <dgm:pt modelId="{4B8816C6-748D-4284-A9C1-5445A34C2268}" type="pres">
      <dgm:prSet presAssocID="{7248BB59-E0F1-4387-9B5B-A1690A7B90CA}" presName="LevelTwoTextNode" presStyleLbl="node3" presStyleIdx="0" presStyleCnt="3">
        <dgm:presLayoutVars>
          <dgm:chPref val="3"/>
        </dgm:presLayoutVars>
      </dgm:prSet>
      <dgm:spPr/>
    </dgm:pt>
    <dgm:pt modelId="{7B36D64B-D900-4564-8963-A704100C487E}" type="pres">
      <dgm:prSet presAssocID="{7248BB59-E0F1-4387-9B5B-A1690A7B90CA}" presName="level3hierChild" presStyleCnt="0"/>
      <dgm:spPr/>
    </dgm:pt>
    <dgm:pt modelId="{0B40C436-538C-483D-B6BC-2BDBA67BBFB0}" type="pres">
      <dgm:prSet presAssocID="{AD3784E5-AD6E-4799-8B8F-A55D000472A4}" presName="conn2-1" presStyleLbl="parChTrans1D3" presStyleIdx="1" presStyleCnt="3"/>
      <dgm:spPr/>
    </dgm:pt>
    <dgm:pt modelId="{B8051095-4702-4ABD-BBBA-019CEF44C62C}" type="pres">
      <dgm:prSet presAssocID="{AD3784E5-AD6E-4799-8B8F-A55D000472A4}" presName="connTx" presStyleLbl="parChTrans1D3" presStyleIdx="1" presStyleCnt="3"/>
      <dgm:spPr/>
    </dgm:pt>
    <dgm:pt modelId="{3CF7085C-EC55-4403-B304-328C5E15A07F}" type="pres">
      <dgm:prSet presAssocID="{0945128F-5083-42FD-8A16-DA7A0D30C1D9}" presName="root2" presStyleCnt="0"/>
      <dgm:spPr/>
    </dgm:pt>
    <dgm:pt modelId="{A6A12EBD-A8FC-4246-BB6F-BD2D37D5C12A}" type="pres">
      <dgm:prSet presAssocID="{0945128F-5083-42FD-8A16-DA7A0D30C1D9}" presName="LevelTwoTextNode" presStyleLbl="node3" presStyleIdx="1" presStyleCnt="3">
        <dgm:presLayoutVars>
          <dgm:chPref val="3"/>
        </dgm:presLayoutVars>
      </dgm:prSet>
      <dgm:spPr/>
    </dgm:pt>
    <dgm:pt modelId="{B00A11CF-AC43-473E-9B2A-44C9F28012CD}" type="pres">
      <dgm:prSet presAssocID="{0945128F-5083-42FD-8A16-DA7A0D30C1D9}" presName="level3hierChild" presStyleCnt="0"/>
      <dgm:spPr/>
    </dgm:pt>
    <dgm:pt modelId="{78D184C7-EA8A-4F1E-9534-2D7F81232E11}" type="pres">
      <dgm:prSet presAssocID="{EF907220-7423-42E4-B76F-3ADCA469F095}" presName="conn2-1" presStyleLbl="parChTrans1D3" presStyleIdx="2" presStyleCnt="3"/>
      <dgm:spPr/>
    </dgm:pt>
    <dgm:pt modelId="{E22E589D-FC5B-455B-B0BA-2966694EE0E1}" type="pres">
      <dgm:prSet presAssocID="{EF907220-7423-42E4-B76F-3ADCA469F095}" presName="connTx" presStyleLbl="parChTrans1D3" presStyleIdx="2" presStyleCnt="3"/>
      <dgm:spPr/>
    </dgm:pt>
    <dgm:pt modelId="{CE6AF5DA-8657-4612-8B52-E3AF004F240E}" type="pres">
      <dgm:prSet presAssocID="{16619DEA-36D5-4BC4-9D56-A92A3EC7CB3A}" presName="root2" presStyleCnt="0"/>
      <dgm:spPr/>
    </dgm:pt>
    <dgm:pt modelId="{E126A249-AB9E-4385-BD7A-55FE673D3D21}" type="pres">
      <dgm:prSet presAssocID="{16619DEA-36D5-4BC4-9D56-A92A3EC7CB3A}" presName="LevelTwoTextNode" presStyleLbl="node3" presStyleIdx="2" presStyleCnt="3">
        <dgm:presLayoutVars>
          <dgm:chPref val="3"/>
        </dgm:presLayoutVars>
      </dgm:prSet>
      <dgm:spPr/>
    </dgm:pt>
    <dgm:pt modelId="{2A863008-D31D-4A29-A488-3166511AF7C2}" type="pres">
      <dgm:prSet presAssocID="{16619DEA-36D5-4BC4-9D56-A92A3EC7CB3A}" presName="level3hierChild" presStyleCnt="0"/>
      <dgm:spPr/>
    </dgm:pt>
    <dgm:pt modelId="{028B391B-BC14-41B6-8C41-9804A30C8A8E}" type="pres">
      <dgm:prSet presAssocID="{C8C31199-9096-43FE-9156-E8CCFAF03B13}" presName="conn2-1" presStyleLbl="parChTrans1D2" presStyleIdx="1" presStyleCnt="3"/>
      <dgm:spPr/>
    </dgm:pt>
    <dgm:pt modelId="{E264BF72-1DA3-4A2F-9F13-6D4316C9D7E0}" type="pres">
      <dgm:prSet presAssocID="{C8C31199-9096-43FE-9156-E8CCFAF03B13}" presName="connTx" presStyleLbl="parChTrans1D2" presStyleIdx="1" presStyleCnt="3"/>
      <dgm:spPr/>
    </dgm:pt>
    <dgm:pt modelId="{5F7DAF69-A5F0-4AFF-BE40-F85CBF1B7169}" type="pres">
      <dgm:prSet presAssocID="{9DD461D5-ADEA-454D-94C6-C70A76DC4BF2}" presName="root2" presStyleCnt="0"/>
      <dgm:spPr/>
    </dgm:pt>
    <dgm:pt modelId="{725A2056-C553-47AB-B5AD-15E8999A9B02}" type="pres">
      <dgm:prSet presAssocID="{9DD461D5-ADEA-454D-94C6-C70A76DC4BF2}" presName="LevelTwoTextNode" presStyleLbl="node2" presStyleIdx="1" presStyleCnt="3">
        <dgm:presLayoutVars>
          <dgm:chPref val="3"/>
        </dgm:presLayoutVars>
      </dgm:prSet>
      <dgm:spPr/>
    </dgm:pt>
    <dgm:pt modelId="{A70F15F2-E602-4F50-9C05-1D8B703B253D}" type="pres">
      <dgm:prSet presAssocID="{9DD461D5-ADEA-454D-94C6-C70A76DC4BF2}" presName="level3hierChild" presStyleCnt="0"/>
      <dgm:spPr/>
    </dgm:pt>
    <dgm:pt modelId="{213F530A-2E38-4FCE-9F65-3BC9C298355F}" type="pres">
      <dgm:prSet presAssocID="{77F988AD-B748-43AA-BE39-362663A4925E}" presName="conn2-1" presStyleLbl="parChTrans1D2" presStyleIdx="2" presStyleCnt="3"/>
      <dgm:spPr/>
    </dgm:pt>
    <dgm:pt modelId="{CF6724B5-BF02-4303-ACDC-C11019D27F1C}" type="pres">
      <dgm:prSet presAssocID="{77F988AD-B748-43AA-BE39-362663A4925E}" presName="connTx" presStyleLbl="parChTrans1D2" presStyleIdx="2" presStyleCnt="3"/>
      <dgm:spPr/>
    </dgm:pt>
    <dgm:pt modelId="{41E27524-EFC9-4291-9447-89F266E8019E}" type="pres">
      <dgm:prSet presAssocID="{189CE7F7-0AE9-43BC-8772-21BAB6CC1FF4}" presName="root2" presStyleCnt="0"/>
      <dgm:spPr/>
    </dgm:pt>
    <dgm:pt modelId="{A99F3BFC-4177-48B8-A736-8A366201DAAD}" type="pres">
      <dgm:prSet presAssocID="{189CE7F7-0AE9-43BC-8772-21BAB6CC1FF4}" presName="LevelTwoTextNode" presStyleLbl="node2" presStyleIdx="2" presStyleCnt="3">
        <dgm:presLayoutVars>
          <dgm:chPref val="3"/>
        </dgm:presLayoutVars>
      </dgm:prSet>
      <dgm:spPr/>
    </dgm:pt>
    <dgm:pt modelId="{18AA27EB-36C4-4E73-BC5B-C91F8D62FC1E}" type="pres">
      <dgm:prSet presAssocID="{189CE7F7-0AE9-43BC-8772-21BAB6CC1FF4}" presName="level3hierChild" presStyleCnt="0"/>
      <dgm:spPr/>
    </dgm:pt>
  </dgm:ptLst>
  <dgm:cxnLst>
    <dgm:cxn modelId="{D7A99D07-4AFA-491B-9488-8A1FED89403F}" type="presOf" srcId="{7248BB59-E0F1-4387-9B5B-A1690A7B90CA}" destId="{4B8816C6-748D-4284-A9C1-5445A34C2268}" srcOrd="0" destOrd="0" presId="urn:microsoft.com/office/officeart/2005/8/layout/hierarchy2"/>
    <dgm:cxn modelId="{76A4540F-482D-4882-BA3D-D4C970799A24}" srcId="{05544A89-3887-4125-8F1E-510A2FF6789E}" destId="{9DD461D5-ADEA-454D-94C6-C70A76DC4BF2}" srcOrd="1" destOrd="0" parTransId="{C8C31199-9096-43FE-9156-E8CCFAF03B13}" sibTransId="{CECEF166-C5DC-4456-957C-CB66E0C142CB}"/>
    <dgm:cxn modelId="{B15F1B11-E80E-434D-9242-95D5D36EE6C3}" type="presOf" srcId="{BDB37592-74D4-4C03-ABB1-F3D83596CF6D}" destId="{CAD36991-4878-4657-B1FE-98B952E9D75E}" srcOrd="0" destOrd="0" presId="urn:microsoft.com/office/officeart/2005/8/layout/hierarchy2"/>
    <dgm:cxn modelId="{8D63BB19-615E-4F33-8B75-4A1E7C4B3C9B}" type="presOf" srcId="{734A4C6C-F936-48B3-B4D9-D505B95FC392}" destId="{C1196015-3EA6-4063-9A69-0A5485A36DBF}" srcOrd="1" destOrd="0" presId="urn:microsoft.com/office/officeart/2005/8/layout/hierarchy2"/>
    <dgm:cxn modelId="{0645D026-AF18-4465-9CFE-490ED0656FA7}" type="presOf" srcId="{C8C31199-9096-43FE-9156-E8CCFAF03B13}" destId="{028B391B-BC14-41B6-8C41-9804A30C8A8E}" srcOrd="0" destOrd="0" presId="urn:microsoft.com/office/officeart/2005/8/layout/hierarchy2"/>
    <dgm:cxn modelId="{1840B129-CC2C-49F2-BA90-E526C6BEB72D}" type="presOf" srcId="{05544A89-3887-4125-8F1E-510A2FF6789E}" destId="{228E06CF-FD5B-4919-8727-C05E3D12B8D4}" srcOrd="0" destOrd="0" presId="urn:microsoft.com/office/officeart/2005/8/layout/hierarchy2"/>
    <dgm:cxn modelId="{14911E2C-0E09-46AC-8F3D-ADC4F2FF6D55}" type="presOf" srcId="{C84BB106-FF90-4FB0-B8D8-DC668E2B6527}" destId="{F4F0EE51-0DF7-4DCD-BF01-F77D84320F8C}" srcOrd="0" destOrd="0" presId="urn:microsoft.com/office/officeart/2005/8/layout/hierarchy2"/>
    <dgm:cxn modelId="{B0E74131-6748-4AFE-8327-FE83A89614E8}" type="presOf" srcId="{AD3784E5-AD6E-4799-8B8F-A55D000472A4}" destId="{0B40C436-538C-483D-B6BC-2BDBA67BBFB0}" srcOrd="0" destOrd="0" presId="urn:microsoft.com/office/officeart/2005/8/layout/hierarchy2"/>
    <dgm:cxn modelId="{1DE92637-F344-4ED7-836C-58E8F7D5DCD9}" type="presOf" srcId="{906F621C-885D-46D6-942C-CAC760F2B1CE}" destId="{FDD49BDE-B21F-45AE-A39A-02B924DBA1D7}" srcOrd="0" destOrd="0" presId="urn:microsoft.com/office/officeart/2005/8/layout/hierarchy2"/>
    <dgm:cxn modelId="{0D2E6F3A-EE0F-4093-98B0-F4258746E594}" type="presOf" srcId="{EF907220-7423-42E4-B76F-3ADCA469F095}" destId="{E22E589D-FC5B-455B-B0BA-2966694EE0E1}" srcOrd="1" destOrd="0" presId="urn:microsoft.com/office/officeart/2005/8/layout/hierarchy2"/>
    <dgm:cxn modelId="{AAC4093F-F069-4327-9E0E-28896D33FF2D}" type="presOf" srcId="{77F988AD-B748-43AA-BE39-362663A4925E}" destId="{CF6724B5-BF02-4303-ACDC-C11019D27F1C}" srcOrd="1" destOrd="0" presId="urn:microsoft.com/office/officeart/2005/8/layout/hierarchy2"/>
    <dgm:cxn modelId="{F9234A5F-9E8F-4B7C-80B3-46162F241EBD}" type="presOf" srcId="{77F988AD-B748-43AA-BE39-362663A4925E}" destId="{213F530A-2E38-4FCE-9F65-3BC9C298355F}" srcOrd="0" destOrd="0" presId="urn:microsoft.com/office/officeart/2005/8/layout/hierarchy2"/>
    <dgm:cxn modelId="{AEFD8046-BED9-4BB7-8ECF-880CCB310760}" srcId="{BDB37592-74D4-4C03-ABB1-F3D83596CF6D}" destId="{7248BB59-E0F1-4387-9B5B-A1690A7B90CA}" srcOrd="0" destOrd="0" parTransId="{734A4C6C-F936-48B3-B4D9-D505B95FC392}" sibTransId="{1B0F87A0-E970-4582-9410-A5FE9F2E1527}"/>
    <dgm:cxn modelId="{FD76B871-C6D4-4BE3-8EEB-BBADC9E1B688}" type="presOf" srcId="{AD3784E5-AD6E-4799-8B8F-A55D000472A4}" destId="{B8051095-4702-4ABD-BBBA-019CEF44C62C}" srcOrd="1" destOrd="0" presId="urn:microsoft.com/office/officeart/2005/8/layout/hierarchy2"/>
    <dgm:cxn modelId="{EE0E0F75-543D-4901-9903-54A5AD155A16}" type="presOf" srcId="{C8C31199-9096-43FE-9156-E8CCFAF03B13}" destId="{E264BF72-1DA3-4A2F-9F13-6D4316C9D7E0}" srcOrd="1" destOrd="0" presId="urn:microsoft.com/office/officeart/2005/8/layout/hierarchy2"/>
    <dgm:cxn modelId="{DE12ED59-97D1-4837-8C15-79D87721886D}" type="presOf" srcId="{C84BB106-FF90-4FB0-B8D8-DC668E2B6527}" destId="{10767881-63D1-40AB-AEBE-A09DB3BA8B04}" srcOrd="1" destOrd="0" presId="urn:microsoft.com/office/officeart/2005/8/layout/hierarchy2"/>
    <dgm:cxn modelId="{F8BF3C82-ED03-4E56-BB66-B21CFE22C847}" type="presOf" srcId="{16619DEA-36D5-4BC4-9D56-A92A3EC7CB3A}" destId="{E126A249-AB9E-4385-BD7A-55FE673D3D21}" srcOrd="0" destOrd="0" presId="urn:microsoft.com/office/officeart/2005/8/layout/hierarchy2"/>
    <dgm:cxn modelId="{E9D10084-322D-49FA-9787-6DF5F99FF350}" srcId="{05544A89-3887-4125-8F1E-510A2FF6789E}" destId="{189CE7F7-0AE9-43BC-8772-21BAB6CC1FF4}" srcOrd="2" destOrd="0" parTransId="{77F988AD-B748-43AA-BE39-362663A4925E}" sibTransId="{19136517-50B1-44C6-BB8B-B008B01E5CDE}"/>
    <dgm:cxn modelId="{397FDA8D-A877-4068-BEE8-1443AEB527F7}" type="presOf" srcId="{0945128F-5083-42FD-8A16-DA7A0D30C1D9}" destId="{A6A12EBD-A8FC-4246-BB6F-BD2D37D5C12A}" srcOrd="0" destOrd="0" presId="urn:microsoft.com/office/officeart/2005/8/layout/hierarchy2"/>
    <dgm:cxn modelId="{B3F618A3-BCE9-4AC6-AD20-E3DA13B76F2F}" srcId="{906F621C-885D-46D6-942C-CAC760F2B1CE}" destId="{05544A89-3887-4125-8F1E-510A2FF6789E}" srcOrd="0" destOrd="0" parTransId="{1F9A9B8C-02D5-45CF-A628-42F9B7E0CCD9}" sibTransId="{D9D6F127-C957-4EE2-A9D3-408E495FBD7F}"/>
    <dgm:cxn modelId="{CBA7FAAF-2B8B-4F93-ADC8-7C3DD03C0A1A}" srcId="{BDB37592-74D4-4C03-ABB1-F3D83596CF6D}" destId="{0945128F-5083-42FD-8A16-DA7A0D30C1D9}" srcOrd="1" destOrd="0" parTransId="{AD3784E5-AD6E-4799-8B8F-A55D000472A4}" sibTransId="{5EBC3EB7-5F7F-4F7C-B114-BDEB9202CE76}"/>
    <dgm:cxn modelId="{2D2D41B2-80C3-41B8-BD8E-470F59C88848}" type="presOf" srcId="{734A4C6C-F936-48B3-B4D9-D505B95FC392}" destId="{F6235DE4-2505-4518-BBA8-0C527947FC0E}" srcOrd="0" destOrd="0" presId="urn:microsoft.com/office/officeart/2005/8/layout/hierarchy2"/>
    <dgm:cxn modelId="{9F773CB8-188A-45D6-9EFE-E0895EBA57A0}" type="presOf" srcId="{EF907220-7423-42E4-B76F-3ADCA469F095}" destId="{78D184C7-EA8A-4F1E-9534-2D7F81232E11}" srcOrd="0" destOrd="0" presId="urn:microsoft.com/office/officeart/2005/8/layout/hierarchy2"/>
    <dgm:cxn modelId="{0F4BB6CD-698F-42DA-92D4-BB25B32F7545}" srcId="{05544A89-3887-4125-8F1E-510A2FF6789E}" destId="{BDB37592-74D4-4C03-ABB1-F3D83596CF6D}" srcOrd="0" destOrd="0" parTransId="{C84BB106-FF90-4FB0-B8D8-DC668E2B6527}" sibTransId="{F061476E-BB10-4D64-8D81-3617AC1B9033}"/>
    <dgm:cxn modelId="{6918B8D7-225B-493F-BAA6-88866E4783D1}" type="presOf" srcId="{9DD461D5-ADEA-454D-94C6-C70A76DC4BF2}" destId="{725A2056-C553-47AB-B5AD-15E8999A9B02}" srcOrd="0" destOrd="0" presId="urn:microsoft.com/office/officeart/2005/8/layout/hierarchy2"/>
    <dgm:cxn modelId="{2D07A6DE-F37C-4A28-8C34-B3A5A24466EA}" type="presOf" srcId="{189CE7F7-0AE9-43BC-8772-21BAB6CC1FF4}" destId="{A99F3BFC-4177-48B8-A736-8A366201DAAD}" srcOrd="0" destOrd="0" presId="urn:microsoft.com/office/officeart/2005/8/layout/hierarchy2"/>
    <dgm:cxn modelId="{5AF6C8E3-6415-4C95-9B95-615F97666F32}" srcId="{BDB37592-74D4-4C03-ABB1-F3D83596CF6D}" destId="{16619DEA-36D5-4BC4-9D56-A92A3EC7CB3A}" srcOrd="2" destOrd="0" parTransId="{EF907220-7423-42E4-B76F-3ADCA469F095}" sibTransId="{C5CB29C9-A5F2-400C-829E-86DF0CED16AB}"/>
    <dgm:cxn modelId="{2A7CAF0C-C3A2-4E06-A094-74A116061939}" type="presParOf" srcId="{FDD49BDE-B21F-45AE-A39A-02B924DBA1D7}" destId="{909409D0-01FC-428A-98D4-DD6E5A6F06BD}" srcOrd="0" destOrd="0" presId="urn:microsoft.com/office/officeart/2005/8/layout/hierarchy2"/>
    <dgm:cxn modelId="{6DBB2BD1-27B0-4369-A48F-B28B50C5B31C}" type="presParOf" srcId="{909409D0-01FC-428A-98D4-DD6E5A6F06BD}" destId="{228E06CF-FD5B-4919-8727-C05E3D12B8D4}" srcOrd="0" destOrd="0" presId="urn:microsoft.com/office/officeart/2005/8/layout/hierarchy2"/>
    <dgm:cxn modelId="{4F4ACCAB-D074-462C-95F5-9180F3098A25}" type="presParOf" srcId="{909409D0-01FC-428A-98D4-DD6E5A6F06BD}" destId="{64407C68-12F3-4E95-BC22-2F08BDB691FD}" srcOrd="1" destOrd="0" presId="urn:microsoft.com/office/officeart/2005/8/layout/hierarchy2"/>
    <dgm:cxn modelId="{1AD0F20C-E79F-454A-8E90-62D9B3A57E1F}" type="presParOf" srcId="{64407C68-12F3-4E95-BC22-2F08BDB691FD}" destId="{F4F0EE51-0DF7-4DCD-BF01-F77D84320F8C}" srcOrd="0" destOrd="0" presId="urn:microsoft.com/office/officeart/2005/8/layout/hierarchy2"/>
    <dgm:cxn modelId="{FA1DED93-5C7A-4175-BD7D-B20207687EAF}" type="presParOf" srcId="{F4F0EE51-0DF7-4DCD-BF01-F77D84320F8C}" destId="{10767881-63D1-40AB-AEBE-A09DB3BA8B04}" srcOrd="0" destOrd="0" presId="urn:microsoft.com/office/officeart/2005/8/layout/hierarchy2"/>
    <dgm:cxn modelId="{CED6B2E9-CE8E-4701-8AE9-CA7AFD12B54D}" type="presParOf" srcId="{64407C68-12F3-4E95-BC22-2F08BDB691FD}" destId="{8E81ED3F-2891-4CC4-B0BA-C7EEBAEEFB16}" srcOrd="1" destOrd="0" presId="urn:microsoft.com/office/officeart/2005/8/layout/hierarchy2"/>
    <dgm:cxn modelId="{90E5569F-25F7-41B5-9B21-8B9538A2D5D6}" type="presParOf" srcId="{8E81ED3F-2891-4CC4-B0BA-C7EEBAEEFB16}" destId="{CAD36991-4878-4657-B1FE-98B952E9D75E}" srcOrd="0" destOrd="0" presId="urn:microsoft.com/office/officeart/2005/8/layout/hierarchy2"/>
    <dgm:cxn modelId="{BF3FE10B-061A-4227-B3DC-39F197D56711}" type="presParOf" srcId="{8E81ED3F-2891-4CC4-B0BA-C7EEBAEEFB16}" destId="{7DDC9BBA-FF2C-4B1F-B9FD-06B25F2C9E02}" srcOrd="1" destOrd="0" presId="urn:microsoft.com/office/officeart/2005/8/layout/hierarchy2"/>
    <dgm:cxn modelId="{63CF4FEF-F2D8-4A30-AD9B-3D6E8BC63D3D}" type="presParOf" srcId="{7DDC9BBA-FF2C-4B1F-B9FD-06B25F2C9E02}" destId="{F6235DE4-2505-4518-BBA8-0C527947FC0E}" srcOrd="0" destOrd="0" presId="urn:microsoft.com/office/officeart/2005/8/layout/hierarchy2"/>
    <dgm:cxn modelId="{5D870760-03B3-4D57-9FA9-CAC5B97BFABA}" type="presParOf" srcId="{F6235DE4-2505-4518-BBA8-0C527947FC0E}" destId="{C1196015-3EA6-4063-9A69-0A5485A36DBF}" srcOrd="0" destOrd="0" presId="urn:microsoft.com/office/officeart/2005/8/layout/hierarchy2"/>
    <dgm:cxn modelId="{046C4175-6A12-4875-A393-C2A8A55197B0}" type="presParOf" srcId="{7DDC9BBA-FF2C-4B1F-B9FD-06B25F2C9E02}" destId="{2B59B24D-72F1-4D7B-97CF-8B423504FC2E}" srcOrd="1" destOrd="0" presId="urn:microsoft.com/office/officeart/2005/8/layout/hierarchy2"/>
    <dgm:cxn modelId="{BC4946F6-CD77-4A11-93A5-F85925738B94}" type="presParOf" srcId="{2B59B24D-72F1-4D7B-97CF-8B423504FC2E}" destId="{4B8816C6-748D-4284-A9C1-5445A34C2268}" srcOrd="0" destOrd="0" presId="urn:microsoft.com/office/officeart/2005/8/layout/hierarchy2"/>
    <dgm:cxn modelId="{9368CEEE-5F0A-43B1-B141-45367E62ED96}" type="presParOf" srcId="{2B59B24D-72F1-4D7B-97CF-8B423504FC2E}" destId="{7B36D64B-D900-4564-8963-A704100C487E}" srcOrd="1" destOrd="0" presId="urn:microsoft.com/office/officeart/2005/8/layout/hierarchy2"/>
    <dgm:cxn modelId="{5F0FECC3-F5FA-420A-A453-311ADCF73A5A}" type="presParOf" srcId="{7DDC9BBA-FF2C-4B1F-B9FD-06B25F2C9E02}" destId="{0B40C436-538C-483D-B6BC-2BDBA67BBFB0}" srcOrd="2" destOrd="0" presId="urn:microsoft.com/office/officeart/2005/8/layout/hierarchy2"/>
    <dgm:cxn modelId="{F9258229-5DCE-4355-9413-1318512EB214}" type="presParOf" srcId="{0B40C436-538C-483D-B6BC-2BDBA67BBFB0}" destId="{B8051095-4702-4ABD-BBBA-019CEF44C62C}" srcOrd="0" destOrd="0" presId="urn:microsoft.com/office/officeart/2005/8/layout/hierarchy2"/>
    <dgm:cxn modelId="{98AB6960-2181-4668-92D4-EEB2F58274C5}" type="presParOf" srcId="{7DDC9BBA-FF2C-4B1F-B9FD-06B25F2C9E02}" destId="{3CF7085C-EC55-4403-B304-328C5E15A07F}" srcOrd="3" destOrd="0" presId="urn:microsoft.com/office/officeart/2005/8/layout/hierarchy2"/>
    <dgm:cxn modelId="{50977EB8-FAD2-4BE9-AF90-94843B3ED608}" type="presParOf" srcId="{3CF7085C-EC55-4403-B304-328C5E15A07F}" destId="{A6A12EBD-A8FC-4246-BB6F-BD2D37D5C12A}" srcOrd="0" destOrd="0" presId="urn:microsoft.com/office/officeart/2005/8/layout/hierarchy2"/>
    <dgm:cxn modelId="{BA4ECA35-5D3A-4739-BC32-F9E4A19E250B}" type="presParOf" srcId="{3CF7085C-EC55-4403-B304-328C5E15A07F}" destId="{B00A11CF-AC43-473E-9B2A-44C9F28012CD}" srcOrd="1" destOrd="0" presId="urn:microsoft.com/office/officeart/2005/8/layout/hierarchy2"/>
    <dgm:cxn modelId="{D7B9FEC0-EE30-44E3-AEFC-E944B1DD435C}" type="presParOf" srcId="{7DDC9BBA-FF2C-4B1F-B9FD-06B25F2C9E02}" destId="{78D184C7-EA8A-4F1E-9534-2D7F81232E11}" srcOrd="4" destOrd="0" presId="urn:microsoft.com/office/officeart/2005/8/layout/hierarchy2"/>
    <dgm:cxn modelId="{65C8DAF0-84E5-46D1-8DCB-F0A68B3293DB}" type="presParOf" srcId="{78D184C7-EA8A-4F1E-9534-2D7F81232E11}" destId="{E22E589D-FC5B-455B-B0BA-2966694EE0E1}" srcOrd="0" destOrd="0" presId="urn:microsoft.com/office/officeart/2005/8/layout/hierarchy2"/>
    <dgm:cxn modelId="{70076615-3DB4-428D-963A-C72B62FA2A54}" type="presParOf" srcId="{7DDC9BBA-FF2C-4B1F-B9FD-06B25F2C9E02}" destId="{CE6AF5DA-8657-4612-8B52-E3AF004F240E}" srcOrd="5" destOrd="0" presId="urn:microsoft.com/office/officeart/2005/8/layout/hierarchy2"/>
    <dgm:cxn modelId="{6551D8A1-4E74-441A-A535-3CF0B01CDA29}" type="presParOf" srcId="{CE6AF5DA-8657-4612-8B52-E3AF004F240E}" destId="{E126A249-AB9E-4385-BD7A-55FE673D3D21}" srcOrd="0" destOrd="0" presId="urn:microsoft.com/office/officeart/2005/8/layout/hierarchy2"/>
    <dgm:cxn modelId="{5EF21036-5BE8-4230-91BA-DA9B0F6C5F96}" type="presParOf" srcId="{CE6AF5DA-8657-4612-8B52-E3AF004F240E}" destId="{2A863008-D31D-4A29-A488-3166511AF7C2}" srcOrd="1" destOrd="0" presId="urn:microsoft.com/office/officeart/2005/8/layout/hierarchy2"/>
    <dgm:cxn modelId="{974577F5-AD96-4A7E-B737-3A85A62E1C26}" type="presParOf" srcId="{64407C68-12F3-4E95-BC22-2F08BDB691FD}" destId="{028B391B-BC14-41B6-8C41-9804A30C8A8E}" srcOrd="2" destOrd="0" presId="urn:microsoft.com/office/officeart/2005/8/layout/hierarchy2"/>
    <dgm:cxn modelId="{5C973FCD-DB34-4184-9C06-F42D12EFC990}" type="presParOf" srcId="{028B391B-BC14-41B6-8C41-9804A30C8A8E}" destId="{E264BF72-1DA3-4A2F-9F13-6D4316C9D7E0}" srcOrd="0" destOrd="0" presId="urn:microsoft.com/office/officeart/2005/8/layout/hierarchy2"/>
    <dgm:cxn modelId="{DA8BE43E-360C-4352-A829-E0F3D7837B34}" type="presParOf" srcId="{64407C68-12F3-4E95-BC22-2F08BDB691FD}" destId="{5F7DAF69-A5F0-4AFF-BE40-F85CBF1B7169}" srcOrd="3" destOrd="0" presId="urn:microsoft.com/office/officeart/2005/8/layout/hierarchy2"/>
    <dgm:cxn modelId="{8252D340-28F3-48FA-A5DE-253F2E6E8DFE}" type="presParOf" srcId="{5F7DAF69-A5F0-4AFF-BE40-F85CBF1B7169}" destId="{725A2056-C553-47AB-B5AD-15E8999A9B02}" srcOrd="0" destOrd="0" presId="urn:microsoft.com/office/officeart/2005/8/layout/hierarchy2"/>
    <dgm:cxn modelId="{22DF553D-AC7B-44F8-8C7F-5E9387D1582B}" type="presParOf" srcId="{5F7DAF69-A5F0-4AFF-BE40-F85CBF1B7169}" destId="{A70F15F2-E602-4F50-9C05-1D8B703B253D}" srcOrd="1" destOrd="0" presId="urn:microsoft.com/office/officeart/2005/8/layout/hierarchy2"/>
    <dgm:cxn modelId="{325A8AD3-2A6F-4727-8DEA-158BF42C728B}" type="presParOf" srcId="{64407C68-12F3-4E95-BC22-2F08BDB691FD}" destId="{213F530A-2E38-4FCE-9F65-3BC9C298355F}" srcOrd="4" destOrd="0" presId="urn:microsoft.com/office/officeart/2005/8/layout/hierarchy2"/>
    <dgm:cxn modelId="{0A06376B-70EB-4BD8-9ADA-D33B0817F6A9}" type="presParOf" srcId="{213F530A-2E38-4FCE-9F65-3BC9C298355F}" destId="{CF6724B5-BF02-4303-ACDC-C11019D27F1C}" srcOrd="0" destOrd="0" presId="urn:microsoft.com/office/officeart/2005/8/layout/hierarchy2"/>
    <dgm:cxn modelId="{27FC6404-A16C-4529-8A8F-B5A2E3FEE8B1}" type="presParOf" srcId="{64407C68-12F3-4E95-BC22-2F08BDB691FD}" destId="{41E27524-EFC9-4291-9447-89F266E8019E}" srcOrd="5" destOrd="0" presId="urn:microsoft.com/office/officeart/2005/8/layout/hierarchy2"/>
    <dgm:cxn modelId="{6B308698-A76D-4438-ACFC-64950BF36B59}" type="presParOf" srcId="{41E27524-EFC9-4291-9447-89F266E8019E}" destId="{A99F3BFC-4177-48B8-A736-8A366201DAAD}" srcOrd="0" destOrd="0" presId="urn:microsoft.com/office/officeart/2005/8/layout/hierarchy2"/>
    <dgm:cxn modelId="{287A0CE7-F17D-48E2-8344-ED9EB41F5D4C}" type="presParOf" srcId="{41E27524-EFC9-4291-9447-89F266E8019E}" destId="{18AA27EB-36C4-4E73-BC5B-C91F8D62FC1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10A96-1D0B-4646-A07C-430976C49508}">
      <dsp:nvSpPr>
        <dsp:cNvPr id="0" name=""/>
        <dsp:cNvSpPr/>
      </dsp:nvSpPr>
      <dsp:spPr>
        <a:xfrm>
          <a:off x="4306511" y="2503278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测试类别</a:t>
          </a:r>
        </a:p>
      </dsp:txBody>
      <dsp:txXfrm>
        <a:off x="4319918" y="2516685"/>
        <a:ext cx="888712" cy="430949"/>
      </dsp:txXfrm>
    </dsp:sp>
    <dsp:sp modelId="{04BB0E06-1798-4A84-BDCA-7FDB3368438C}">
      <dsp:nvSpPr>
        <dsp:cNvPr id="0" name=""/>
        <dsp:cNvSpPr/>
      </dsp:nvSpPr>
      <dsp:spPr>
        <a:xfrm rot="16924900">
          <a:off x="4530321" y="1868793"/>
          <a:ext cx="174964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749645" y="79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361402" y="1832973"/>
        <a:ext cx="87482" cy="87482"/>
      </dsp:txXfrm>
    </dsp:sp>
    <dsp:sp modelId="{163CF0D7-9BBA-4571-BF33-0F3C0EAF0C73}">
      <dsp:nvSpPr>
        <dsp:cNvPr id="0" name=""/>
        <dsp:cNvSpPr/>
      </dsp:nvSpPr>
      <dsp:spPr>
        <a:xfrm>
          <a:off x="5588249" y="792387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功能测试</a:t>
          </a:r>
        </a:p>
      </dsp:txBody>
      <dsp:txXfrm>
        <a:off x="5601656" y="805794"/>
        <a:ext cx="888712" cy="430949"/>
      </dsp:txXfrm>
    </dsp:sp>
    <dsp:sp modelId="{4FC5F46F-8C69-479D-979C-4478D839B65A}">
      <dsp:nvSpPr>
        <dsp:cNvPr id="0" name=""/>
        <dsp:cNvSpPr/>
      </dsp:nvSpPr>
      <dsp:spPr>
        <a:xfrm rot="17692822">
          <a:off x="6251667" y="618527"/>
          <a:ext cx="87042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870427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65120" y="604687"/>
        <a:ext cx="43521" cy="43521"/>
      </dsp:txXfrm>
    </dsp:sp>
    <dsp:sp modelId="{A29ECEDE-C93D-4519-A744-634E02F26A61}">
      <dsp:nvSpPr>
        <dsp:cNvPr id="0" name=""/>
        <dsp:cNvSpPr/>
      </dsp:nvSpPr>
      <dsp:spPr>
        <a:xfrm>
          <a:off x="6869986" y="2745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静态测试</a:t>
          </a:r>
        </a:p>
      </dsp:txBody>
      <dsp:txXfrm>
        <a:off x="6883393" y="16152"/>
        <a:ext cx="888712" cy="430949"/>
      </dsp:txXfrm>
    </dsp:sp>
    <dsp:sp modelId="{6018EE29-89E6-4AEF-A347-4CF2B8AA5E60}">
      <dsp:nvSpPr>
        <dsp:cNvPr id="0" name=""/>
        <dsp:cNvSpPr/>
      </dsp:nvSpPr>
      <dsp:spPr>
        <a:xfrm rot="19457599">
          <a:off x="6461386" y="881741"/>
          <a:ext cx="45098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50989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5606" y="878387"/>
        <a:ext cx="22549" cy="22549"/>
      </dsp:txXfrm>
    </dsp:sp>
    <dsp:sp modelId="{FBE52B38-D4C9-4659-92E3-CA00977492AF}">
      <dsp:nvSpPr>
        <dsp:cNvPr id="0" name=""/>
        <dsp:cNvSpPr/>
      </dsp:nvSpPr>
      <dsp:spPr>
        <a:xfrm>
          <a:off x="6869986" y="529173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>
              <a:latin typeface="黑体" panose="02010609060101010101" pitchFamily="49" charset="-122"/>
              <a:ea typeface="黑体" panose="02010609060101010101" pitchFamily="49" charset="-122"/>
            </a:rPr>
            <a:t>白盒测试</a:t>
          </a:r>
        </a:p>
      </dsp:txBody>
      <dsp:txXfrm>
        <a:off x="6883393" y="542580"/>
        <a:ext cx="888712" cy="430949"/>
      </dsp:txXfrm>
    </dsp:sp>
    <dsp:sp modelId="{885F94D7-C777-4483-A0B7-BF9C281B13D9}">
      <dsp:nvSpPr>
        <dsp:cNvPr id="0" name=""/>
        <dsp:cNvSpPr/>
      </dsp:nvSpPr>
      <dsp:spPr>
        <a:xfrm rot="2142401">
          <a:off x="6461386" y="1144955"/>
          <a:ext cx="450989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450989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5606" y="1141601"/>
        <a:ext cx="22549" cy="22549"/>
      </dsp:txXfrm>
    </dsp:sp>
    <dsp:sp modelId="{D8F25046-CA3C-4794-8440-4993F327D9D7}">
      <dsp:nvSpPr>
        <dsp:cNvPr id="0" name=""/>
        <dsp:cNvSpPr/>
      </dsp:nvSpPr>
      <dsp:spPr>
        <a:xfrm>
          <a:off x="6869986" y="1055601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>
              <a:latin typeface="黑体" panose="02010609060101010101" pitchFamily="49" charset="-122"/>
              <a:ea typeface="黑体" panose="02010609060101010101" pitchFamily="49" charset="-122"/>
            </a:rPr>
            <a:t>黑盒测试</a:t>
          </a:r>
        </a:p>
      </dsp:txBody>
      <dsp:txXfrm>
        <a:off x="6883393" y="1069008"/>
        <a:ext cx="888712" cy="430949"/>
      </dsp:txXfrm>
    </dsp:sp>
    <dsp:sp modelId="{7DB0E701-B5ED-440D-B359-875CEB1433A5}">
      <dsp:nvSpPr>
        <dsp:cNvPr id="0" name=""/>
        <dsp:cNvSpPr/>
      </dsp:nvSpPr>
      <dsp:spPr>
        <a:xfrm rot="3907178">
          <a:off x="6251667" y="1408169"/>
          <a:ext cx="87042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870427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65120" y="1394329"/>
        <a:ext cx="43521" cy="43521"/>
      </dsp:txXfrm>
    </dsp:sp>
    <dsp:sp modelId="{5A25DA56-2EC8-485F-8C90-2EC784021C3B}">
      <dsp:nvSpPr>
        <dsp:cNvPr id="0" name=""/>
        <dsp:cNvSpPr/>
      </dsp:nvSpPr>
      <dsp:spPr>
        <a:xfrm>
          <a:off x="6869986" y="1582029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>
              <a:latin typeface="黑体" panose="02010609060101010101" pitchFamily="49" charset="-122"/>
              <a:ea typeface="黑体" panose="02010609060101010101" pitchFamily="49" charset="-122"/>
            </a:rPr>
            <a:t>灰盒测试</a:t>
          </a:r>
        </a:p>
      </dsp:txBody>
      <dsp:txXfrm>
        <a:off x="6883393" y="1595436"/>
        <a:ext cx="888712" cy="430949"/>
      </dsp:txXfrm>
    </dsp:sp>
    <dsp:sp modelId="{93945DD2-A9E9-42B2-8834-EC612460FD84}">
      <dsp:nvSpPr>
        <dsp:cNvPr id="0" name=""/>
        <dsp:cNvSpPr/>
      </dsp:nvSpPr>
      <dsp:spPr>
        <a:xfrm rot="1186030">
          <a:off x="5210573" y="2790042"/>
          <a:ext cx="389141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89141" y="79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395415" y="2788235"/>
        <a:ext cx="19457" cy="19457"/>
      </dsp:txXfrm>
    </dsp:sp>
    <dsp:sp modelId="{79E03A58-60B8-4D18-AF5D-9FAD5E0BC72F}">
      <dsp:nvSpPr>
        <dsp:cNvPr id="0" name=""/>
        <dsp:cNvSpPr/>
      </dsp:nvSpPr>
      <dsp:spPr>
        <a:xfrm>
          <a:off x="5588249" y="2634885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性能测试</a:t>
          </a:r>
        </a:p>
      </dsp:txBody>
      <dsp:txXfrm>
        <a:off x="5601656" y="2648292"/>
        <a:ext cx="888712" cy="430949"/>
      </dsp:txXfrm>
    </dsp:sp>
    <dsp:sp modelId="{52BF6103-6FD0-428E-A36B-CD8A164851C1}">
      <dsp:nvSpPr>
        <dsp:cNvPr id="0" name=""/>
        <dsp:cNvSpPr/>
      </dsp:nvSpPr>
      <dsp:spPr>
        <a:xfrm rot="18289469">
          <a:off x="6366242" y="2592632"/>
          <a:ext cx="64127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641277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0849" y="2584521"/>
        <a:ext cx="32063" cy="32063"/>
      </dsp:txXfrm>
    </dsp:sp>
    <dsp:sp modelId="{9AB7F9CD-487D-4835-838A-E17B09E1D5DF}">
      <dsp:nvSpPr>
        <dsp:cNvPr id="0" name=""/>
        <dsp:cNvSpPr/>
      </dsp:nvSpPr>
      <dsp:spPr>
        <a:xfrm>
          <a:off x="6869986" y="2108457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响应实时性</a:t>
          </a:r>
        </a:p>
      </dsp:txBody>
      <dsp:txXfrm>
        <a:off x="6883393" y="2121864"/>
        <a:ext cx="888712" cy="430949"/>
      </dsp:txXfrm>
    </dsp:sp>
    <dsp:sp modelId="{876A70B9-7481-46CF-9480-AD74409E8F72}">
      <dsp:nvSpPr>
        <dsp:cNvPr id="0" name=""/>
        <dsp:cNvSpPr/>
      </dsp:nvSpPr>
      <dsp:spPr>
        <a:xfrm>
          <a:off x="6503775" y="2855846"/>
          <a:ext cx="36621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66210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7726" y="2854612"/>
        <a:ext cx="18310" cy="18310"/>
      </dsp:txXfrm>
    </dsp:sp>
    <dsp:sp modelId="{F975FE97-9638-4066-8D8C-B22318E5B15F}">
      <dsp:nvSpPr>
        <dsp:cNvPr id="0" name=""/>
        <dsp:cNvSpPr/>
      </dsp:nvSpPr>
      <dsp:spPr>
        <a:xfrm>
          <a:off x="6869986" y="2634885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>
              <a:latin typeface="黑体" panose="02010609060101010101" pitchFamily="49" charset="-122"/>
              <a:ea typeface="黑体" panose="02010609060101010101" pitchFamily="49" charset="-122"/>
            </a:rPr>
            <a:t>工作效率</a:t>
          </a:r>
        </a:p>
      </dsp:txBody>
      <dsp:txXfrm>
        <a:off x="6883393" y="2648292"/>
        <a:ext cx="888712" cy="430949"/>
      </dsp:txXfrm>
    </dsp:sp>
    <dsp:sp modelId="{61C4E30C-BA51-4E32-B3DE-801A61B5DE34}">
      <dsp:nvSpPr>
        <dsp:cNvPr id="0" name=""/>
        <dsp:cNvSpPr/>
      </dsp:nvSpPr>
      <dsp:spPr>
        <a:xfrm rot="3310531">
          <a:off x="6366242" y="3119060"/>
          <a:ext cx="64127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641277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0849" y="3110949"/>
        <a:ext cx="32063" cy="32063"/>
      </dsp:txXfrm>
    </dsp:sp>
    <dsp:sp modelId="{8DA42C32-8FBD-486C-AE96-7BEB083DBFD9}">
      <dsp:nvSpPr>
        <dsp:cNvPr id="0" name=""/>
        <dsp:cNvSpPr/>
      </dsp:nvSpPr>
      <dsp:spPr>
        <a:xfrm>
          <a:off x="6869986" y="3161313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消耗资源</a:t>
          </a:r>
        </a:p>
      </dsp:txBody>
      <dsp:txXfrm>
        <a:off x="6883393" y="3174720"/>
        <a:ext cx="888712" cy="430949"/>
      </dsp:txXfrm>
    </dsp:sp>
    <dsp:sp modelId="{D7B5A2B4-9D67-40FB-81D7-B14B96B86358}">
      <dsp:nvSpPr>
        <dsp:cNvPr id="0" name=""/>
        <dsp:cNvSpPr/>
      </dsp:nvSpPr>
      <dsp:spPr>
        <a:xfrm rot="4675100">
          <a:off x="4530321" y="3579684"/>
          <a:ext cx="1749645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749645" y="79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361402" y="3543864"/>
        <a:ext cx="87482" cy="87482"/>
      </dsp:txXfrm>
    </dsp:sp>
    <dsp:sp modelId="{B1A786A4-56D2-4E35-B496-544276EE5D14}">
      <dsp:nvSpPr>
        <dsp:cNvPr id="0" name=""/>
        <dsp:cNvSpPr/>
      </dsp:nvSpPr>
      <dsp:spPr>
        <a:xfrm>
          <a:off x="5588249" y="4214169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异常与安全测试</a:t>
          </a:r>
        </a:p>
      </dsp:txBody>
      <dsp:txXfrm>
        <a:off x="5601656" y="4227576"/>
        <a:ext cx="888712" cy="430949"/>
      </dsp:txXfrm>
    </dsp:sp>
    <dsp:sp modelId="{0AC64514-ACC5-4967-AC3C-E297E116D01D}">
      <dsp:nvSpPr>
        <dsp:cNvPr id="0" name=""/>
        <dsp:cNvSpPr/>
      </dsp:nvSpPr>
      <dsp:spPr>
        <a:xfrm rot="18289469">
          <a:off x="6366242" y="4171916"/>
          <a:ext cx="64127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641277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0849" y="4163805"/>
        <a:ext cx="32063" cy="32063"/>
      </dsp:txXfrm>
    </dsp:sp>
    <dsp:sp modelId="{64C99378-8063-464A-BD31-2DFA952AD753}">
      <dsp:nvSpPr>
        <dsp:cNvPr id="0" name=""/>
        <dsp:cNvSpPr/>
      </dsp:nvSpPr>
      <dsp:spPr>
        <a:xfrm>
          <a:off x="6869986" y="3687741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>
              <a:latin typeface="黑体" panose="02010609060101010101" pitchFamily="49" charset="-122"/>
              <a:ea typeface="黑体" panose="02010609060101010101" pitchFamily="49" charset="-122"/>
            </a:rPr>
            <a:t>异常警报</a:t>
          </a:r>
        </a:p>
      </dsp:txBody>
      <dsp:txXfrm>
        <a:off x="6883393" y="3701148"/>
        <a:ext cx="888712" cy="430949"/>
      </dsp:txXfrm>
    </dsp:sp>
    <dsp:sp modelId="{BD881B2B-2AD7-47C0-B4D8-D2E9724871D1}">
      <dsp:nvSpPr>
        <dsp:cNvPr id="0" name=""/>
        <dsp:cNvSpPr/>
      </dsp:nvSpPr>
      <dsp:spPr>
        <a:xfrm>
          <a:off x="6503775" y="4435130"/>
          <a:ext cx="36621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366210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7726" y="4433896"/>
        <a:ext cx="18310" cy="18310"/>
      </dsp:txXfrm>
    </dsp:sp>
    <dsp:sp modelId="{9693528C-B905-4B2C-B0E0-09A3035947BB}">
      <dsp:nvSpPr>
        <dsp:cNvPr id="0" name=""/>
        <dsp:cNvSpPr/>
      </dsp:nvSpPr>
      <dsp:spPr>
        <a:xfrm>
          <a:off x="6869986" y="4214169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异常记录</a:t>
          </a:r>
        </a:p>
      </dsp:txBody>
      <dsp:txXfrm>
        <a:off x="6883393" y="4227576"/>
        <a:ext cx="888712" cy="430949"/>
      </dsp:txXfrm>
    </dsp:sp>
    <dsp:sp modelId="{7FBA9A1C-6C10-4B4D-BFC9-6F564AF5ECDC}">
      <dsp:nvSpPr>
        <dsp:cNvPr id="0" name=""/>
        <dsp:cNvSpPr/>
      </dsp:nvSpPr>
      <dsp:spPr>
        <a:xfrm rot="3310531">
          <a:off x="6366242" y="4698344"/>
          <a:ext cx="641277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641277" y="79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70849" y="4690233"/>
        <a:ext cx="32063" cy="32063"/>
      </dsp:txXfrm>
    </dsp:sp>
    <dsp:sp modelId="{7F6679BB-9E3E-4736-82B7-A7882E7DE778}">
      <dsp:nvSpPr>
        <dsp:cNvPr id="0" name=""/>
        <dsp:cNvSpPr/>
      </dsp:nvSpPr>
      <dsp:spPr>
        <a:xfrm>
          <a:off x="6869986" y="4740597"/>
          <a:ext cx="915526" cy="4577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kern="1200" dirty="0">
              <a:latin typeface="黑体" panose="02010609060101010101" pitchFamily="49" charset="-122"/>
              <a:ea typeface="黑体" panose="02010609060101010101" pitchFamily="49" charset="-122"/>
            </a:rPr>
            <a:t>异常处理</a:t>
          </a:r>
        </a:p>
      </dsp:txBody>
      <dsp:txXfrm>
        <a:off x="6883393" y="4754004"/>
        <a:ext cx="888712" cy="4309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E06CF-FD5B-4919-8727-C05E3D12B8D4}">
      <dsp:nvSpPr>
        <dsp:cNvPr id="0" name=""/>
        <dsp:cNvSpPr/>
      </dsp:nvSpPr>
      <dsp:spPr>
        <a:xfrm>
          <a:off x="700768" y="2249103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测试用例</a:t>
          </a:r>
        </a:p>
      </dsp:txBody>
      <dsp:txXfrm>
        <a:off x="729395" y="2277730"/>
        <a:ext cx="1897564" cy="920155"/>
      </dsp:txXfrm>
    </dsp:sp>
    <dsp:sp modelId="{F4F0EE51-0DF7-4DCD-BF01-F77D84320F8C}">
      <dsp:nvSpPr>
        <dsp:cNvPr id="0" name=""/>
        <dsp:cNvSpPr/>
      </dsp:nvSpPr>
      <dsp:spPr>
        <a:xfrm rot="18289469">
          <a:off x="2361927" y="2155582"/>
          <a:ext cx="136924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245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12319" y="2141566"/>
        <a:ext cx="68462" cy="68462"/>
      </dsp:txXfrm>
    </dsp:sp>
    <dsp:sp modelId="{CAD36991-4878-4657-B1FE-98B952E9D75E}">
      <dsp:nvSpPr>
        <dsp:cNvPr id="0" name=""/>
        <dsp:cNvSpPr/>
      </dsp:nvSpPr>
      <dsp:spPr>
        <a:xfrm>
          <a:off x="3437513" y="1125082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单元测试</a:t>
          </a:r>
        </a:p>
      </dsp:txBody>
      <dsp:txXfrm>
        <a:off x="3466140" y="1153709"/>
        <a:ext cx="1897564" cy="920155"/>
      </dsp:txXfrm>
    </dsp:sp>
    <dsp:sp modelId="{F6235DE4-2505-4518-BBA8-0C527947FC0E}">
      <dsp:nvSpPr>
        <dsp:cNvPr id="0" name=""/>
        <dsp:cNvSpPr/>
      </dsp:nvSpPr>
      <dsp:spPr>
        <a:xfrm rot="18289469">
          <a:off x="5098673" y="1031562"/>
          <a:ext cx="136924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245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49064" y="1017545"/>
        <a:ext cx="68462" cy="68462"/>
      </dsp:txXfrm>
    </dsp:sp>
    <dsp:sp modelId="{4B8816C6-748D-4284-A9C1-5445A34C2268}">
      <dsp:nvSpPr>
        <dsp:cNvPr id="0" name=""/>
        <dsp:cNvSpPr/>
      </dsp:nvSpPr>
      <dsp:spPr>
        <a:xfrm>
          <a:off x="6174259" y="1062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机器人硬件</a:t>
          </a:r>
        </a:p>
      </dsp:txBody>
      <dsp:txXfrm>
        <a:off x="6202886" y="29689"/>
        <a:ext cx="1897564" cy="920155"/>
      </dsp:txXfrm>
    </dsp:sp>
    <dsp:sp modelId="{0B40C436-538C-483D-B6BC-2BDBA67BBFB0}">
      <dsp:nvSpPr>
        <dsp:cNvPr id="0" name=""/>
        <dsp:cNvSpPr/>
      </dsp:nvSpPr>
      <dsp:spPr>
        <a:xfrm>
          <a:off x="5392332" y="1593572"/>
          <a:ext cx="78192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81927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63747" y="1594239"/>
        <a:ext cx="39096" cy="39096"/>
      </dsp:txXfrm>
    </dsp:sp>
    <dsp:sp modelId="{A6A12EBD-A8FC-4246-BB6F-BD2D37D5C12A}">
      <dsp:nvSpPr>
        <dsp:cNvPr id="0" name=""/>
        <dsp:cNvSpPr/>
      </dsp:nvSpPr>
      <dsp:spPr>
        <a:xfrm>
          <a:off x="6174259" y="1125082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>
              <a:latin typeface="黑体" panose="02010609060101010101" pitchFamily="49" charset="-122"/>
              <a:ea typeface="黑体" panose="02010609060101010101" pitchFamily="49" charset="-122"/>
            </a:rPr>
            <a:t>前端交互界面</a:t>
          </a:r>
        </a:p>
      </dsp:txBody>
      <dsp:txXfrm>
        <a:off x="6202886" y="1153709"/>
        <a:ext cx="1897564" cy="920155"/>
      </dsp:txXfrm>
    </dsp:sp>
    <dsp:sp modelId="{78D184C7-EA8A-4F1E-9534-2D7F81232E11}">
      <dsp:nvSpPr>
        <dsp:cNvPr id="0" name=""/>
        <dsp:cNvSpPr/>
      </dsp:nvSpPr>
      <dsp:spPr>
        <a:xfrm rot="3310531">
          <a:off x="5098673" y="2155582"/>
          <a:ext cx="136924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245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49064" y="2141566"/>
        <a:ext cx="68462" cy="68462"/>
      </dsp:txXfrm>
    </dsp:sp>
    <dsp:sp modelId="{E126A249-AB9E-4385-BD7A-55FE673D3D21}">
      <dsp:nvSpPr>
        <dsp:cNvPr id="0" name=""/>
        <dsp:cNvSpPr/>
      </dsp:nvSpPr>
      <dsp:spPr>
        <a:xfrm>
          <a:off x="6174259" y="2249103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ROS</a:t>
          </a:r>
          <a:r>
            <a:rPr lang="zh-CN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端</a:t>
          </a:r>
        </a:p>
      </dsp:txBody>
      <dsp:txXfrm>
        <a:off x="6202886" y="2277730"/>
        <a:ext cx="1897564" cy="920155"/>
      </dsp:txXfrm>
    </dsp:sp>
    <dsp:sp modelId="{028B391B-BC14-41B6-8C41-9804A30C8A8E}">
      <dsp:nvSpPr>
        <dsp:cNvPr id="0" name=""/>
        <dsp:cNvSpPr/>
      </dsp:nvSpPr>
      <dsp:spPr>
        <a:xfrm>
          <a:off x="2655586" y="2717592"/>
          <a:ext cx="78192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781927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27002" y="2718259"/>
        <a:ext cx="39096" cy="39096"/>
      </dsp:txXfrm>
    </dsp:sp>
    <dsp:sp modelId="{725A2056-C553-47AB-B5AD-15E8999A9B02}">
      <dsp:nvSpPr>
        <dsp:cNvPr id="0" name=""/>
        <dsp:cNvSpPr/>
      </dsp:nvSpPr>
      <dsp:spPr>
        <a:xfrm>
          <a:off x="3437513" y="2249103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集成测试</a:t>
          </a:r>
        </a:p>
      </dsp:txBody>
      <dsp:txXfrm>
        <a:off x="3466140" y="2277730"/>
        <a:ext cx="1897564" cy="920155"/>
      </dsp:txXfrm>
    </dsp:sp>
    <dsp:sp modelId="{213F530A-2E38-4FCE-9F65-3BC9C298355F}">
      <dsp:nvSpPr>
        <dsp:cNvPr id="0" name=""/>
        <dsp:cNvSpPr/>
      </dsp:nvSpPr>
      <dsp:spPr>
        <a:xfrm rot="3310531">
          <a:off x="2361927" y="3279603"/>
          <a:ext cx="136924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245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12319" y="3265586"/>
        <a:ext cx="68462" cy="68462"/>
      </dsp:txXfrm>
    </dsp:sp>
    <dsp:sp modelId="{A99F3BFC-4177-48B8-A736-8A366201DAAD}">
      <dsp:nvSpPr>
        <dsp:cNvPr id="0" name=""/>
        <dsp:cNvSpPr/>
      </dsp:nvSpPr>
      <dsp:spPr>
        <a:xfrm>
          <a:off x="3437513" y="3373123"/>
          <a:ext cx="1954818" cy="977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kern="1200" dirty="0">
              <a:latin typeface="黑体" panose="02010609060101010101" pitchFamily="49" charset="-122"/>
              <a:ea typeface="黑体" panose="02010609060101010101" pitchFamily="49" charset="-122"/>
            </a:rPr>
            <a:t>系统测试</a:t>
          </a:r>
        </a:p>
      </dsp:txBody>
      <dsp:txXfrm>
        <a:off x="3466140" y="3401750"/>
        <a:ext cx="1897564" cy="920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5E71A-3EE8-A3D6-C7C6-C5B92EF35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7267D4-2009-35A9-F276-DFEA2DBC3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96BF5B-C907-86C1-1334-122F2D12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629AE-2D15-FE89-73B0-C80544B3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1C19E-51DF-DC6D-822C-8D4320AC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67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960D0-5A46-17AB-3C1E-76C7AE8D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C7086-0D13-84A8-9002-2A92A2FF0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3D0497-D14B-DB07-3EB0-CF880AB9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22D7F-E579-2CE1-B75F-E1E8D994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4D2DB-0B01-3084-355A-A8935D89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16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2C22B-3846-1CBD-C115-FD764E44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A6C951-ED12-F93A-776F-F7E02689C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1B1246-305F-5918-6DB4-3B9E0076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18443B-D81F-792B-826C-4A23CB46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337E6C-4C7B-E38A-2471-1013ED15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06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FBE6A-A017-2F6A-6482-32C47962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BD158A-A11C-ECAA-E9EA-D0CE05471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0BABD7-5134-BD21-FB2F-D3C4C787D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13688B-323A-7F35-E129-F1C98359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1CD5F4-5096-70DD-9B8E-2C4A4F6B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AE75FF-3C15-AE50-F423-940500F2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3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56EEF-1868-E924-174E-DB13DCBD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64C734-92FE-1229-9804-6F0D1A2E5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400C8A-55E7-F6D7-040F-A4F565F72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953FF3-AB8B-E64A-480F-E1DCFB5BB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E50D41-A5F6-83D3-1DA3-62B001D70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33ED5F-BBD0-F28A-BCFE-299D7CB7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31F6EB-B5A3-5E0D-2384-718F210A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849069-0989-21E6-BBD7-446363EE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82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B706B-EC79-5712-3918-8DE4284D0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7AD745-CE0B-036A-B80B-54FEFF0E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E6E8E3-BB46-7F7F-E238-C8562DB5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FE403E-BE34-2F16-A742-17AA2B5A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75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63289C-542E-2ADE-F90F-4E522500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13F4E4-9091-93B2-C6C9-AFB43D88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D37BF4-C55E-46C5-D965-F9782FD3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37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5C84E-8E65-708C-B21B-85ECADF7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D88EC-F663-E353-F03E-B058B69B3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15DD2A-B589-14C3-D9D9-75D8E0E46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B19BE7-1AFF-9346-AD38-68146FCA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29ACC-D632-BA81-47DF-68495FF3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BB086-03D3-5ABF-0315-4E58D781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75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3B288-567B-D590-6B37-A51D45EA6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3E0840-D131-EF15-B989-79441F819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E5AA64-8C61-F6BE-6A52-F9499094A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ED10DF-67C7-245E-52A4-B04224B0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8A4AC1-34B6-D66C-348B-7E055C3A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E032C6-470F-CFD4-B63C-40E55E93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8AF1C-6AD6-41F9-1226-F1FCF9CB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956693-CE47-DCE8-F2BF-75CC97401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EF6590-B22F-EB69-1FD5-6282B4B7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5A96F-00FF-85B3-E172-BE34AA7F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B23E15-0B57-2ACD-353B-9ED507DD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3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012A97-1C87-B3F6-EFC0-6CCD720F2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9AF4D8-0EF1-7371-304D-E3634F74B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C85DE-ED5E-85C6-EBAD-7EA5941A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7FFB79-9052-9A5A-76A0-52B5E29D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11950-EA66-274C-C1F4-B9D02D65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1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E09DEE-CCC1-D28D-3653-A1507AF6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E18EAC-2311-6124-4229-C06E0213E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218CB-218A-D637-C9D8-C2339C97E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DF5CB-520F-4A9D-91D6-0321646E9BFF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70E58-D4DE-E682-8357-F711CF4C1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E24D6-410A-26EC-311D-B604CE72E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F1BC8-9D19-46F4-8B78-90C9BB0932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90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image" Target="../media/image6.sv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5.svg"/><Relationship Id="rId2" Type="http://schemas.openxmlformats.org/officeDocument/2006/relationships/tags" Target="../tags/tag22.xml"/><Relationship Id="rId16" Type="http://schemas.openxmlformats.org/officeDocument/2006/relationships/image" Target="../media/image4.sv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3.svg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D955CF2-9981-3CBB-2EA2-CE3161392A0E}"/>
              </a:ext>
            </a:extLst>
          </p:cNvPr>
          <p:cNvSpPr/>
          <p:nvPr/>
        </p:nvSpPr>
        <p:spPr>
          <a:xfrm rot="20065301">
            <a:off x="-984084" y="1561854"/>
            <a:ext cx="12653143" cy="11672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2C163D-2E25-117A-C868-BC0D010EE928}"/>
              </a:ext>
            </a:extLst>
          </p:cNvPr>
          <p:cNvSpPr/>
          <p:nvPr/>
        </p:nvSpPr>
        <p:spPr>
          <a:xfrm rot="20065301">
            <a:off x="-1599367" y="-1919503"/>
            <a:ext cx="10719676" cy="42447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63D6ED-4740-8E6C-02D1-6A9A3683D5B3}"/>
              </a:ext>
            </a:extLst>
          </p:cNvPr>
          <p:cNvSpPr txBox="1"/>
          <p:nvPr/>
        </p:nvSpPr>
        <p:spPr>
          <a:xfrm>
            <a:off x="5532260" y="3753894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码垛机器人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en-US" altLang="zh-CN" sz="4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SnakeBite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39DCD02-A95F-ABD5-7317-3F355606AAC6}"/>
              </a:ext>
            </a:extLst>
          </p:cNvPr>
          <p:cNvCxnSpPr>
            <a:cxnSpLocks/>
          </p:cNvCxnSpPr>
          <p:nvPr/>
        </p:nvCxnSpPr>
        <p:spPr>
          <a:xfrm>
            <a:off x="5633410" y="4530275"/>
            <a:ext cx="6362647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0850CE0-00A2-6336-EE9E-100161BC85FE}"/>
              </a:ext>
            </a:extLst>
          </p:cNvPr>
          <p:cNvSpPr txBox="1"/>
          <p:nvPr/>
        </p:nvSpPr>
        <p:spPr>
          <a:xfrm>
            <a:off x="5532260" y="4558836"/>
            <a:ext cx="5768746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软件测试计划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STP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汇报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周二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474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063D6ED-4740-8E6C-02D1-6A9A3683D5B3}"/>
              </a:ext>
            </a:extLst>
          </p:cNvPr>
          <p:cNvSpPr txBox="1"/>
          <p:nvPr/>
        </p:nvSpPr>
        <p:spPr>
          <a:xfrm>
            <a:off x="5355252" y="280755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目 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188817-9325-0B3A-3AD8-B9DE46013C51}"/>
              </a:ext>
            </a:extLst>
          </p:cNvPr>
          <p:cNvSpPr txBox="1"/>
          <p:nvPr/>
        </p:nvSpPr>
        <p:spPr>
          <a:xfrm>
            <a:off x="4998552" y="1050196"/>
            <a:ext cx="219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8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图文框 14">
            <a:extLst>
              <a:ext uri="{FF2B5EF4-FFF2-40B4-BE49-F238E27FC236}">
                <a16:creationId xmlns:a16="http://schemas.microsoft.com/office/drawing/2014/main" id="{50BE389C-DF4E-A7AC-830E-BAE9A42ADD60}"/>
              </a:ext>
            </a:extLst>
          </p:cNvPr>
          <p:cNvSpPr/>
          <p:nvPr/>
        </p:nvSpPr>
        <p:spPr>
          <a:xfrm>
            <a:off x="1731338" y="4638147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6966C4-205F-1261-1864-8E0A80407A15}"/>
              </a:ext>
            </a:extLst>
          </p:cNvPr>
          <p:cNvSpPr txBox="1"/>
          <p:nvPr/>
        </p:nvSpPr>
        <p:spPr>
          <a:xfrm>
            <a:off x="2645021" y="4716245"/>
            <a:ext cx="23535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需求</a:t>
            </a:r>
            <a:r>
              <a:rPr lang="zh-CN" altLang="en-US" sz="27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对应</a:t>
            </a:r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测试</a:t>
            </a:r>
          </a:p>
        </p:txBody>
      </p:sp>
      <p:sp>
        <p:nvSpPr>
          <p:cNvPr id="4" name="图文框 18">
            <a:extLst>
              <a:ext uri="{FF2B5EF4-FFF2-40B4-BE49-F238E27FC236}">
                <a16:creationId xmlns:a16="http://schemas.microsoft.com/office/drawing/2014/main" id="{02A7CBA0-A453-9BAB-487E-638F7FC00A97}"/>
              </a:ext>
            </a:extLst>
          </p:cNvPr>
          <p:cNvSpPr/>
          <p:nvPr/>
        </p:nvSpPr>
        <p:spPr>
          <a:xfrm>
            <a:off x="7605259" y="4638147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D67A4F-2C22-2B0B-F7E5-022297847334}"/>
              </a:ext>
            </a:extLst>
          </p:cNvPr>
          <p:cNvSpPr txBox="1"/>
          <p:nvPr/>
        </p:nvSpPr>
        <p:spPr>
          <a:xfrm>
            <a:off x="8518942" y="4716244"/>
            <a:ext cx="26250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Gitlab</a:t>
            </a:r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过程管理</a:t>
            </a:r>
            <a:endParaRPr lang="zh-CN" altLang="zh-CN" sz="27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2" name="图文框 11">
            <a:extLst>
              <a:ext uri="{FF2B5EF4-FFF2-40B4-BE49-F238E27FC236}">
                <a16:creationId xmlns:a16="http://schemas.microsoft.com/office/drawing/2014/main" id="{2BAAD512-FB4C-DA73-503E-F79E0F8CFF1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35783" y="2172442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3200">
              <a:solidFill>
                <a:srgbClr val="4472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CCC06D-CBE8-D3EB-C1B6-03E8309AE14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45021" y="2250540"/>
            <a:ext cx="26084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需求与测试设计</a:t>
            </a:r>
            <a:endParaRPr lang="zh-CN" altLang="zh-CN" sz="27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4" name="图文框 13">
            <a:extLst>
              <a:ext uri="{FF2B5EF4-FFF2-40B4-BE49-F238E27FC236}">
                <a16:creationId xmlns:a16="http://schemas.microsoft.com/office/drawing/2014/main" id="{D8646BEF-0B56-5720-6DFF-8B100E4E51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09704" y="2172442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3200">
              <a:solidFill>
                <a:srgbClr val="4472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184A2F-1784-13C2-23C0-97D111248EC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518942" y="2254434"/>
            <a:ext cx="15953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测试环境</a:t>
            </a:r>
            <a:endParaRPr lang="zh-CN" altLang="zh-CN" sz="2700" b="1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8" name="图文框 27">
            <a:extLst>
              <a:ext uri="{FF2B5EF4-FFF2-40B4-BE49-F238E27FC236}">
                <a16:creationId xmlns:a16="http://schemas.microsoft.com/office/drawing/2014/main" id="{6951434A-B781-919A-7139-5437FDC7E3F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35783" y="3431292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3200">
              <a:solidFill>
                <a:srgbClr val="4472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2B7AA3-6EAA-49DB-1A93-8987ECA8589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645021" y="3503857"/>
            <a:ext cx="15953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测试计划</a:t>
            </a:r>
          </a:p>
        </p:txBody>
      </p:sp>
      <p:sp>
        <p:nvSpPr>
          <p:cNvPr id="30" name="图文框 29">
            <a:extLst>
              <a:ext uri="{FF2B5EF4-FFF2-40B4-BE49-F238E27FC236}">
                <a16:creationId xmlns:a16="http://schemas.microsoft.com/office/drawing/2014/main" id="{309221EC-CE58-2E0C-0862-D7A56C5DAA0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09704" y="3431292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3200">
              <a:solidFill>
                <a:srgbClr val="4472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5C8ADC-CC1E-F11B-DB83-07B8EF6CE06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518942" y="3503856"/>
            <a:ext cx="230063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测试用例分析</a:t>
            </a:r>
          </a:p>
        </p:txBody>
      </p:sp>
    </p:spTree>
    <p:extLst>
      <p:ext uri="{BB962C8B-B14F-4D97-AF65-F5344CB8AC3E}">
        <p14:creationId xmlns:p14="http://schemas.microsoft.com/office/powerpoint/2010/main" val="231466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98990C1-C275-5776-967B-AC0F38BB0F22}"/>
              </a:ext>
            </a:extLst>
          </p:cNvPr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2724903-9380-302B-9A12-004D738C5DA6}"/>
              </a:ext>
            </a:extLst>
          </p:cNvPr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F8AC5880-0199-5373-3D79-9E6D6FA5AD74}"/>
              </a:ext>
            </a:extLst>
          </p:cNvPr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13D6C2-52C2-1B16-80A7-7706EFBA549F}"/>
              </a:ext>
            </a:extLst>
          </p:cNvPr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CED0B-ACDE-8937-52DB-E8B6DF1062CF}"/>
              </a:ext>
            </a:extLst>
          </p:cNvPr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37E2B-EEE1-91CE-D6A6-16FE7C7CC28A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需求与测试设计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A4D67-593E-5779-8BBA-6EFE31DF6744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00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 bwMode="auto">
          <a:xfrm>
            <a:off x="469765" y="1668318"/>
            <a:ext cx="5174299" cy="3672310"/>
          </a:xfrm>
          <a:prstGeom prst="rect">
            <a:avLst/>
          </a:prstGeom>
          <a:solidFill>
            <a:srgbClr val="00B0F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5"/>
          <p:cNvSpPr/>
          <p:nvPr/>
        </p:nvSpPr>
        <p:spPr>
          <a:xfrm>
            <a:off x="1625784" y="1513931"/>
            <a:ext cx="2862262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码垛机器人需求</a:t>
            </a:r>
          </a:p>
        </p:txBody>
      </p:sp>
      <p:sp>
        <p:nvSpPr>
          <p:cNvPr id="27" name="矩形 26"/>
          <p:cNvSpPr/>
          <p:nvPr/>
        </p:nvSpPr>
        <p:spPr bwMode="auto">
          <a:xfrm>
            <a:off x="611176" y="2270153"/>
            <a:ext cx="4874130" cy="491692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数据需求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611176" y="3413369"/>
            <a:ext cx="4874130" cy="529072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非功能需求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581188" y="4535259"/>
            <a:ext cx="4874130" cy="58105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</a:rPr>
              <a:t>业务需求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87113" y="2771847"/>
            <a:ext cx="515695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功能需求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86814" y="3902217"/>
            <a:ext cx="5156951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异常处理需求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0AD49-69EC-0FF6-BE19-D29A270191AD}"/>
              </a:ext>
            </a:extLst>
          </p:cNvPr>
          <p:cNvSpPr txBox="1"/>
          <p:nvPr/>
        </p:nvSpPr>
        <p:spPr>
          <a:xfrm>
            <a:off x="609600" y="29575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需求与测试设计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7AA9AD-6C5D-5B33-A957-D6CB7762F15E}"/>
              </a:ext>
            </a:extLst>
          </p:cNvPr>
          <p:cNvSpPr txBox="1"/>
          <p:nvPr/>
        </p:nvSpPr>
        <p:spPr>
          <a:xfrm>
            <a:off x="609600" y="704790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F523B357-B226-9B7C-D97A-104A9AE886C0}"/>
              </a:ext>
            </a:extLst>
          </p:cNvPr>
          <p:cNvSpPr txBox="1"/>
          <p:nvPr/>
        </p:nvSpPr>
        <p:spPr>
          <a:xfrm>
            <a:off x="6547938" y="990518"/>
            <a:ext cx="2418932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数据需求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BE908940-BB0D-2A09-D4BC-9982378DFB74}"/>
              </a:ext>
            </a:extLst>
          </p:cNvPr>
          <p:cNvSpPr/>
          <p:nvPr/>
        </p:nvSpPr>
        <p:spPr>
          <a:xfrm>
            <a:off x="6241574" y="1034205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EABC083-2062-686F-1090-DF096B9AF15D}"/>
              </a:ext>
            </a:extLst>
          </p:cNvPr>
          <p:cNvSpPr txBox="1"/>
          <p:nvPr/>
        </p:nvSpPr>
        <p:spPr>
          <a:xfrm>
            <a:off x="6547938" y="2238432"/>
            <a:ext cx="2418932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功能与非功能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EED071F8-A07C-8B44-2915-B4624CA7BCBF}"/>
              </a:ext>
            </a:extLst>
          </p:cNvPr>
          <p:cNvSpPr/>
          <p:nvPr/>
        </p:nvSpPr>
        <p:spPr>
          <a:xfrm>
            <a:off x="6241574" y="2282119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E36882-99B6-0B8B-BE38-BA42FB15CDD1}"/>
              </a:ext>
            </a:extLst>
          </p:cNvPr>
          <p:cNvSpPr txBox="1"/>
          <p:nvPr/>
        </p:nvSpPr>
        <p:spPr>
          <a:xfrm>
            <a:off x="6241574" y="1390628"/>
            <a:ext cx="4740090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数据需求主要用来记录任务管理、货物识别、码垛规划、系统监控和异常记录等过程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3329470-EC35-DD94-17EC-DDE083A61B8D}"/>
              </a:ext>
            </a:extLst>
          </p:cNvPr>
          <p:cNvSpPr txBox="1"/>
          <p:nvPr/>
        </p:nvSpPr>
        <p:spPr>
          <a:xfrm>
            <a:off x="6241574" y="2538962"/>
            <a:ext cx="4740090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建图、货物识别与定位、抓取搬运等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系统稳定性、响应时间等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B4C639DF-067C-36D2-0EA5-13CCC909F728}"/>
              </a:ext>
            </a:extLst>
          </p:cNvPr>
          <p:cNvSpPr txBox="1"/>
          <p:nvPr/>
        </p:nvSpPr>
        <p:spPr>
          <a:xfrm>
            <a:off x="6547938" y="3408679"/>
            <a:ext cx="2418932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异常处理需求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CAAC152D-7B26-CBAE-F766-36C7ECEFA491}"/>
              </a:ext>
            </a:extLst>
          </p:cNvPr>
          <p:cNvSpPr/>
          <p:nvPr/>
        </p:nvSpPr>
        <p:spPr>
          <a:xfrm>
            <a:off x="6241574" y="3452366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0D495DB2-DFBA-4EF8-10EE-4F889585638B}"/>
              </a:ext>
            </a:extLst>
          </p:cNvPr>
          <p:cNvSpPr txBox="1"/>
          <p:nvPr/>
        </p:nvSpPr>
        <p:spPr>
          <a:xfrm>
            <a:off x="6547938" y="4578926"/>
            <a:ext cx="2418932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业务需求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3579B757-06B2-2240-628A-8BACD58E16D2}"/>
              </a:ext>
            </a:extLst>
          </p:cNvPr>
          <p:cNvSpPr/>
          <p:nvPr/>
        </p:nvSpPr>
        <p:spPr>
          <a:xfrm>
            <a:off x="6241574" y="4622613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0B25A8-3247-A1D1-8546-06A755942D2A}"/>
              </a:ext>
            </a:extLst>
          </p:cNvPr>
          <p:cNvSpPr txBox="1"/>
          <p:nvPr/>
        </p:nvSpPr>
        <p:spPr>
          <a:xfrm>
            <a:off x="6241574" y="4879456"/>
            <a:ext cx="4740090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确保系统在实际操作中能够满足用户需求，包括用户手动建图、批量创建与管理码垛任务等功能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CCA7745-5371-96A0-AE06-94F6BCD407FE}"/>
              </a:ext>
            </a:extLst>
          </p:cNvPr>
          <p:cNvSpPr txBox="1"/>
          <p:nvPr/>
        </p:nvSpPr>
        <p:spPr>
          <a:xfrm>
            <a:off x="6241574" y="3755884"/>
            <a:ext cx="5339250" cy="78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70000"/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包括航点不可达、设备异常、异常输入等异常情况的处理，确保系统能应对各种异常情况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0AD49-69EC-0FF6-BE19-D29A270191AD}"/>
              </a:ext>
            </a:extLst>
          </p:cNvPr>
          <p:cNvSpPr txBox="1"/>
          <p:nvPr/>
        </p:nvSpPr>
        <p:spPr>
          <a:xfrm>
            <a:off x="609600" y="29575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需求与测试设计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7AA9AD-6C5D-5B33-A957-D6CB7762F15E}"/>
              </a:ext>
            </a:extLst>
          </p:cNvPr>
          <p:cNvSpPr txBox="1"/>
          <p:nvPr/>
        </p:nvSpPr>
        <p:spPr>
          <a:xfrm>
            <a:off x="609600" y="70479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测试设计思路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57761645-9B39-BC7F-37CC-391A508AF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51" y="1166455"/>
            <a:ext cx="8004798" cy="47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0AD49-69EC-0FF6-BE19-D29A270191AD}"/>
              </a:ext>
            </a:extLst>
          </p:cNvPr>
          <p:cNvSpPr txBox="1"/>
          <p:nvPr/>
        </p:nvSpPr>
        <p:spPr>
          <a:xfrm>
            <a:off x="609600" y="29575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需求与测试设计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7AA9AD-6C5D-5B33-A957-D6CB7762F15E}"/>
              </a:ext>
            </a:extLst>
          </p:cNvPr>
          <p:cNvSpPr txBox="1"/>
          <p:nvPr/>
        </p:nvSpPr>
        <p:spPr>
          <a:xfrm>
            <a:off x="609600" y="704790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测试计划设计准则</a:t>
            </a:r>
          </a:p>
        </p:txBody>
      </p:sp>
      <p:sp>
        <p:nvSpPr>
          <p:cNvPr id="7" name="Round Same Side Corner Rectangle 58">
            <a:extLst>
              <a:ext uri="{FF2B5EF4-FFF2-40B4-BE49-F238E27FC236}">
                <a16:creationId xmlns:a16="http://schemas.microsoft.com/office/drawing/2014/main" id="{10202AEF-32BE-CF4F-DAB9-9D87F483F18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 flipH="1">
            <a:off x="2765701" y="5268934"/>
            <a:ext cx="96087" cy="800244"/>
          </a:xfrm>
          <a:prstGeom prst="round2Same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124ACD"/>
              </a:gs>
              <a:gs pos="100000">
                <a:srgbClr val="C1D3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/>
          <a:lstStyle/>
          <a:p>
            <a:pPr algn="ctr"/>
            <a:endParaRPr lang="bg-BG" sz="90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8" name="TextBox 106">
            <a:extLst>
              <a:ext uri="{FF2B5EF4-FFF2-40B4-BE49-F238E27FC236}">
                <a16:creationId xmlns:a16="http://schemas.microsoft.com/office/drawing/2014/main" id="{D3F0C165-F73D-896B-FEBF-247E0B9279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012320" y="5128667"/>
            <a:ext cx="3859388" cy="1047320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测试设计和执行是一个持续迭代的过程</a:t>
            </a:r>
            <a:endParaRPr lang="en-US" altLang="zh-CN" sz="14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Arial" panose="020B0604020202020204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根据测试结果和反馈不断优化测试策略和用例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BD0EF1-7989-D17F-27EB-3B8CECBD926B}"/>
              </a:ext>
            </a:extLst>
          </p:cNvPr>
          <p:cNvSpPr txBox="1"/>
          <p:nvPr/>
        </p:nvSpPr>
        <p:spPr>
          <a:xfrm>
            <a:off x="3012321" y="4761002"/>
            <a:ext cx="2184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迭代和持续更新</a:t>
            </a:r>
          </a:p>
        </p:txBody>
      </p:sp>
      <p:sp>
        <p:nvSpPr>
          <p:cNvPr id="12" name="Round Same Side Corner Rectangle 58">
            <a:extLst>
              <a:ext uri="{FF2B5EF4-FFF2-40B4-BE49-F238E27FC236}">
                <a16:creationId xmlns:a16="http://schemas.microsoft.com/office/drawing/2014/main" id="{9C349FB1-97B3-CE5D-4ACA-EAEDD3D1781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0800000" flipH="1">
            <a:off x="2765701" y="3651716"/>
            <a:ext cx="96087" cy="800244"/>
          </a:xfrm>
          <a:prstGeom prst="round2Same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124ACD"/>
              </a:gs>
              <a:gs pos="100000">
                <a:srgbClr val="C1D3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/>
          <a:lstStyle/>
          <a:p>
            <a:pPr algn="ctr"/>
            <a:endParaRPr lang="bg-BG" sz="90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3" name="TextBox 106">
            <a:extLst>
              <a:ext uri="{FF2B5EF4-FFF2-40B4-BE49-F238E27FC236}">
                <a16:creationId xmlns:a16="http://schemas.microsoft.com/office/drawing/2014/main" id="{FCBE287F-EBE3-56BB-0277-302CD758C9F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012320" y="3511449"/>
            <a:ext cx="3222391" cy="1047320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基于需求的优先级和系统风险评估测试重点</a:t>
            </a:r>
            <a:endParaRPr lang="en-US" altLang="zh-CN" sz="1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优先测试高风险和高优先级的需求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768B39-C0A2-4B13-FCFB-4B76C8124224}"/>
              </a:ext>
            </a:extLst>
          </p:cNvPr>
          <p:cNvSpPr txBox="1"/>
          <p:nvPr/>
        </p:nvSpPr>
        <p:spPr>
          <a:xfrm>
            <a:off x="3012320" y="3173942"/>
            <a:ext cx="30200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优先级和风险评估</a:t>
            </a:r>
          </a:p>
        </p:txBody>
      </p:sp>
      <p:sp>
        <p:nvSpPr>
          <p:cNvPr id="16" name="Rectangle 139">
            <a:extLst>
              <a:ext uri="{FF2B5EF4-FFF2-40B4-BE49-F238E27FC236}">
                <a16:creationId xmlns:a16="http://schemas.microsoft.com/office/drawing/2014/main" id="{0715E63D-40D2-0A66-0ADF-3BADD17B04B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79151" y="2021863"/>
            <a:ext cx="739737" cy="739929"/>
          </a:xfrm>
          <a:prstGeom prst="ellipse">
            <a:avLst/>
          </a:prstGeom>
          <a:gradFill>
            <a:gsLst>
              <a:gs pos="0">
                <a:srgbClr val="124ACD"/>
              </a:gs>
              <a:gs pos="100000">
                <a:srgbClr val="C1D3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id-ID" sz="90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7" name="Round Same Side Corner Rectangle 58">
            <a:extLst>
              <a:ext uri="{FF2B5EF4-FFF2-40B4-BE49-F238E27FC236}">
                <a16:creationId xmlns:a16="http://schemas.microsoft.com/office/drawing/2014/main" id="{B2C8D3E2-6A26-B957-C1A3-47B595E331A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10800000" flipH="1">
            <a:off x="2765701" y="1991705"/>
            <a:ext cx="96087" cy="800244"/>
          </a:xfrm>
          <a:prstGeom prst="round2Same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124ACD"/>
              </a:gs>
              <a:gs pos="100000">
                <a:srgbClr val="C1D3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/>
          <a:lstStyle/>
          <a:p>
            <a:pPr algn="ctr"/>
            <a:endParaRPr lang="bg-BG" sz="90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8" name="TextBox 106">
            <a:extLst>
              <a:ext uri="{FF2B5EF4-FFF2-40B4-BE49-F238E27FC236}">
                <a16:creationId xmlns:a16="http://schemas.microsoft.com/office/drawing/2014/main" id="{B767BA44-473F-1E5B-5739-B80E8988D04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12320" y="1851438"/>
            <a:ext cx="3448422" cy="1042190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确保所有数据需求、功能需求、非功能需求、异常处理需求、业务需求都有相应的测试用例</a:t>
            </a:r>
            <a:endParaRPr lang="en-US" altLang="zh-CN" sz="1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iconfont-11253-5330626">
            <a:extLst>
              <a:ext uri="{FF2B5EF4-FFF2-40B4-BE49-F238E27FC236}">
                <a16:creationId xmlns:a16="http://schemas.microsoft.com/office/drawing/2014/main" id="{6C5FF256-1CE3-5DA4-5841-2EBCB0CEC95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028990" y="2290285"/>
            <a:ext cx="258417" cy="203084"/>
          </a:xfrm>
          <a:custGeom>
            <a:avLst/>
            <a:gdLst>
              <a:gd name="T0" fmla="*/ 2143 w 10001"/>
              <a:gd name="T1" fmla="*/ 1073 h 7859"/>
              <a:gd name="T2" fmla="*/ 1071 w 10001"/>
              <a:gd name="T3" fmla="*/ 2145 h 7859"/>
              <a:gd name="T4" fmla="*/ 0 w 10001"/>
              <a:gd name="T5" fmla="*/ 1073 h 7859"/>
              <a:gd name="T6" fmla="*/ 1072 w 10001"/>
              <a:gd name="T7" fmla="*/ 0 h 7859"/>
              <a:gd name="T8" fmla="*/ 1831 w 10001"/>
              <a:gd name="T9" fmla="*/ 3170 h 7859"/>
              <a:gd name="T10" fmla="*/ 1831 w 10001"/>
              <a:gd name="T11" fmla="*/ 4690 h 7859"/>
              <a:gd name="T12" fmla="*/ 311 w 10001"/>
              <a:gd name="T13" fmla="*/ 4690 h 7859"/>
              <a:gd name="T14" fmla="*/ 312 w 10001"/>
              <a:gd name="T15" fmla="*/ 3170 h 7859"/>
              <a:gd name="T16" fmla="*/ 1831 w 10001"/>
              <a:gd name="T17" fmla="*/ 3170 h 7859"/>
              <a:gd name="T18" fmla="*/ 2143 w 10001"/>
              <a:gd name="T19" fmla="*/ 6786 h 7859"/>
              <a:gd name="T20" fmla="*/ 1071 w 10001"/>
              <a:gd name="T21" fmla="*/ 7859 h 7859"/>
              <a:gd name="T22" fmla="*/ 0 w 10001"/>
              <a:gd name="T23" fmla="*/ 6786 h 7859"/>
              <a:gd name="T24" fmla="*/ 1072 w 10001"/>
              <a:gd name="T25" fmla="*/ 5714 h 7859"/>
              <a:gd name="T26" fmla="*/ 10001 w 10001"/>
              <a:gd name="T27" fmla="*/ 537 h 7859"/>
              <a:gd name="T28" fmla="*/ 9949 w 10001"/>
              <a:gd name="T29" fmla="*/ 1733 h 7859"/>
              <a:gd name="T30" fmla="*/ 3036 w 10001"/>
              <a:gd name="T31" fmla="*/ 1785 h 7859"/>
              <a:gd name="T32" fmla="*/ 2859 w 10001"/>
              <a:gd name="T33" fmla="*/ 1608 h 7859"/>
              <a:gd name="T34" fmla="*/ 2911 w 10001"/>
              <a:gd name="T35" fmla="*/ 412 h 7859"/>
              <a:gd name="T36" fmla="*/ 9822 w 10001"/>
              <a:gd name="T37" fmla="*/ 359 h 7859"/>
              <a:gd name="T38" fmla="*/ 10001 w 10001"/>
              <a:gd name="T39" fmla="*/ 537 h 7859"/>
              <a:gd name="T40" fmla="*/ 10001 w 10001"/>
              <a:gd name="T41" fmla="*/ 4464 h 7859"/>
              <a:gd name="T42" fmla="*/ 9824 w 10001"/>
              <a:gd name="T43" fmla="*/ 4642 h 7859"/>
              <a:gd name="T44" fmla="*/ 2911 w 10001"/>
              <a:gd name="T45" fmla="*/ 4589 h 7859"/>
              <a:gd name="T46" fmla="*/ 2859 w 10001"/>
              <a:gd name="T47" fmla="*/ 3393 h 7859"/>
              <a:gd name="T48" fmla="*/ 3036 w 10001"/>
              <a:gd name="T49" fmla="*/ 3215 h 7859"/>
              <a:gd name="T50" fmla="*/ 9947 w 10001"/>
              <a:gd name="T51" fmla="*/ 3268 h 7859"/>
              <a:gd name="T52" fmla="*/ 10001 w 10001"/>
              <a:gd name="T53" fmla="*/ 6250 h 7859"/>
              <a:gd name="T54" fmla="*/ 9949 w 10001"/>
              <a:gd name="T55" fmla="*/ 7447 h 7859"/>
              <a:gd name="T56" fmla="*/ 3036 w 10001"/>
              <a:gd name="T57" fmla="*/ 7499 h 7859"/>
              <a:gd name="T58" fmla="*/ 2859 w 10001"/>
              <a:gd name="T59" fmla="*/ 7322 h 7859"/>
              <a:gd name="T60" fmla="*/ 2911 w 10001"/>
              <a:gd name="T61" fmla="*/ 6125 h 7859"/>
              <a:gd name="T62" fmla="*/ 9822 w 10001"/>
              <a:gd name="T63" fmla="*/ 6073 h 7859"/>
              <a:gd name="T64" fmla="*/ 10001 w 10001"/>
              <a:gd name="T65" fmla="*/ 6250 h 78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001" h="7859">
                <a:moveTo>
                  <a:pt x="1831" y="313"/>
                </a:moveTo>
                <a:cubicBezTo>
                  <a:pt x="2039" y="521"/>
                  <a:pt x="2143" y="774"/>
                  <a:pt x="2143" y="1073"/>
                </a:cubicBezTo>
                <a:cubicBezTo>
                  <a:pt x="2143" y="1370"/>
                  <a:pt x="2039" y="1623"/>
                  <a:pt x="1831" y="1833"/>
                </a:cubicBezTo>
                <a:cubicBezTo>
                  <a:pt x="1622" y="2042"/>
                  <a:pt x="1370" y="2145"/>
                  <a:pt x="1071" y="2145"/>
                </a:cubicBezTo>
                <a:cubicBezTo>
                  <a:pt x="772" y="2145"/>
                  <a:pt x="521" y="2040"/>
                  <a:pt x="311" y="1833"/>
                </a:cubicBezTo>
                <a:cubicBezTo>
                  <a:pt x="103" y="1624"/>
                  <a:pt x="0" y="1372"/>
                  <a:pt x="0" y="1073"/>
                </a:cubicBezTo>
                <a:cubicBezTo>
                  <a:pt x="0" y="775"/>
                  <a:pt x="105" y="523"/>
                  <a:pt x="312" y="313"/>
                </a:cubicBezTo>
                <a:cubicBezTo>
                  <a:pt x="520" y="105"/>
                  <a:pt x="773" y="0"/>
                  <a:pt x="1072" y="0"/>
                </a:cubicBezTo>
                <a:cubicBezTo>
                  <a:pt x="1370" y="0"/>
                  <a:pt x="1623" y="104"/>
                  <a:pt x="1831" y="313"/>
                </a:cubicBezTo>
                <a:close/>
                <a:moveTo>
                  <a:pt x="1831" y="3170"/>
                </a:moveTo>
                <a:cubicBezTo>
                  <a:pt x="2039" y="3379"/>
                  <a:pt x="2143" y="3631"/>
                  <a:pt x="2143" y="3930"/>
                </a:cubicBezTo>
                <a:cubicBezTo>
                  <a:pt x="2143" y="4228"/>
                  <a:pt x="2039" y="4480"/>
                  <a:pt x="1831" y="4690"/>
                </a:cubicBezTo>
                <a:cubicBezTo>
                  <a:pt x="1622" y="4899"/>
                  <a:pt x="1370" y="5003"/>
                  <a:pt x="1071" y="5003"/>
                </a:cubicBezTo>
                <a:cubicBezTo>
                  <a:pt x="772" y="5003"/>
                  <a:pt x="521" y="4898"/>
                  <a:pt x="311" y="4690"/>
                </a:cubicBezTo>
                <a:cubicBezTo>
                  <a:pt x="103" y="4481"/>
                  <a:pt x="0" y="4228"/>
                  <a:pt x="0" y="3930"/>
                </a:cubicBezTo>
                <a:cubicBezTo>
                  <a:pt x="0" y="3633"/>
                  <a:pt x="105" y="3380"/>
                  <a:pt x="312" y="3170"/>
                </a:cubicBezTo>
                <a:cubicBezTo>
                  <a:pt x="520" y="2963"/>
                  <a:pt x="773" y="2858"/>
                  <a:pt x="1072" y="2858"/>
                </a:cubicBezTo>
                <a:cubicBezTo>
                  <a:pt x="1370" y="2858"/>
                  <a:pt x="1623" y="2961"/>
                  <a:pt x="1831" y="3170"/>
                </a:cubicBezTo>
                <a:close/>
                <a:moveTo>
                  <a:pt x="1831" y="6027"/>
                </a:moveTo>
                <a:cubicBezTo>
                  <a:pt x="2039" y="6235"/>
                  <a:pt x="2143" y="6488"/>
                  <a:pt x="2143" y="6786"/>
                </a:cubicBezTo>
                <a:cubicBezTo>
                  <a:pt x="2143" y="7085"/>
                  <a:pt x="2039" y="7336"/>
                  <a:pt x="1831" y="7546"/>
                </a:cubicBezTo>
                <a:cubicBezTo>
                  <a:pt x="1622" y="7754"/>
                  <a:pt x="1370" y="7859"/>
                  <a:pt x="1071" y="7859"/>
                </a:cubicBezTo>
                <a:cubicBezTo>
                  <a:pt x="772" y="7859"/>
                  <a:pt x="521" y="7754"/>
                  <a:pt x="311" y="7546"/>
                </a:cubicBezTo>
                <a:cubicBezTo>
                  <a:pt x="103" y="7338"/>
                  <a:pt x="0" y="7084"/>
                  <a:pt x="0" y="6786"/>
                </a:cubicBezTo>
                <a:cubicBezTo>
                  <a:pt x="0" y="6489"/>
                  <a:pt x="105" y="6236"/>
                  <a:pt x="312" y="6027"/>
                </a:cubicBezTo>
                <a:cubicBezTo>
                  <a:pt x="520" y="5819"/>
                  <a:pt x="773" y="5714"/>
                  <a:pt x="1072" y="5714"/>
                </a:cubicBezTo>
                <a:cubicBezTo>
                  <a:pt x="1370" y="5715"/>
                  <a:pt x="1623" y="5819"/>
                  <a:pt x="1831" y="6027"/>
                </a:cubicBezTo>
                <a:close/>
                <a:moveTo>
                  <a:pt x="10001" y="537"/>
                </a:moveTo>
                <a:lnTo>
                  <a:pt x="10001" y="1608"/>
                </a:lnTo>
                <a:cubicBezTo>
                  <a:pt x="10001" y="1655"/>
                  <a:pt x="9984" y="1698"/>
                  <a:pt x="9949" y="1733"/>
                </a:cubicBezTo>
                <a:cubicBezTo>
                  <a:pt x="9913" y="1768"/>
                  <a:pt x="9871" y="1785"/>
                  <a:pt x="9824" y="1785"/>
                </a:cubicBezTo>
                <a:lnTo>
                  <a:pt x="3036" y="1785"/>
                </a:lnTo>
                <a:cubicBezTo>
                  <a:pt x="2988" y="1785"/>
                  <a:pt x="2946" y="1768"/>
                  <a:pt x="2911" y="1733"/>
                </a:cubicBezTo>
                <a:cubicBezTo>
                  <a:pt x="2876" y="1698"/>
                  <a:pt x="2859" y="1655"/>
                  <a:pt x="2859" y="1608"/>
                </a:cubicBezTo>
                <a:lnTo>
                  <a:pt x="2859" y="537"/>
                </a:lnTo>
                <a:cubicBezTo>
                  <a:pt x="2859" y="489"/>
                  <a:pt x="2876" y="447"/>
                  <a:pt x="2911" y="412"/>
                </a:cubicBezTo>
                <a:cubicBezTo>
                  <a:pt x="2946" y="377"/>
                  <a:pt x="2988" y="359"/>
                  <a:pt x="3036" y="359"/>
                </a:cubicBezTo>
                <a:lnTo>
                  <a:pt x="9822" y="359"/>
                </a:lnTo>
                <a:cubicBezTo>
                  <a:pt x="9870" y="359"/>
                  <a:pt x="9912" y="377"/>
                  <a:pt x="9947" y="412"/>
                </a:cubicBezTo>
                <a:cubicBezTo>
                  <a:pt x="9983" y="447"/>
                  <a:pt x="10001" y="487"/>
                  <a:pt x="10001" y="537"/>
                </a:cubicBezTo>
                <a:close/>
                <a:moveTo>
                  <a:pt x="10001" y="3393"/>
                </a:moveTo>
                <a:lnTo>
                  <a:pt x="10001" y="4464"/>
                </a:lnTo>
                <a:cubicBezTo>
                  <a:pt x="10001" y="4512"/>
                  <a:pt x="9984" y="4554"/>
                  <a:pt x="9949" y="4589"/>
                </a:cubicBezTo>
                <a:cubicBezTo>
                  <a:pt x="9913" y="4624"/>
                  <a:pt x="9871" y="4642"/>
                  <a:pt x="9824" y="4642"/>
                </a:cubicBezTo>
                <a:lnTo>
                  <a:pt x="3036" y="4642"/>
                </a:lnTo>
                <a:cubicBezTo>
                  <a:pt x="2988" y="4642"/>
                  <a:pt x="2946" y="4624"/>
                  <a:pt x="2911" y="4589"/>
                </a:cubicBezTo>
                <a:cubicBezTo>
                  <a:pt x="2876" y="4554"/>
                  <a:pt x="2859" y="4512"/>
                  <a:pt x="2859" y="4464"/>
                </a:cubicBezTo>
                <a:lnTo>
                  <a:pt x="2859" y="3393"/>
                </a:lnTo>
                <a:cubicBezTo>
                  <a:pt x="2859" y="3345"/>
                  <a:pt x="2876" y="3303"/>
                  <a:pt x="2911" y="3268"/>
                </a:cubicBezTo>
                <a:cubicBezTo>
                  <a:pt x="2946" y="3233"/>
                  <a:pt x="2988" y="3215"/>
                  <a:pt x="3036" y="3215"/>
                </a:cubicBezTo>
                <a:lnTo>
                  <a:pt x="9822" y="3215"/>
                </a:lnTo>
                <a:cubicBezTo>
                  <a:pt x="9870" y="3215"/>
                  <a:pt x="9912" y="3233"/>
                  <a:pt x="9947" y="3268"/>
                </a:cubicBezTo>
                <a:cubicBezTo>
                  <a:pt x="9983" y="3303"/>
                  <a:pt x="10001" y="3345"/>
                  <a:pt x="10001" y="3393"/>
                </a:cubicBezTo>
                <a:close/>
                <a:moveTo>
                  <a:pt x="10001" y="6250"/>
                </a:moveTo>
                <a:lnTo>
                  <a:pt x="10001" y="7322"/>
                </a:lnTo>
                <a:cubicBezTo>
                  <a:pt x="10001" y="7369"/>
                  <a:pt x="9984" y="7412"/>
                  <a:pt x="9949" y="7447"/>
                </a:cubicBezTo>
                <a:cubicBezTo>
                  <a:pt x="9913" y="7482"/>
                  <a:pt x="9871" y="7499"/>
                  <a:pt x="9824" y="7499"/>
                </a:cubicBezTo>
                <a:lnTo>
                  <a:pt x="3036" y="7499"/>
                </a:lnTo>
                <a:cubicBezTo>
                  <a:pt x="2988" y="7499"/>
                  <a:pt x="2946" y="7482"/>
                  <a:pt x="2911" y="7447"/>
                </a:cubicBezTo>
                <a:cubicBezTo>
                  <a:pt x="2876" y="7412"/>
                  <a:pt x="2859" y="7369"/>
                  <a:pt x="2859" y="7322"/>
                </a:cubicBezTo>
                <a:lnTo>
                  <a:pt x="2859" y="6250"/>
                </a:lnTo>
                <a:cubicBezTo>
                  <a:pt x="2859" y="6203"/>
                  <a:pt x="2876" y="6160"/>
                  <a:pt x="2911" y="6125"/>
                </a:cubicBezTo>
                <a:cubicBezTo>
                  <a:pt x="2946" y="6090"/>
                  <a:pt x="2988" y="6073"/>
                  <a:pt x="3036" y="6073"/>
                </a:cubicBezTo>
                <a:lnTo>
                  <a:pt x="9822" y="6073"/>
                </a:lnTo>
                <a:cubicBezTo>
                  <a:pt x="9870" y="6073"/>
                  <a:pt x="9912" y="6090"/>
                  <a:pt x="9947" y="6125"/>
                </a:cubicBezTo>
                <a:cubicBezTo>
                  <a:pt x="9983" y="6160"/>
                  <a:pt x="10001" y="6202"/>
                  <a:pt x="10001" y="6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03A2E4-5F35-715B-0EF1-A225C194AAB3}"/>
              </a:ext>
            </a:extLst>
          </p:cNvPr>
          <p:cNvSpPr txBox="1"/>
          <p:nvPr/>
        </p:nvSpPr>
        <p:spPr>
          <a:xfrm>
            <a:off x="3012320" y="1513931"/>
            <a:ext cx="30200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测试覆盖全面</a:t>
            </a:r>
          </a:p>
        </p:txBody>
      </p:sp>
      <p:sp>
        <p:nvSpPr>
          <p:cNvPr id="22" name="Rectangle 139">
            <a:extLst>
              <a:ext uri="{FF2B5EF4-FFF2-40B4-BE49-F238E27FC236}">
                <a16:creationId xmlns:a16="http://schemas.microsoft.com/office/drawing/2014/main" id="{BA909228-9B58-9E27-AA41-A94A12332B0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79151" y="3712031"/>
            <a:ext cx="739737" cy="739929"/>
          </a:xfrm>
          <a:prstGeom prst="ellipse">
            <a:avLst/>
          </a:prstGeom>
          <a:gradFill>
            <a:gsLst>
              <a:gs pos="0">
                <a:srgbClr val="124ACD"/>
              </a:gs>
              <a:gs pos="100000">
                <a:srgbClr val="C1D3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id-ID" sz="90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23" name="list-menu_16051">
            <a:extLst>
              <a:ext uri="{FF2B5EF4-FFF2-40B4-BE49-F238E27FC236}">
                <a16:creationId xmlns:a16="http://schemas.microsoft.com/office/drawing/2014/main" id="{685A4F2B-D8DF-B33D-F973-BA3DD372431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033458" y="3961373"/>
            <a:ext cx="241611" cy="241247"/>
          </a:xfrm>
          <a:custGeom>
            <a:avLst/>
            <a:gdLst>
              <a:gd name="connsiteX0" fmla="*/ 244898 w 609544"/>
              <a:gd name="connsiteY0" fmla="*/ 449008 h 608627"/>
              <a:gd name="connsiteX1" fmla="*/ 462378 w 609544"/>
              <a:gd name="connsiteY1" fmla="*/ 449008 h 608627"/>
              <a:gd name="connsiteX2" fmla="*/ 481820 w 609544"/>
              <a:gd name="connsiteY2" fmla="*/ 468414 h 608627"/>
              <a:gd name="connsiteX3" fmla="*/ 462378 w 609544"/>
              <a:gd name="connsiteY3" fmla="*/ 487819 h 608627"/>
              <a:gd name="connsiteX4" fmla="*/ 244898 w 609544"/>
              <a:gd name="connsiteY4" fmla="*/ 487819 h 608627"/>
              <a:gd name="connsiteX5" fmla="*/ 225456 w 609544"/>
              <a:gd name="connsiteY5" fmla="*/ 468414 h 608627"/>
              <a:gd name="connsiteX6" fmla="*/ 244898 w 609544"/>
              <a:gd name="connsiteY6" fmla="*/ 449008 h 608627"/>
              <a:gd name="connsiteX7" fmla="*/ 95193 w 609544"/>
              <a:gd name="connsiteY7" fmla="*/ 428191 h 608627"/>
              <a:gd name="connsiteX8" fmla="*/ 175849 w 609544"/>
              <a:gd name="connsiteY8" fmla="*/ 428191 h 608627"/>
              <a:gd name="connsiteX9" fmla="*/ 175849 w 609544"/>
              <a:gd name="connsiteY9" fmla="*/ 508777 h 608627"/>
              <a:gd name="connsiteX10" fmla="*/ 95193 w 609544"/>
              <a:gd name="connsiteY10" fmla="*/ 508777 h 608627"/>
              <a:gd name="connsiteX11" fmla="*/ 244898 w 609544"/>
              <a:gd name="connsiteY11" fmla="*/ 293693 h 608627"/>
              <a:gd name="connsiteX12" fmla="*/ 462378 w 609544"/>
              <a:gd name="connsiteY12" fmla="*/ 293693 h 608627"/>
              <a:gd name="connsiteX13" fmla="*/ 481820 w 609544"/>
              <a:gd name="connsiteY13" fmla="*/ 313098 h 608627"/>
              <a:gd name="connsiteX14" fmla="*/ 462378 w 609544"/>
              <a:gd name="connsiteY14" fmla="*/ 332504 h 608627"/>
              <a:gd name="connsiteX15" fmla="*/ 244898 w 609544"/>
              <a:gd name="connsiteY15" fmla="*/ 332504 h 608627"/>
              <a:gd name="connsiteX16" fmla="*/ 225456 w 609544"/>
              <a:gd name="connsiteY16" fmla="*/ 313098 h 608627"/>
              <a:gd name="connsiteX17" fmla="*/ 244898 w 609544"/>
              <a:gd name="connsiteY17" fmla="*/ 293693 h 608627"/>
              <a:gd name="connsiteX18" fmla="*/ 95193 w 609544"/>
              <a:gd name="connsiteY18" fmla="*/ 272877 h 608627"/>
              <a:gd name="connsiteX19" fmla="*/ 175849 w 609544"/>
              <a:gd name="connsiteY19" fmla="*/ 272877 h 608627"/>
              <a:gd name="connsiteX20" fmla="*/ 175849 w 609544"/>
              <a:gd name="connsiteY20" fmla="*/ 353463 h 608627"/>
              <a:gd name="connsiteX21" fmla="*/ 95193 w 609544"/>
              <a:gd name="connsiteY21" fmla="*/ 353463 h 608627"/>
              <a:gd name="connsiteX22" fmla="*/ 244898 w 609544"/>
              <a:gd name="connsiteY22" fmla="*/ 138308 h 608627"/>
              <a:gd name="connsiteX23" fmla="*/ 462378 w 609544"/>
              <a:gd name="connsiteY23" fmla="*/ 138308 h 608627"/>
              <a:gd name="connsiteX24" fmla="*/ 481820 w 609544"/>
              <a:gd name="connsiteY24" fmla="*/ 157749 h 608627"/>
              <a:gd name="connsiteX25" fmla="*/ 462378 w 609544"/>
              <a:gd name="connsiteY25" fmla="*/ 177190 h 608627"/>
              <a:gd name="connsiteX26" fmla="*/ 244898 w 609544"/>
              <a:gd name="connsiteY26" fmla="*/ 177190 h 608627"/>
              <a:gd name="connsiteX27" fmla="*/ 225456 w 609544"/>
              <a:gd name="connsiteY27" fmla="*/ 157749 h 608627"/>
              <a:gd name="connsiteX28" fmla="*/ 244898 w 609544"/>
              <a:gd name="connsiteY28" fmla="*/ 138308 h 608627"/>
              <a:gd name="connsiteX29" fmla="*/ 95193 w 609544"/>
              <a:gd name="connsiteY29" fmla="*/ 117562 h 608627"/>
              <a:gd name="connsiteX30" fmla="*/ 175849 w 609544"/>
              <a:gd name="connsiteY30" fmla="*/ 117562 h 608627"/>
              <a:gd name="connsiteX31" fmla="*/ 175849 w 609544"/>
              <a:gd name="connsiteY31" fmla="*/ 198148 h 608627"/>
              <a:gd name="connsiteX32" fmla="*/ 95193 w 609544"/>
              <a:gd name="connsiteY32" fmla="*/ 198148 h 608627"/>
              <a:gd name="connsiteX33" fmla="*/ 58339 w 609544"/>
              <a:gd name="connsiteY33" fmla="*/ 58251 h 608627"/>
              <a:gd name="connsiteX34" fmla="*/ 58339 w 609544"/>
              <a:gd name="connsiteY34" fmla="*/ 550376 h 608627"/>
              <a:gd name="connsiteX35" fmla="*/ 551205 w 609544"/>
              <a:gd name="connsiteY35" fmla="*/ 550376 h 608627"/>
              <a:gd name="connsiteX36" fmla="*/ 551205 w 609544"/>
              <a:gd name="connsiteY36" fmla="*/ 58251 h 608627"/>
              <a:gd name="connsiteX37" fmla="*/ 29083 w 609544"/>
              <a:gd name="connsiteY37" fmla="*/ 0 h 608627"/>
              <a:gd name="connsiteX38" fmla="*/ 580289 w 609544"/>
              <a:gd name="connsiteY38" fmla="*/ 0 h 608627"/>
              <a:gd name="connsiteX39" fmla="*/ 609544 w 609544"/>
              <a:gd name="connsiteY39" fmla="*/ 29211 h 608627"/>
              <a:gd name="connsiteX40" fmla="*/ 609544 w 609544"/>
              <a:gd name="connsiteY40" fmla="*/ 579416 h 608627"/>
              <a:gd name="connsiteX41" fmla="*/ 580289 w 609544"/>
              <a:gd name="connsiteY41" fmla="*/ 608627 h 608627"/>
              <a:gd name="connsiteX42" fmla="*/ 29083 w 609544"/>
              <a:gd name="connsiteY42" fmla="*/ 608627 h 608627"/>
              <a:gd name="connsiteX43" fmla="*/ 0 w 609544"/>
              <a:gd name="connsiteY43" fmla="*/ 579416 h 608627"/>
              <a:gd name="connsiteX44" fmla="*/ 0 w 609544"/>
              <a:gd name="connsiteY44" fmla="*/ 29211 h 608627"/>
              <a:gd name="connsiteX45" fmla="*/ 29083 w 609544"/>
              <a:gd name="connsiteY45" fmla="*/ 0 h 60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09544" h="608627">
                <a:moveTo>
                  <a:pt x="244898" y="449008"/>
                </a:moveTo>
                <a:lnTo>
                  <a:pt x="462378" y="449008"/>
                </a:lnTo>
                <a:cubicBezTo>
                  <a:pt x="473045" y="449008"/>
                  <a:pt x="481820" y="457766"/>
                  <a:pt x="481820" y="468414"/>
                </a:cubicBezTo>
                <a:cubicBezTo>
                  <a:pt x="481820" y="479233"/>
                  <a:pt x="473045" y="487819"/>
                  <a:pt x="462378" y="487819"/>
                </a:cubicBezTo>
                <a:lnTo>
                  <a:pt x="244898" y="487819"/>
                </a:lnTo>
                <a:cubicBezTo>
                  <a:pt x="234231" y="487819"/>
                  <a:pt x="225456" y="479233"/>
                  <a:pt x="225456" y="468414"/>
                </a:cubicBezTo>
                <a:cubicBezTo>
                  <a:pt x="225456" y="457766"/>
                  <a:pt x="234231" y="449008"/>
                  <a:pt x="244898" y="449008"/>
                </a:cubicBezTo>
                <a:close/>
                <a:moveTo>
                  <a:pt x="95193" y="428191"/>
                </a:moveTo>
                <a:lnTo>
                  <a:pt x="175849" y="428191"/>
                </a:lnTo>
                <a:lnTo>
                  <a:pt x="175849" y="508777"/>
                </a:lnTo>
                <a:lnTo>
                  <a:pt x="95193" y="508777"/>
                </a:lnTo>
                <a:close/>
                <a:moveTo>
                  <a:pt x="244898" y="293693"/>
                </a:moveTo>
                <a:lnTo>
                  <a:pt x="462378" y="293693"/>
                </a:lnTo>
                <a:cubicBezTo>
                  <a:pt x="473045" y="293693"/>
                  <a:pt x="481820" y="302451"/>
                  <a:pt x="481820" y="313098"/>
                </a:cubicBezTo>
                <a:cubicBezTo>
                  <a:pt x="481820" y="323917"/>
                  <a:pt x="473045" y="332504"/>
                  <a:pt x="462378" y="332504"/>
                </a:cubicBezTo>
                <a:lnTo>
                  <a:pt x="244898" y="332504"/>
                </a:lnTo>
                <a:cubicBezTo>
                  <a:pt x="234231" y="332504"/>
                  <a:pt x="225456" y="323917"/>
                  <a:pt x="225456" y="313098"/>
                </a:cubicBezTo>
                <a:cubicBezTo>
                  <a:pt x="225456" y="302451"/>
                  <a:pt x="234231" y="293693"/>
                  <a:pt x="244898" y="293693"/>
                </a:cubicBezTo>
                <a:close/>
                <a:moveTo>
                  <a:pt x="95193" y="272877"/>
                </a:moveTo>
                <a:lnTo>
                  <a:pt x="175849" y="272877"/>
                </a:lnTo>
                <a:lnTo>
                  <a:pt x="175849" y="353463"/>
                </a:lnTo>
                <a:lnTo>
                  <a:pt x="95193" y="353463"/>
                </a:lnTo>
                <a:close/>
                <a:moveTo>
                  <a:pt x="244898" y="138308"/>
                </a:moveTo>
                <a:lnTo>
                  <a:pt x="462378" y="138308"/>
                </a:lnTo>
                <a:cubicBezTo>
                  <a:pt x="473045" y="138308"/>
                  <a:pt x="481820" y="147082"/>
                  <a:pt x="481820" y="157749"/>
                </a:cubicBezTo>
                <a:cubicBezTo>
                  <a:pt x="481820" y="168588"/>
                  <a:pt x="473045" y="177190"/>
                  <a:pt x="462378" y="177190"/>
                </a:cubicBezTo>
                <a:lnTo>
                  <a:pt x="244898" y="177190"/>
                </a:lnTo>
                <a:cubicBezTo>
                  <a:pt x="234231" y="177190"/>
                  <a:pt x="225456" y="168588"/>
                  <a:pt x="225456" y="157749"/>
                </a:cubicBezTo>
                <a:cubicBezTo>
                  <a:pt x="225456" y="147082"/>
                  <a:pt x="234231" y="138308"/>
                  <a:pt x="244898" y="138308"/>
                </a:cubicBezTo>
                <a:close/>
                <a:moveTo>
                  <a:pt x="95193" y="117562"/>
                </a:moveTo>
                <a:lnTo>
                  <a:pt x="175849" y="117562"/>
                </a:lnTo>
                <a:lnTo>
                  <a:pt x="175849" y="198148"/>
                </a:lnTo>
                <a:lnTo>
                  <a:pt x="95193" y="198148"/>
                </a:lnTo>
                <a:close/>
                <a:moveTo>
                  <a:pt x="58339" y="58251"/>
                </a:moveTo>
                <a:lnTo>
                  <a:pt x="58339" y="550376"/>
                </a:lnTo>
                <a:lnTo>
                  <a:pt x="551205" y="550376"/>
                </a:lnTo>
                <a:lnTo>
                  <a:pt x="551205" y="58251"/>
                </a:lnTo>
                <a:close/>
                <a:moveTo>
                  <a:pt x="29083" y="0"/>
                </a:moveTo>
                <a:lnTo>
                  <a:pt x="580289" y="0"/>
                </a:lnTo>
                <a:cubicBezTo>
                  <a:pt x="596465" y="0"/>
                  <a:pt x="609544" y="13059"/>
                  <a:pt x="609544" y="29211"/>
                </a:cubicBezTo>
                <a:lnTo>
                  <a:pt x="609544" y="579416"/>
                </a:lnTo>
                <a:cubicBezTo>
                  <a:pt x="609544" y="595568"/>
                  <a:pt x="596465" y="608627"/>
                  <a:pt x="580289" y="608627"/>
                </a:cubicBezTo>
                <a:lnTo>
                  <a:pt x="29083" y="608627"/>
                </a:lnTo>
                <a:cubicBezTo>
                  <a:pt x="13079" y="608627"/>
                  <a:pt x="0" y="595568"/>
                  <a:pt x="0" y="579416"/>
                </a:cubicBezTo>
                <a:lnTo>
                  <a:pt x="0" y="29211"/>
                </a:lnTo>
                <a:cubicBezTo>
                  <a:pt x="0" y="13059"/>
                  <a:pt x="13079" y="0"/>
                  <a:pt x="290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24" name="Rectangle 139">
            <a:extLst>
              <a:ext uri="{FF2B5EF4-FFF2-40B4-BE49-F238E27FC236}">
                <a16:creationId xmlns:a16="http://schemas.microsoft.com/office/drawing/2014/main" id="{64120E74-DCA0-9C6A-8C76-BFC038C80B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779151" y="5329249"/>
            <a:ext cx="739737" cy="739929"/>
          </a:xfrm>
          <a:prstGeom prst="ellipse">
            <a:avLst/>
          </a:prstGeom>
          <a:gradFill>
            <a:gsLst>
              <a:gs pos="0">
                <a:srgbClr val="124ACD"/>
              </a:gs>
              <a:gs pos="100000">
                <a:srgbClr val="C1D3F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rtlCol="0" anchor="ctr"/>
          <a:lstStyle/>
          <a:p>
            <a:pPr algn="ctr"/>
            <a:endParaRPr lang="id-ID" sz="900" dirty="0">
              <a:solidFill>
                <a:prstClr val="white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25" name="iconfont-10499-5121525">
            <a:extLst>
              <a:ext uri="{FF2B5EF4-FFF2-40B4-BE49-F238E27FC236}">
                <a16:creationId xmlns:a16="http://schemas.microsoft.com/office/drawing/2014/main" id="{A2831C55-4908-8BF7-A5AC-D1C86657CCEF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2017244" y="5573605"/>
            <a:ext cx="285551" cy="251217"/>
          </a:xfrm>
          <a:custGeom>
            <a:avLst/>
            <a:gdLst>
              <a:gd name="T0" fmla="*/ 9125 w 11208"/>
              <a:gd name="T1" fmla="*/ 4533 h 9861"/>
              <a:gd name="T2" fmla="*/ 4287 w 11208"/>
              <a:gd name="T3" fmla="*/ 4533 h 9861"/>
              <a:gd name="T4" fmla="*/ 4022 w 11208"/>
              <a:gd name="T5" fmla="*/ 4798 h 9861"/>
              <a:gd name="T6" fmla="*/ 4287 w 11208"/>
              <a:gd name="T7" fmla="*/ 5063 h 9861"/>
              <a:gd name="T8" fmla="*/ 9125 w 11208"/>
              <a:gd name="T9" fmla="*/ 5063 h 9861"/>
              <a:gd name="T10" fmla="*/ 9390 w 11208"/>
              <a:gd name="T11" fmla="*/ 4798 h 9861"/>
              <a:gd name="T12" fmla="*/ 9125 w 11208"/>
              <a:gd name="T13" fmla="*/ 4533 h 9861"/>
              <a:gd name="T14" fmla="*/ 9125 w 11208"/>
              <a:gd name="T15" fmla="*/ 6759 h 9861"/>
              <a:gd name="T16" fmla="*/ 4287 w 11208"/>
              <a:gd name="T17" fmla="*/ 6759 h 9861"/>
              <a:gd name="T18" fmla="*/ 4022 w 11208"/>
              <a:gd name="T19" fmla="*/ 7024 h 9861"/>
              <a:gd name="T20" fmla="*/ 4287 w 11208"/>
              <a:gd name="T21" fmla="*/ 7289 h 9861"/>
              <a:gd name="T22" fmla="*/ 9125 w 11208"/>
              <a:gd name="T23" fmla="*/ 7289 h 9861"/>
              <a:gd name="T24" fmla="*/ 9390 w 11208"/>
              <a:gd name="T25" fmla="*/ 7024 h 9861"/>
              <a:gd name="T26" fmla="*/ 9125 w 11208"/>
              <a:gd name="T27" fmla="*/ 6759 h 9861"/>
              <a:gd name="T28" fmla="*/ 10514 w 11208"/>
              <a:gd name="T29" fmla="*/ 1614 h 9861"/>
              <a:gd name="T30" fmla="*/ 7043 w 11208"/>
              <a:gd name="T31" fmla="*/ 1614 h 9861"/>
              <a:gd name="T32" fmla="*/ 6982 w 11208"/>
              <a:gd name="T33" fmla="*/ 1450 h 9861"/>
              <a:gd name="T34" fmla="*/ 5185 w 11208"/>
              <a:gd name="T35" fmla="*/ 0 h 9861"/>
              <a:gd name="T36" fmla="*/ 694 w 11208"/>
              <a:gd name="T37" fmla="*/ 0 h 9861"/>
              <a:gd name="T38" fmla="*/ 0 w 11208"/>
              <a:gd name="T39" fmla="*/ 674 h 9861"/>
              <a:gd name="T40" fmla="*/ 0 w 11208"/>
              <a:gd name="T41" fmla="*/ 9188 h 9861"/>
              <a:gd name="T42" fmla="*/ 694 w 11208"/>
              <a:gd name="T43" fmla="*/ 9861 h 9861"/>
              <a:gd name="T44" fmla="*/ 10514 w 11208"/>
              <a:gd name="T45" fmla="*/ 9861 h 9861"/>
              <a:gd name="T46" fmla="*/ 11208 w 11208"/>
              <a:gd name="T47" fmla="*/ 9188 h 9861"/>
              <a:gd name="T48" fmla="*/ 11208 w 11208"/>
              <a:gd name="T49" fmla="*/ 2288 h 9861"/>
              <a:gd name="T50" fmla="*/ 10514 w 11208"/>
              <a:gd name="T51" fmla="*/ 1614 h 9861"/>
              <a:gd name="T52" fmla="*/ 694 w 11208"/>
              <a:gd name="T53" fmla="*/ 981 h 9861"/>
              <a:gd name="T54" fmla="*/ 1654 w 11208"/>
              <a:gd name="T55" fmla="*/ 532 h 9861"/>
              <a:gd name="T56" fmla="*/ 4430 w 11208"/>
              <a:gd name="T57" fmla="*/ 532 h 9861"/>
              <a:gd name="T58" fmla="*/ 6145 w 11208"/>
              <a:gd name="T59" fmla="*/ 1186 h 9861"/>
              <a:gd name="T60" fmla="*/ 6309 w 11208"/>
              <a:gd name="T61" fmla="*/ 1595 h 9861"/>
              <a:gd name="T62" fmla="*/ 694 w 11208"/>
              <a:gd name="T63" fmla="*/ 1595 h 9861"/>
              <a:gd name="T64" fmla="*/ 694 w 11208"/>
              <a:gd name="T65" fmla="*/ 981 h 9861"/>
              <a:gd name="T66" fmla="*/ 10554 w 11208"/>
              <a:gd name="T67" fmla="*/ 8453 h 9861"/>
              <a:gd name="T68" fmla="*/ 9635 w 11208"/>
              <a:gd name="T69" fmla="*/ 9249 h 9861"/>
              <a:gd name="T70" fmla="*/ 1613 w 11208"/>
              <a:gd name="T71" fmla="*/ 9249 h 9861"/>
              <a:gd name="T72" fmla="*/ 694 w 11208"/>
              <a:gd name="T73" fmla="*/ 8330 h 9861"/>
              <a:gd name="T74" fmla="*/ 694 w 11208"/>
              <a:gd name="T75" fmla="*/ 2246 h 9861"/>
              <a:gd name="T76" fmla="*/ 9799 w 11208"/>
              <a:gd name="T77" fmla="*/ 2246 h 9861"/>
              <a:gd name="T78" fmla="*/ 10554 w 11208"/>
              <a:gd name="T79" fmla="*/ 3165 h 9861"/>
              <a:gd name="T80" fmla="*/ 10554 w 11208"/>
              <a:gd name="T81" fmla="*/ 8453 h 9861"/>
              <a:gd name="T82" fmla="*/ 1816 w 11208"/>
              <a:gd name="T83" fmla="*/ 4329 h 9861"/>
              <a:gd name="T84" fmla="*/ 2674 w 11208"/>
              <a:gd name="T85" fmla="*/ 4329 h 9861"/>
              <a:gd name="T86" fmla="*/ 2674 w 11208"/>
              <a:gd name="T87" fmla="*/ 5186 h 9861"/>
              <a:gd name="T88" fmla="*/ 1816 w 11208"/>
              <a:gd name="T89" fmla="*/ 5186 h 9861"/>
              <a:gd name="T90" fmla="*/ 1816 w 11208"/>
              <a:gd name="T91" fmla="*/ 4329 h 9861"/>
              <a:gd name="T92" fmla="*/ 1816 w 11208"/>
              <a:gd name="T93" fmla="*/ 6595 h 9861"/>
              <a:gd name="T94" fmla="*/ 2674 w 11208"/>
              <a:gd name="T95" fmla="*/ 6595 h 9861"/>
              <a:gd name="T96" fmla="*/ 2674 w 11208"/>
              <a:gd name="T97" fmla="*/ 7453 h 9861"/>
              <a:gd name="T98" fmla="*/ 1816 w 11208"/>
              <a:gd name="T99" fmla="*/ 7453 h 9861"/>
              <a:gd name="T100" fmla="*/ 1816 w 11208"/>
              <a:gd name="T101" fmla="*/ 6595 h 9861"/>
              <a:gd name="T102" fmla="*/ 1816 w 11208"/>
              <a:gd name="T103" fmla="*/ 6595 h 9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208" h="9861">
                <a:moveTo>
                  <a:pt x="9125" y="4533"/>
                </a:moveTo>
                <a:lnTo>
                  <a:pt x="4287" y="4533"/>
                </a:lnTo>
                <a:cubicBezTo>
                  <a:pt x="4144" y="4533"/>
                  <a:pt x="4022" y="4655"/>
                  <a:pt x="4022" y="4798"/>
                </a:cubicBezTo>
                <a:cubicBezTo>
                  <a:pt x="4022" y="4940"/>
                  <a:pt x="4144" y="5063"/>
                  <a:pt x="4287" y="5063"/>
                </a:cubicBezTo>
                <a:lnTo>
                  <a:pt x="9125" y="5063"/>
                </a:lnTo>
                <a:cubicBezTo>
                  <a:pt x="9268" y="5063"/>
                  <a:pt x="9390" y="4940"/>
                  <a:pt x="9390" y="4798"/>
                </a:cubicBezTo>
                <a:cubicBezTo>
                  <a:pt x="9390" y="4635"/>
                  <a:pt x="9268" y="4533"/>
                  <a:pt x="9125" y="4533"/>
                </a:cubicBezTo>
                <a:close/>
                <a:moveTo>
                  <a:pt x="9125" y="6759"/>
                </a:moveTo>
                <a:lnTo>
                  <a:pt x="4287" y="6759"/>
                </a:lnTo>
                <a:cubicBezTo>
                  <a:pt x="4144" y="6759"/>
                  <a:pt x="4022" y="6881"/>
                  <a:pt x="4022" y="7024"/>
                </a:cubicBezTo>
                <a:cubicBezTo>
                  <a:pt x="4022" y="7166"/>
                  <a:pt x="4144" y="7289"/>
                  <a:pt x="4287" y="7289"/>
                </a:cubicBezTo>
                <a:lnTo>
                  <a:pt x="9125" y="7289"/>
                </a:lnTo>
                <a:cubicBezTo>
                  <a:pt x="9268" y="7289"/>
                  <a:pt x="9390" y="7166"/>
                  <a:pt x="9390" y="7024"/>
                </a:cubicBezTo>
                <a:cubicBezTo>
                  <a:pt x="9390" y="6881"/>
                  <a:pt x="9268" y="6759"/>
                  <a:pt x="9125" y="6759"/>
                </a:cubicBezTo>
                <a:close/>
                <a:moveTo>
                  <a:pt x="10514" y="1614"/>
                </a:moveTo>
                <a:lnTo>
                  <a:pt x="7043" y="1614"/>
                </a:lnTo>
                <a:lnTo>
                  <a:pt x="6982" y="1450"/>
                </a:lnTo>
                <a:cubicBezTo>
                  <a:pt x="6573" y="306"/>
                  <a:pt x="5777" y="21"/>
                  <a:pt x="5185" y="0"/>
                </a:cubicBezTo>
                <a:lnTo>
                  <a:pt x="694" y="0"/>
                </a:lnTo>
                <a:cubicBezTo>
                  <a:pt x="307" y="0"/>
                  <a:pt x="0" y="306"/>
                  <a:pt x="0" y="674"/>
                </a:cubicBezTo>
                <a:lnTo>
                  <a:pt x="0" y="9188"/>
                </a:lnTo>
                <a:cubicBezTo>
                  <a:pt x="0" y="9555"/>
                  <a:pt x="307" y="9861"/>
                  <a:pt x="694" y="9861"/>
                </a:cubicBezTo>
                <a:lnTo>
                  <a:pt x="10514" y="9861"/>
                </a:lnTo>
                <a:cubicBezTo>
                  <a:pt x="10902" y="9861"/>
                  <a:pt x="11208" y="9555"/>
                  <a:pt x="11208" y="9188"/>
                </a:cubicBezTo>
                <a:lnTo>
                  <a:pt x="11208" y="2288"/>
                </a:lnTo>
                <a:cubicBezTo>
                  <a:pt x="11208" y="1920"/>
                  <a:pt x="10902" y="1614"/>
                  <a:pt x="10514" y="1614"/>
                </a:cubicBezTo>
                <a:close/>
                <a:moveTo>
                  <a:pt x="694" y="981"/>
                </a:moveTo>
                <a:cubicBezTo>
                  <a:pt x="694" y="450"/>
                  <a:pt x="878" y="532"/>
                  <a:pt x="1654" y="532"/>
                </a:cubicBezTo>
                <a:lnTo>
                  <a:pt x="4430" y="532"/>
                </a:lnTo>
                <a:cubicBezTo>
                  <a:pt x="5614" y="532"/>
                  <a:pt x="5920" y="797"/>
                  <a:pt x="6145" y="1186"/>
                </a:cubicBezTo>
                <a:lnTo>
                  <a:pt x="6309" y="1595"/>
                </a:lnTo>
                <a:lnTo>
                  <a:pt x="694" y="1595"/>
                </a:lnTo>
                <a:lnTo>
                  <a:pt x="694" y="981"/>
                </a:lnTo>
                <a:close/>
                <a:moveTo>
                  <a:pt x="10554" y="8453"/>
                </a:moveTo>
                <a:cubicBezTo>
                  <a:pt x="10554" y="9229"/>
                  <a:pt x="10289" y="9249"/>
                  <a:pt x="9635" y="9249"/>
                </a:cubicBezTo>
                <a:lnTo>
                  <a:pt x="1613" y="9249"/>
                </a:lnTo>
                <a:cubicBezTo>
                  <a:pt x="816" y="9249"/>
                  <a:pt x="694" y="9188"/>
                  <a:pt x="694" y="8330"/>
                </a:cubicBezTo>
                <a:lnTo>
                  <a:pt x="694" y="2246"/>
                </a:lnTo>
                <a:lnTo>
                  <a:pt x="9799" y="2246"/>
                </a:lnTo>
                <a:cubicBezTo>
                  <a:pt x="10657" y="2246"/>
                  <a:pt x="10554" y="2573"/>
                  <a:pt x="10554" y="3165"/>
                </a:cubicBezTo>
                <a:lnTo>
                  <a:pt x="10554" y="8453"/>
                </a:lnTo>
                <a:close/>
                <a:moveTo>
                  <a:pt x="1816" y="4329"/>
                </a:moveTo>
                <a:lnTo>
                  <a:pt x="2674" y="4329"/>
                </a:lnTo>
                <a:lnTo>
                  <a:pt x="2674" y="5186"/>
                </a:lnTo>
                <a:lnTo>
                  <a:pt x="1816" y="5186"/>
                </a:lnTo>
                <a:lnTo>
                  <a:pt x="1816" y="4329"/>
                </a:lnTo>
                <a:close/>
                <a:moveTo>
                  <a:pt x="1816" y="6595"/>
                </a:moveTo>
                <a:lnTo>
                  <a:pt x="2674" y="6595"/>
                </a:lnTo>
                <a:lnTo>
                  <a:pt x="2674" y="7453"/>
                </a:lnTo>
                <a:lnTo>
                  <a:pt x="1816" y="7453"/>
                </a:lnTo>
                <a:lnTo>
                  <a:pt x="1816" y="6595"/>
                </a:lnTo>
                <a:close/>
                <a:moveTo>
                  <a:pt x="1816" y="6595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B178F6B9-0063-3DCA-7C2E-FF496737C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39570" y="2244799"/>
            <a:ext cx="2818972" cy="28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3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98990C1-C275-5776-967B-AC0F38BB0F22}"/>
              </a:ext>
            </a:extLst>
          </p:cNvPr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2724903-9380-302B-9A12-004D738C5DA6}"/>
              </a:ext>
            </a:extLst>
          </p:cNvPr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F8AC5880-0199-5373-3D79-9E6D6FA5AD74}"/>
              </a:ext>
            </a:extLst>
          </p:cNvPr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13D6C2-52C2-1B16-80A7-7706EFBA549F}"/>
              </a:ext>
            </a:extLst>
          </p:cNvPr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CED0B-ACDE-8937-52DB-E8B6DF1062CF}"/>
              </a:ext>
            </a:extLst>
          </p:cNvPr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37E2B-EEE1-91CE-D6A6-16FE7C7CC28A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测试环境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A4D67-593E-5779-8BBA-6EFE31DF6744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82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2781703-7375-65FF-437B-2E9197BA4BC4}"/>
              </a:ext>
            </a:extLst>
          </p:cNvPr>
          <p:cNvSpPr/>
          <p:nvPr/>
        </p:nvSpPr>
        <p:spPr>
          <a:xfrm>
            <a:off x="6280844" y="1372196"/>
            <a:ext cx="5678989" cy="5028604"/>
          </a:xfrm>
          <a:prstGeom prst="roundRect">
            <a:avLst>
              <a:gd name="adj" fmla="val 4937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222883D-6253-BC8D-1C2E-4526EB024B01}"/>
              </a:ext>
            </a:extLst>
          </p:cNvPr>
          <p:cNvSpPr/>
          <p:nvPr/>
        </p:nvSpPr>
        <p:spPr>
          <a:xfrm>
            <a:off x="469765" y="1411887"/>
            <a:ext cx="5678989" cy="4988913"/>
          </a:xfrm>
          <a:prstGeom prst="roundRect">
            <a:avLst>
              <a:gd name="adj" fmla="val 4937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测试环境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22E4FB-2D29-92CD-B49E-203139B797B8}"/>
              </a:ext>
            </a:extLst>
          </p:cNvPr>
          <p:cNvSpPr txBox="1"/>
          <p:nvPr/>
        </p:nvSpPr>
        <p:spPr>
          <a:xfrm>
            <a:off x="609600" y="704790"/>
            <a:ext cx="2866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仿真环境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实验室环境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5807AB-D94A-B2DE-CA17-F93C43AA38CC}"/>
              </a:ext>
            </a:extLst>
          </p:cNvPr>
          <p:cNvSpPr/>
          <p:nvPr/>
        </p:nvSpPr>
        <p:spPr bwMode="auto">
          <a:xfrm>
            <a:off x="718464" y="1815662"/>
            <a:ext cx="5174299" cy="4479630"/>
          </a:xfrm>
          <a:prstGeom prst="rect">
            <a:avLst/>
          </a:prstGeom>
          <a:solidFill>
            <a:srgbClr val="00B0F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5">
            <a:extLst>
              <a:ext uri="{FF2B5EF4-FFF2-40B4-BE49-F238E27FC236}">
                <a16:creationId xmlns:a16="http://schemas.microsoft.com/office/drawing/2014/main" id="{C6C3A750-3C70-42E4-2C59-6B481DCB3D63}"/>
              </a:ext>
            </a:extLst>
          </p:cNvPr>
          <p:cNvSpPr/>
          <p:nvPr/>
        </p:nvSpPr>
        <p:spPr>
          <a:xfrm>
            <a:off x="2161296" y="1192769"/>
            <a:ext cx="2288378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软件项目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D12BEF-AEA0-26E9-3381-271DA17D6569}"/>
              </a:ext>
            </a:extLst>
          </p:cNvPr>
          <p:cNvSpPr/>
          <p:nvPr/>
        </p:nvSpPr>
        <p:spPr bwMode="auto">
          <a:xfrm>
            <a:off x="862359" y="2130519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Ubuntu 20.04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ACBB13-6E0E-8398-CAE3-CFBA995C5328}"/>
              </a:ext>
            </a:extLst>
          </p:cNvPr>
          <p:cNvSpPr/>
          <p:nvPr/>
        </p:nvSpPr>
        <p:spPr bwMode="auto">
          <a:xfrm>
            <a:off x="864198" y="2992561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Noetic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D58D69-E039-8B3E-D7AB-F84C2D687F09}"/>
              </a:ext>
            </a:extLst>
          </p:cNvPr>
          <p:cNvSpPr/>
          <p:nvPr/>
        </p:nvSpPr>
        <p:spPr bwMode="auto">
          <a:xfrm>
            <a:off x="907868" y="4560123"/>
            <a:ext cx="2318777" cy="316423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1F4CAE-C4F9-7C2A-9906-5C7955D02D02}"/>
              </a:ext>
            </a:extLst>
          </p:cNvPr>
          <p:cNvSpPr txBox="1"/>
          <p:nvPr/>
        </p:nvSpPr>
        <p:spPr>
          <a:xfrm>
            <a:off x="990106" y="2416836"/>
            <a:ext cx="487413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机载电脑操作系统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D38E03-72FE-DC92-D2F2-63AD273EA6E2}"/>
              </a:ext>
            </a:extLst>
          </p:cNvPr>
          <p:cNvSpPr txBox="1"/>
          <p:nvPr/>
        </p:nvSpPr>
        <p:spPr>
          <a:xfrm>
            <a:off x="930243" y="3331286"/>
            <a:ext cx="487413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机器人操作系统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0B99BC-04AF-67AE-0625-3D0D43BAB88B}"/>
              </a:ext>
            </a:extLst>
          </p:cNvPr>
          <p:cNvSpPr txBox="1"/>
          <p:nvPr/>
        </p:nvSpPr>
        <p:spPr>
          <a:xfrm>
            <a:off x="827525" y="4925180"/>
            <a:ext cx="250502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编写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ROS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脚本的解释环境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C581B1-C229-8FD2-3485-D445584DB5F5}"/>
              </a:ext>
            </a:extLst>
          </p:cNvPr>
          <p:cNvSpPr/>
          <p:nvPr/>
        </p:nvSpPr>
        <p:spPr bwMode="auto">
          <a:xfrm>
            <a:off x="862358" y="3823261"/>
            <a:ext cx="2379149" cy="316423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RViz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6C8BC8-076F-823D-9DB1-F7F173F90981}"/>
              </a:ext>
            </a:extLst>
          </p:cNvPr>
          <p:cNvSpPr txBox="1"/>
          <p:nvPr/>
        </p:nvSpPr>
        <p:spPr>
          <a:xfrm>
            <a:off x="1069400" y="4055934"/>
            <a:ext cx="2025436" cy="41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ROS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可视化平台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C66ACF-C310-1124-A42E-3A8CA749C7C3}"/>
              </a:ext>
            </a:extLst>
          </p:cNvPr>
          <p:cNvSpPr/>
          <p:nvPr/>
        </p:nvSpPr>
        <p:spPr bwMode="auto">
          <a:xfrm>
            <a:off x="3427171" y="3828315"/>
            <a:ext cx="2309318" cy="311369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Gazebo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FB9B713-72F3-2D77-94D2-E30651AA7D7D}"/>
              </a:ext>
            </a:extLst>
          </p:cNvPr>
          <p:cNvSpPr txBox="1"/>
          <p:nvPr/>
        </p:nvSpPr>
        <p:spPr>
          <a:xfrm>
            <a:off x="3565167" y="4055934"/>
            <a:ext cx="2025436" cy="41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ROS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仿真平台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5058F9-5377-EA8A-39B9-20A4FF6D294E}"/>
              </a:ext>
            </a:extLst>
          </p:cNvPr>
          <p:cNvSpPr/>
          <p:nvPr/>
        </p:nvSpPr>
        <p:spPr bwMode="auto">
          <a:xfrm>
            <a:off x="3412309" y="4543460"/>
            <a:ext cx="2318777" cy="357368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ROS-Web Bridge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023324-80FA-F2F2-7777-0DCC3FB8A122}"/>
              </a:ext>
            </a:extLst>
          </p:cNvPr>
          <p:cNvSpPr txBox="1"/>
          <p:nvPr/>
        </p:nvSpPr>
        <p:spPr>
          <a:xfrm>
            <a:off x="3336712" y="4921191"/>
            <a:ext cx="250502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前端</a:t>
            </a: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-ROS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交互框架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F8B96C-8799-F3B7-7503-CF7B93C12540}"/>
              </a:ext>
            </a:extLst>
          </p:cNvPr>
          <p:cNvSpPr/>
          <p:nvPr/>
        </p:nvSpPr>
        <p:spPr bwMode="auto">
          <a:xfrm>
            <a:off x="962416" y="5432709"/>
            <a:ext cx="2318777" cy="316423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SQLite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A3BC76-082E-270A-C900-652A3E7B12B2}"/>
              </a:ext>
            </a:extLst>
          </p:cNvPr>
          <p:cNvSpPr txBox="1"/>
          <p:nvPr/>
        </p:nvSpPr>
        <p:spPr>
          <a:xfrm>
            <a:off x="887706" y="5764391"/>
            <a:ext cx="250502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嵌入式开发数据库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164E5B7-3AEE-CBD3-2D72-6BA427975939}"/>
              </a:ext>
            </a:extLst>
          </p:cNvPr>
          <p:cNvSpPr/>
          <p:nvPr/>
        </p:nvSpPr>
        <p:spPr bwMode="auto">
          <a:xfrm>
            <a:off x="3405586" y="5446115"/>
            <a:ext cx="2318777" cy="316423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Visual Studio Code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8A34BEE-58A9-56F2-0E50-982744C8D180}"/>
              </a:ext>
            </a:extLst>
          </p:cNvPr>
          <p:cNvSpPr txBox="1"/>
          <p:nvPr/>
        </p:nvSpPr>
        <p:spPr>
          <a:xfrm>
            <a:off x="3330930" y="5765989"/>
            <a:ext cx="2505028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代码编辑器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3B23513-F0CE-8A47-8F82-D9417905D0C7}"/>
              </a:ext>
            </a:extLst>
          </p:cNvPr>
          <p:cNvSpPr/>
          <p:nvPr/>
        </p:nvSpPr>
        <p:spPr bwMode="auto">
          <a:xfrm>
            <a:off x="6502636" y="5124282"/>
            <a:ext cx="5174298" cy="1171010"/>
          </a:xfrm>
          <a:prstGeom prst="rect">
            <a:avLst/>
          </a:prstGeom>
          <a:solidFill>
            <a:srgbClr val="92D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FF846B-E9C8-8779-2FB5-2F6467E709D9}"/>
              </a:ext>
            </a:extLst>
          </p:cNvPr>
          <p:cNvSpPr/>
          <p:nvPr/>
        </p:nvSpPr>
        <p:spPr bwMode="auto">
          <a:xfrm>
            <a:off x="7776182" y="5495587"/>
            <a:ext cx="2947546" cy="399717"/>
          </a:xfrm>
          <a:prstGeom prst="rect">
            <a:avLst/>
          </a:prstGeom>
          <a:solidFill>
            <a:srgbClr val="00B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个人电脑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47AB1D-FC62-B9D4-68BD-2BB7F0AA36FC}"/>
              </a:ext>
            </a:extLst>
          </p:cNvPr>
          <p:cNvSpPr/>
          <p:nvPr/>
        </p:nvSpPr>
        <p:spPr bwMode="auto">
          <a:xfrm>
            <a:off x="6475355" y="1774902"/>
            <a:ext cx="5174298" cy="3243872"/>
          </a:xfrm>
          <a:prstGeom prst="rect">
            <a:avLst/>
          </a:prstGeom>
          <a:solidFill>
            <a:srgbClr val="92D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5">
            <a:extLst>
              <a:ext uri="{FF2B5EF4-FFF2-40B4-BE49-F238E27FC236}">
                <a16:creationId xmlns:a16="http://schemas.microsoft.com/office/drawing/2014/main" id="{54894E97-F0F1-EEED-3004-94FE19196C4C}"/>
              </a:ext>
            </a:extLst>
          </p:cNvPr>
          <p:cNvSpPr/>
          <p:nvPr/>
        </p:nvSpPr>
        <p:spPr>
          <a:xfrm>
            <a:off x="7917235" y="1196929"/>
            <a:ext cx="2444580" cy="40808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硬件项目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700D832-3587-E339-DE48-7142F582C60F}"/>
              </a:ext>
            </a:extLst>
          </p:cNvPr>
          <p:cNvSpPr/>
          <p:nvPr/>
        </p:nvSpPr>
        <p:spPr bwMode="auto">
          <a:xfrm>
            <a:off x="7665752" y="1877699"/>
            <a:ext cx="2947546" cy="399717"/>
          </a:xfrm>
          <a:prstGeom prst="rect">
            <a:avLst/>
          </a:prstGeom>
          <a:solidFill>
            <a:srgbClr val="00B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个人电脑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2B1C577-4D56-22FF-B42A-A46EAE50AD8E}"/>
              </a:ext>
            </a:extLst>
          </p:cNvPr>
          <p:cNvSpPr txBox="1"/>
          <p:nvPr/>
        </p:nvSpPr>
        <p:spPr>
          <a:xfrm>
            <a:off x="7824292" y="5843362"/>
            <a:ext cx="285132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用于代码调试、仿真和测试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E53559-81DE-1A35-95EA-3A1528018C94}"/>
              </a:ext>
            </a:extLst>
          </p:cNvPr>
          <p:cNvSpPr txBox="1"/>
          <p:nvPr/>
        </p:nvSpPr>
        <p:spPr>
          <a:xfrm>
            <a:off x="6586396" y="1815662"/>
            <a:ext cx="1074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实验室环境：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EFB243-3E04-241B-1931-4327FAC8E6C5}"/>
              </a:ext>
            </a:extLst>
          </p:cNvPr>
          <p:cNvSpPr txBox="1"/>
          <p:nvPr/>
        </p:nvSpPr>
        <p:spPr>
          <a:xfrm>
            <a:off x="6506795" y="5190405"/>
            <a:ext cx="1048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仿真环境：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2E1C3B-12D5-9FDC-D635-578F242DB1DB}"/>
              </a:ext>
            </a:extLst>
          </p:cNvPr>
          <p:cNvSpPr txBox="1"/>
          <p:nvPr/>
        </p:nvSpPr>
        <p:spPr>
          <a:xfrm>
            <a:off x="7723933" y="2199802"/>
            <a:ext cx="285132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用于开发</a:t>
            </a:r>
            <a:r>
              <a:rPr lang="zh-CN" altLang="en-US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与现场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测试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1B2C69-52B8-4EEA-4F86-1DF55B15687D}"/>
              </a:ext>
            </a:extLst>
          </p:cNvPr>
          <p:cNvSpPr/>
          <p:nvPr/>
        </p:nvSpPr>
        <p:spPr bwMode="auto">
          <a:xfrm>
            <a:off x="7640268" y="2638185"/>
            <a:ext cx="2947546" cy="399717"/>
          </a:xfrm>
          <a:prstGeom prst="rect">
            <a:avLst/>
          </a:prstGeom>
          <a:solidFill>
            <a:srgbClr val="00B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机载电脑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798789-8B9A-48C7-2AD1-9E68EF1B8CBA}"/>
              </a:ext>
            </a:extLst>
          </p:cNvPr>
          <p:cNvSpPr txBox="1"/>
          <p:nvPr/>
        </p:nvSpPr>
        <p:spPr>
          <a:xfrm>
            <a:off x="7688377" y="3008503"/>
            <a:ext cx="285132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用于机上调试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AF246B-C37A-3FE2-DFCD-0D1DD899A24B}"/>
              </a:ext>
            </a:extLst>
          </p:cNvPr>
          <p:cNvSpPr/>
          <p:nvPr/>
        </p:nvSpPr>
        <p:spPr bwMode="auto">
          <a:xfrm>
            <a:off x="7641865" y="3448236"/>
            <a:ext cx="2947546" cy="399717"/>
          </a:xfrm>
          <a:prstGeom prst="rect">
            <a:avLst/>
          </a:prstGeom>
          <a:solidFill>
            <a:srgbClr val="00B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机器人和配套机械臂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EF8B84-5D9C-5356-1F54-0A64C7B87BC4}"/>
              </a:ext>
            </a:extLst>
          </p:cNvPr>
          <p:cNvSpPr txBox="1"/>
          <p:nvPr/>
        </p:nvSpPr>
        <p:spPr>
          <a:xfrm>
            <a:off x="7713861" y="3774469"/>
            <a:ext cx="285132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嵌入式产品的主要部分</a:t>
            </a: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29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98990C1-C275-5776-967B-AC0F38BB0F22}"/>
              </a:ext>
            </a:extLst>
          </p:cNvPr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2724903-9380-302B-9A12-004D738C5DA6}"/>
              </a:ext>
            </a:extLst>
          </p:cNvPr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F8AC5880-0199-5373-3D79-9E6D6FA5AD74}"/>
              </a:ext>
            </a:extLst>
          </p:cNvPr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13D6C2-52C2-1B16-80A7-7706EFBA549F}"/>
              </a:ext>
            </a:extLst>
          </p:cNvPr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CED0B-ACDE-8937-52DB-E8B6DF1062CF}"/>
              </a:ext>
            </a:extLst>
          </p:cNvPr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37E2B-EEE1-91CE-D6A6-16FE7C7CC28A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测试计划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A4D67-593E-5779-8BBA-6EFE31DF6744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21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测试级别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B46DE5-CA96-6BCE-D654-EAD61F48FB8D}"/>
              </a:ext>
            </a:extLst>
          </p:cNvPr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粒度划分</a:t>
            </a:r>
          </a:p>
        </p:txBody>
      </p:sp>
      <p:grpSp>
        <p:nvGrpSpPr>
          <p:cNvPr id="3" name="组合 01">
            <a:extLst>
              <a:ext uri="{FF2B5EF4-FFF2-40B4-BE49-F238E27FC236}">
                <a16:creationId xmlns:a16="http://schemas.microsoft.com/office/drawing/2014/main" id="{E76D27EA-315D-7DCF-8CC5-B402F585170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48574" y="1511166"/>
            <a:ext cx="10894852" cy="3835669"/>
            <a:chOff x="671236" y="1511166"/>
            <a:chExt cx="10894852" cy="3835669"/>
          </a:xfrm>
        </p:grpSpPr>
        <p:grpSp>
          <p:nvGrpSpPr>
            <p:cNvPr id="7" name="组合 04">
              <a:extLst>
                <a:ext uri="{FF2B5EF4-FFF2-40B4-BE49-F238E27FC236}">
                  <a16:creationId xmlns:a16="http://schemas.microsoft.com/office/drawing/2014/main" id="{EBC3BC43-6BC3-BAF4-4640-E2191F495191}"/>
                </a:ext>
              </a:extLst>
            </p:cNvPr>
            <p:cNvGrpSpPr/>
            <p:nvPr/>
          </p:nvGrpSpPr>
          <p:grpSpPr>
            <a:xfrm>
              <a:off x="8674100" y="1511166"/>
              <a:ext cx="2891988" cy="3835669"/>
              <a:chOff x="8674100" y="1511166"/>
              <a:chExt cx="2891988" cy="3835669"/>
            </a:xfrm>
          </p:grpSpPr>
          <p:sp>
            <p:nvSpPr>
              <p:cNvPr id="32" name="4">
                <a:extLst>
                  <a:ext uri="{FF2B5EF4-FFF2-40B4-BE49-F238E27FC236}">
                    <a16:creationId xmlns:a16="http://schemas.microsoft.com/office/drawing/2014/main" id="{A6A7E0C9-7D9A-178D-3FDF-EC937A954939}"/>
                  </a:ext>
                </a:extLst>
              </p:cNvPr>
              <p:cNvSpPr/>
              <p:nvPr/>
            </p:nvSpPr>
            <p:spPr>
              <a:xfrm>
                <a:off x="8887211" y="3154497"/>
                <a:ext cx="2465767" cy="21923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4">
                <a:extLst>
                  <a:ext uri="{FF2B5EF4-FFF2-40B4-BE49-F238E27FC236}">
                    <a16:creationId xmlns:a16="http://schemas.microsoft.com/office/drawing/2014/main" id="{CAF4BA06-46BD-2106-BC50-94D405418C41}"/>
                  </a:ext>
                </a:extLst>
              </p:cNvPr>
              <p:cNvSpPr/>
              <p:nvPr/>
            </p:nvSpPr>
            <p:spPr>
              <a:xfrm>
                <a:off x="8674100" y="2337304"/>
                <a:ext cx="2891988" cy="629891"/>
              </a:xfrm>
              <a:prstGeom prst="chevron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  <a:effectLst>
                <a:outerShdw blurRad="190500" dist="127000" dir="5400000" algn="t" rotWithShape="0">
                  <a:schemeClr val="accent4">
                    <a:lumMod val="75000"/>
                    <a:alpha val="20000"/>
                  </a:schemeClr>
                </a:outerShdw>
              </a:effectLst>
            </p:spPr>
            <p:style>
              <a:lnRef idx="2">
                <a:srgbClr val="F84949">
                  <a:shade val="50000"/>
                </a:srgbClr>
              </a:lnRef>
              <a:fillRef idx="1">
                <a:srgbClr val="F84949"/>
              </a:fillRef>
              <a:effectRef idx="0">
                <a:srgbClr val="F84949"/>
              </a:effectRef>
              <a:fontRef idx="minor">
                <a:srgbClr val="FFFFFF"/>
              </a:fontRef>
            </p:style>
            <p:txBody>
              <a:bodyPr wrap="none" lIns="215900" rtlCol="0" anchor="ctr">
                <a:noAutofit/>
              </a:bodyPr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b="1" cap="all" dirty="0">
                  <a:solidFill>
                    <a:srgbClr val="FFFFFF"/>
                  </a:solidFill>
                  <a:uFillTx/>
                  <a:latin typeface="+mn-ea"/>
                  <a:cs typeface="+mn-ea"/>
                  <a:sym typeface="+mn-ea"/>
                </a:endParaRPr>
              </a:p>
            </p:txBody>
          </p:sp>
          <p:sp>
            <p:nvSpPr>
              <p:cNvPr id="34" name="Index-4">
                <a:extLst>
                  <a:ext uri="{FF2B5EF4-FFF2-40B4-BE49-F238E27FC236}">
                    <a16:creationId xmlns:a16="http://schemas.microsoft.com/office/drawing/2014/main" id="{7D725995-09FD-DA71-A272-CDAE5E7AAC24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9805094" y="1511166"/>
                <a:ext cx="630000" cy="62989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3"/>
                    </a:solidFill>
                  </a:rPr>
                  <a:t>04</a:t>
                </a:r>
                <a:endParaRPr lang="zh-CN" altLang="en-US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35" name="Body-4">
                <a:extLst>
                  <a:ext uri="{FF2B5EF4-FFF2-40B4-BE49-F238E27FC236}">
                    <a16:creationId xmlns:a16="http://schemas.microsoft.com/office/drawing/2014/main" id="{7AD5C709-2FAB-66C6-8417-FCF033B5019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8952496" y="3743227"/>
                <a:ext cx="2335196" cy="12992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defRPr/>
                </a:pPr>
                <a:r>
                  <a:rPr kumimoji="0" lang="zh-CN" altLang="en-US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在缺陷修复或功能变更后，重新执行相关测试，确保修改没有引入新的错误，原有功能不受影响。</a:t>
                </a:r>
                <a:endParaRPr kumimoji="0" lang="en-GB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6" name="Title-4">
                <a:extLst>
                  <a:ext uri="{FF2B5EF4-FFF2-40B4-BE49-F238E27FC236}">
                    <a16:creationId xmlns:a16="http://schemas.microsoft.com/office/drawing/2014/main" id="{5BD3E066-E840-FEFF-2B37-A8FAE1BD3A17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9011197" y="3394169"/>
                <a:ext cx="2217795" cy="3077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Arial" panose="020B0604020202020204" pitchFamily="34" charset="0"/>
                  </a:rPr>
                  <a:t>回归测试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37" name="4" descr="靶心">
                <a:extLst>
                  <a:ext uri="{FF2B5EF4-FFF2-40B4-BE49-F238E27FC236}">
                    <a16:creationId xmlns:a16="http://schemas.microsoft.com/office/drawing/2014/main" id="{619FEDC6-2438-5C27-D3A6-0CD7BAF92018}"/>
                  </a:ext>
                </a:extLst>
              </p:cNvPr>
              <p:cNvPicPr>
                <a:picLocks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904094" y="2436249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8" name="组合 03">
              <a:extLst>
                <a:ext uri="{FF2B5EF4-FFF2-40B4-BE49-F238E27FC236}">
                  <a16:creationId xmlns:a16="http://schemas.microsoft.com/office/drawing/2014/main" id="{EAF6C4AF-8CEE-1D55-D3D7-5F66674579ED}"/>
                </a:ext>
              </a:extLst>
            </p:cNvPr>
            <p:cNvGrpSpPr/>
            <p:nvPr/>
          </p:nvGrpSpPr>
          <p:grpSpPr>
            <a:xfrm>
              <a:off x="6006478" y="1511166"/>
              <a:ext cx="2891988" cy="3835669"/>
              <a:chOff x="6006478" y="1511166"/>
              <a:chExt cx="2891988" cy="3835669"/>
            </a:xfrm>
          </p:grpSpPr>
          <p:sp>
            <p:nvSpPr>
              <p:cNvPr id="26" name="3">
                <a:extLst>
                  <a:ext uri="{FF2B5EF4-FFF2-40B4-BE49-F238E27FC236}">
                    <a16:creationId xmlns:a16="http://schemas.microsoft.com/office/drawing/2014/main" id="{B0304D3F-934E-24D6-11A2-4378BC696B0D}"/>
                  </a:ext>
                </a:extLst>
              </p:cNvPr>
              <p:cNvSpPr/>
              <p:nvPr/>
            </p:nvSpPr>
            <p:spPr>
              <a:xfrm>
                <a:off x="6219589" y="3154497"/>
                <a:ext cx="2465767" cy="21923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3">
                <a:extLst>
                  <a:ext uri="{FF2B5EF4-FFF2-40B4-BE49-F238E27FC236}">
                    <a16:creationId xmlns:a16="http://schemas.microsoft.com/office/drawing/2014/main" id="{4271ADB4-714C-A14C-040E-65ADBD3A7530}"/>
                  </a:ext>
                </a:extLst>
              </p:cNvPr>
              <p:cNvSpPr/>
              <p:nvPr/>
            </p:nvSpPr>
            <p:spPr>
              <a:xfrm>
                <a:off x="6006478" y="2337304"/>
                <a:ext cx="2891988" cy="629891"/>
              </a:xfrm>
              <a:prstGeom prst="chevron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>
                <a:outerShdw blurRad="190500" dist="127000" dir="5400000" algn="t" rotWithShape="0">
                  <a:schemeClr val="accent4">
                    <a:lumMod val="75000"/>
                    <a:alpha val="20000"/>
                  </a:schemeClr>
                </a:outerShdw>
              </a:effectLst>
            </p:spPr>
            <p:style>
              <a:lnRef idx="2">
                <a:srgbClr val="F84949">
                  <a:shade val="50000"/>
                </a:srgbClr>
              </a:lnRef>
              <a:fillRef idx="1">
                <a:srgbClr val="F84949"/>
              </a:fillRef>
              <a:effectRef idx="0">
                <a:srgbClr val="F84949"/>
              </a:effectRef>
              <a:fontRef idx="minor">
                <a:srgbClr val="FFFFFF"/>
              </a:fontRef>
            </p:style>
            <p:txBody>
              <a:bodyPr wrap="none" lIns="215900" rtlCol="0" anchor="ctr">
                <a:noAutofit/>
              </a:bodyPr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b="1" cap="all" dirty="0">
                  <a:solidFill>
                    <a:srgbClr val="FFFFFF"/>
                  </a:solidFill>
                  <a:uFillTx/>
                  <a:latin typeface="+mn-ea"/>
                  <a:cs typeface="+mn-ea"/>
                  <a:sym typeface="+mn-ea"/>
                </a:endParaRPr>
              </a:p>
            </p:txBody>
          </p:sp>
          <p:sp>
            <p:nvSpPr>
              <p:cNvPr id="28" name="Index-3">
                <a:extLst>
                  <a:ext uri="{FF2B5EF4-FFF2-40B4-BE49-F238E27FC236}">
                    <a16:creationId xmlns:a16="http://schemas.microsoft.com/office/drawing/2014/main" id="{99FDC06D-A536-1A52-D579-138D2A71FA0C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137472" y="1511166"/>
                <a:ext cx="630000" cy="62989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2"/>
                    </a:solidFill>
                  </a:rPr>
                  <a:t>03</a:t>
                </a:r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Body-3">
                <a:extLst>
                  <a:ext uri="{FF2B5EF4-FFF2-40B4-BE49-F238E27FC236}">
                    <a16:creationId xmlns:a16="http://schemas.microsoft.com/office/drawing/2014/main" id="{CE427B2F-4084-5940-B170-DE2AAB989451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284874" y="3743227"/>
                <a:ext cx="2335196" cy="12992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defRPr/>
                </a:pPr>
                <a:r>
                  <a:rPr lang="zh-CN" altLang="en-US" sz="1300" dirty="0">
                    <a:solidFill>
                      <a:schemeClr val="tx1"/>
                    </a:solidFill>
                    <a:latin typeface="+mn-ea"/>
                  </a:rPr>
                  <a:t>站在用户视角，验证端到端的完整业务流程（如“建图→识别→创建任务→批量码垛→查看统计”）。目的是确认整个系统是否满足业务需求。</a:t>
                </a:r>
                <a:endPara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" name="Title-3">
                <a:extLst>
                  <a:ext uri="{FF2B5EF4-FFF2-40B4-BE49-F238E27FC236}">
                    <a16:creationId xmlns:a16="http://schemas.microsoft.com/office/drawing/2014/main" id="{442FD5AB-D112-67B3-2FF3-1C5A3EF0B667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6343575" y="3394169"/>
                <a:ext cx="2217795" cy="3077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Arial" panose="020B0604020202020204" pitchFamily="34" charset="0"/>
                  </a:rPr>
                  <a:t>系统测试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31" name="3" descr="目标">
                <a:extLst>
                  <a:ext uri="{FF2B5EF4-FFF2-40B4-BE49-F238E27FC236}">
                    <a16:creationId xmlns:a16="http://schemas.microsoft.com/office/drawing/2014/main" id="{AE0D9789-5FCA-E99E-CA18-1FC07C746746}"/>
                  </a:ext>
                </a:extLst>
              </p:cNvPr>
              <p:cNvPicPr>
                <a:picLocks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236472" y="2436249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2" name="组合 02">
              <a:extLst>
                <a:ext uri="{FF2B5EF4-FFF2-40B4-BE49-F238E27FC236}">
                  <a16:creationId xmlns:a16="http://schemas.microsoft.com/office/drawing/2014/main" id="{6927112E-6532-E3AD-2F87-5399651B21EF}"/>
                </a:ext>
              </a:extLst>
            </p:cNvPr>
            <p:cNvGrpSpPr/>
            <p:nvPr/>
          </p:nvGrpSpPr>
          <p:grpSpPr>
            <a:xfrm>
              <a:off x="3338857" y="1511166"/>
              <a:ext cx="2891988" cy="3835669"/>
              <a:chOff x="3338857" y="1511166"/>
              <a:chExt cx="2891988" cy="3835669"/>
            </a:xfrm>
          </p:grpSpPr>
          <p:sp>
            <p:nvSpPr>
              <p:cNvPr id="20" name="2">
                <a:extLst>
                  <a:ext uri="{FF2B5EF4-FFF2-40B4-BE49-F238E27FC236}">
                    <a16:creationId xmlns:a16="http://schemas.microsoft.com/office/drawing/2014/main" id="{8CF53A80-8739-3C2C-1F4F-D3073C23AB21}"/>
                  </a:ext>
                </a:extLst>
              </p:cNvPr>
              <p:cNvSpPr/>
              <p:nvPr/>
            </p:nvSpPr>
            <p:spPr>
              <a:xfrm>
                <a:off x="3551968" y="3154497"/>
                <a:ext cx="2465767" cy="21923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2">
                <a:extLst>
                  <a:ext uri="{FF2B5EF4-FFF2-40B4-BE49-F238E27FC236}">
                    <a16:creationId xmlns:a16="http://schemas.microsoft.com/office/drawing/2014/main" id="{E2108F3D-9271-C9AC-C975-9C2371262E36}"/>
                  </a:ext>
                </a:extLst>
              </p:cNvPr>
              <p:cNvSpPr/>
              <p:nvPr/>
            </p:nvSpPr>
            <p:spPr>
              <a:xfrm>
                <a:off x="3338857" y="2337304"/>
                <a:ext cx="2891988" cy="629891"/>
              </a:xfrm>
              <a:prstGeom prst="chevron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  <a:effectLst>
                <a:outerShdw blurRad="190500" dist="127000" dir="5400000" algn="t" rotWithShape="0">
                  <a:schemeClr val="accent4">
                    <a:lumMod val="75000"/>
                    <a:alpha val="20000"/>
                  </a:schemeClr>
                </a:outerShdw>
              </a:effectLst>
            </p:spPr>
            <p:style>
              <a:lnRef idx="2">
                <a:srgbClr val="F84949">
                  <a:shade val="50000"/>
                </a:srgbClr>
              </a:lnRef>
              <a:fillRef idx="1">
                <a:srgbClr val="F84949"/>
              </a:fillRef>
              <a:effectRef idx="0">
                <a:srgbClr val="F84949"/>
              </a:effectRef>
              <a:fontRef idx="minor">
                <a:srgbClr val="FFFFFF"/>
              </a:fontRef>
            </p:style>
            <p:txBody>
              <a:bodyPr wrap="none" lIns="215900" rtlCol="0" anchor="ctr">
                <a:noAutofit/>
              </a:bodyPr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b="1" cap="all" dirty="0">
                  <a:uFillTx/>
                  <a:latin typeface="+mn-ea"/>
                  <a:cs typeface="+mn-ea"/>
                  <a:sym typeface="+mn-ea"/>
                </a:endParaRPr>
              </a:p>
            </p:txBody>
          </p:sp>
          <p:sp>
            <p:nvSpPr>
              <p:cNvPr id="22" name="Index-2">
                <a:extLst>
                  <a:ext uri="{FF2B5EF4-FFF2-40B4-BE49-F238E27FC236}">
                    <a16:creationId xmlns:a16="http://schemas.microsoft.com/office/drawing/2014/main" id="{82D01A6D-0C98-D733-16A4-26185EE8FD4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4469851" y="1511166"/>
                <a:ext cx="630000" cy="62989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3"/>
                    </a:solidFill>
                  </a:rPr>
                  <a:t>02</a:t>
                </a:r>
                <a:endParaRPr lang="zh-CN" altLang="en-US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3" name="Body-2">
                <a:extLst>
                  <a:ext uri="{FF2B5EF4-FFF2-40B4-BE49-F238E27FC236}">
                    <a16:creationId xmlns:a16="http://schemas.microsoft.com/office/drawing/2014/main" id="{35214D21-2102-0F52-EFF8-D95D6456029B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3617253" y="3743227"/>
                <a:ext cx="2335196" cy="12992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defRPr/>
                </a:pPr>
                <a:r>
                  <a:rPr lang="zh-CN" altLang="en-US" sz="1300" dirty="0">
                    <a:solidFill>
                      <a:schemeClr val="tx1"/>
                    </a:solidFill>
                    <a:latin typeface="+mn-ea"/>
                  </a:rPr>
                  <a:t>在单元测试之上，重点验证模块间的接口、数据流和控制流是否正确（如视觉识别结果能否正确传递给机械臂控制模块）。目的是发现模块协作中的问题。</a:t>
                </a:r>
                <a:endPara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4" name="Title-2">
                <a:extLst>
                  <a:ext uri="{FF2B5EF4-FFF2-40B4-BE49-F238E27FC236}">
                    <a16:creationId xmlns:a16="http://schemas.microsoft.com/office/drawing/2014/main" id="{2879B3BD-FC4E-BD2C-2E34-E8B12489139A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3675954" y="3394169"/>
                <a:ext cx="2217795" cy="3077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sym typeface="Arial" panose="020B0604020202020204" pitchFamily="34" charset="0"/>
                  </a:rPr>
                  <a:t>集成测试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25" name="2" descr="时钟">
                <a:extLst>
                  <a:ext uri="{FF2B5EF4-FFF2-40B4-BE49-F238E27FC236}">
                    <a16:creationId xmlns:a16="http://schemas.microsoft.com/office/drawing/2014/main" id="{D21A9708-8F75-4B9F-F7E3-E782AE89BD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568851" y="2436249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3" name="组合 01">
              <a:extLst>
                <a:ext uri="{FF2B5EF4-FFF2-40B4-BE49-F238E27FC236}">
                  <a16:creationId xmlns:a16="http://schemas.microsoft.com/office/drawing/2014/main" id="{FAB9B604-1E3E-FF50-514B-C9D1E06C6970}"/>
                </a:ext>
              </a:extLst>
            </p:cNvPr>
            <p:cNvGrpSpPr/>
            <p:nvPr/>
          </p:nvGrpSpPr>
          <p:grpSpPr>
            <a:xfrm>
              <a:off x="671236" y="1511166"/>
              <a:ext cx="2891988" cy="3835669"/>
              <a:chOff x="671236" y="1511166"/>
              <a:chExt cx="2891988" cy="3835669"/>
            </a:xfrm>
          </p:grpSpPr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1442E1CC-8076-8475-B4E1-B3F4A706A778}"/>
                  </a:ext>
                </a:extLst>
              </p:cNvPr>
              <p:cNvSpPr/>
              <p:nvPr/>
            </p:nvSpPr>
            <p:spPr>
              <a:xfrm>
                <a:off x="884347" y="3154497"/>
                <a:ext cx="2465767" cy="21923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1">
                <a:extLst>
                  <a:ext uri="{FF2B5EF4-FFF2-40B4-BE49-F238E27FC236}">
                    <a16:creationId xmlns:a16="http://schemas.microsoft.com/office/drawing/2014/main" id="{94C244FF-EC1D-7B24-0D25-BE4D45860225}"/>
                  </a:ext>
                </a:extLst>
              </p:cNvPr>
              <p:cNvSpPr/>
              <p:nvPr/>
            </p:nvSpPr>
            <p:spPr>
              <a:xfrm>
                <a:off x="671236" y="2337304"/>
                <a:ext cx="2891988" cy="629891"/>
              </a:xfrm>
              <a:prstGeom prst="chevron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>
                <a:outerShdw blurRad="190500" dist="127000" dir="5400000" algn="t" rotWithShape="0">
                  <a:schemeClr val="accent4">
                    <a:lumMod val="75000"/>
                    <a:alpha val="20000"/>
                  </a:schemeClr>
                </a:outerShdw>
              </a:effectLst>
            </p:spPr>
            <p:style>
              <a:lnRef idx="2">
                <a:srgbClr val="F84949">
                  <a:shade val="50000"/>
                </a:srgbClr>
              </a:lnRef>
              <a:fillRef idx="1">
                <a:srgbClr val="F84949"/>
              </a:fillRef>
              <a:effectRef idx="0">
                <a:srgbClr val="F84949"/>
              </a:effectRef>
              <a:fontRef idx="minor">
                <a:srgbClr val="FFFFFF"/>
              </a:fontRef>
            </p:style>
            <p:txBody>
              <a:bodyPr wrap="none" lIns="215900" rtlCol="0" anchor="ctr">
                <a:noAutofit/>
              </a:bodyPr>
              <a:lstStyle>
                <a:defPPr>
                  <a:defRPr lang="zh-CN">
                    <a:solidFill>
                      <a:srgbClr val="FFFFFF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b="1" cap="all" dirty="0">
                  <a:solidFill>
                    <a:srgbClr val="FFFFFF"/>
                  </a:solidFill>
                  <a:uFillTx/>
                  <a:latin typeface="+mn-ea"/>
                  <a:cs typeface="+mn-ea"/>
                  <a:sym typeface="+mn-ea"/>
                </a:endParaRPr>
              </a:p>
            </p:txBody>
          </p:sp>
          <p:sp>
            <p:nvSpPr>
              <p:cNvPr id="16" name="Index-1">
                <a:extLst>
                  <a:ext uri="{FF2B5EF4-FFF2-40B4-BE49-F238E27FC236}">
                    <a16:creationId xmlns:a16="http://schemas.microsoft.com/office/drawing/2014/main" id="{229B394A-6FF6-AFAE-FD78-8EF840B62AC1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1802230" y="1511166"/>
                <a:ext cx="630000" cy="62989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2"/>
                    </a:solidFill>
                  </a:rPr>
                  <a:t>01</a:t>
                </a:r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7" name="Body-1">
                <a:extLst>
                  <a:ext uri="{FF2B5EF4-FFF2-40B4-BE49-F238E27FC236}">
                    <a16:creationId xmlns:a16="http://schemas.microsoft.com/office/drawing/2014/main" id="{C703B275-F991-09E5-98A4-4CFDF6A1A888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949632" y="3743227"/>
                <a:ext cx="2335196" cy="12992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defRPr/>
                </a:pPr>
                <a:r>
                  <a:rPr lang="zh-CN" altLang="en-US" sz="1300" dirty="0">
                    <a:solidFill>
                      <a:schemeClr val="tx1"/>
                    </a:solidFill>
                    <a:latin typeface="+mn-ea"/>
                  </a:rPr>
                  <a:t>作为基础，独立验证每个最小功能单元（如单个传感器、机械臂指令等）。目的是尽早发现局部代码或模块的逻辑错误</a:t>
                </a:r>
                <a:r>
                  <a:rPr lang="zh-CN" altLang="en-US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。</a:t>
                </a:r>
                <a:endPara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8" name="Title-1">
                <a:extLst>
                  <a:ext uri="{FF2B5EF4-FFF2-40B4-BE49-F238E27FC236}">
                    <a16:creationId xmlns:a16="http://schemas.microsoft.com/office/drawing/2014/main" id="{136DEFF6-82AC-3BD0-E38E-9CE3B1E25D01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008333" y="3394169"/>
                <a:ext cx="2217795" cy="3077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sym typeface="Arial" panose="020B0604020202020204" pitchFamily="34" charset="0"/>
                  </a:rPr>
                  <a:t>单元测试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19" name="1" descr="秒表">
                <a:extLst>
                  <a:ext uri="{FF2B5EF4-FFF2-40B4-BE49-F238E27FC236}">
                    <a16:creationId xmlns:a16="http://schemas.microsoft.com/office/drawing/2014/main" id="{C73DBF17-A820-6937-9485-AC79E4C6C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901230" y="2436249"/>
                <a:ext cx="432000" cy="432000"/>
              </a:xfrm>
              <a:prstGeom prst="rect">
                <a:avLst/>
              </a:prstGeom>
            </p:spPr>
          </p:pic>
        </p:grp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C11E007-2506-B6A5-FA77-6DE5F618D468}"/>
              </a:ext>
            </a:extLst>
          </p:cNvPr>
          <p:cNvSpPr txBox="1"/>
          <p:nvPr/>
        </p:nvSpPr>
        <p:spPr>
          <a:xfrm>
            <a:off x="4916458" y="5704732"/>
            <a:ext cx="3684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粒度由细到粗</a:t>
            </a:r>
          </a:p>
        </p:txBody>
      </p:sp>
    </p:spTree>
    <p:extLst>
      <p:ext uri="{BB962C8B-B14F-4D97-AF65-F5344CB8AC3E}">
        <p14:creationId xmlns:p14="http://schemas.microsoft.com/office/powerpoint/2010/main" val="198110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测试类别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图示 11">
            <a:extLst>
              <a:ext uri="{FF2B5EF4-FFF2-40B4-BE49-F238E27FC236}">
                <a16:creationId xmlns:a16="http://schemas.microsoft.com/office/drawing/2014/main" id="{A99A2ACF-625D-356F-504F-755A527A80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4640721"/>
              </p:ext>
            </p:extLst>
          </p:nvPr>
        </p:nvGraphicFramePr>
        <p:xfrm>
          <a:off x="-592532" y="757424"/>
          <a:ext cx="12092025" cy="5201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2D845BC4-799F-B6C2-56BB-E64B615F7728}"/>
              </a:ext>
            </a:extLst>
          </p:cNvPr>
          <p:cNvSpPr txBox="1"/>
          <p:nvPr/>
        </p:nvSpPr>
        <p:spPr>
          <a:xfrm>
            <a:off x="7351775" y="1307635"/>
            <a:ext cx="4425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对</a:t>
            </a:r>
            <a:r>
              <a:rPr lang="en-US" altLang="zh-CN" sz="1600" dirty="0"/>
              <a:t>ROS</a:t>
            </a:r>
            <a:r>
              <a:rPr lang="zh-CN" altLang="en-US" sz="1600" dirty="0"/>
              <a:t>端进行白盒测试，共</a:t>
            </a:r>
            <a:r>
              <a:rPr lang="en-US" altLang="zh-CN" sz="1600" dirty="0"/>
              <a:t>19</a:t>
            </a:r>
            <a:r>
              <a:rPr lang="zh-CN" altLang="en-US" sz="1600" dirty="0"/>
              <a:t>个测试用例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1CEF6B-C925-E836-3705-B76CAC1FE754}"/>
              </a:ext>
            </a:extLst>
          </p:cNvPr>
          <p:cNvSpPr txBox="1"/>
          <p:nvPr/>
        </p:nvSpPr>
        <p:spPr>
          <a:xfrm>
            <a:off x="7351775" y="784415"/>
            <a:ext cx="4216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用于检查需求文档、设计文档、接口说明和代码结构是否存在遗漏或不一致之处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8120E7-F3C9-7C1F-275D-0C79A17BB13C}"/>
              </a:ext>
            </a:extLst>
          </p:cNvPr>
          <p:cNvSpPr txBox="1"/>
          <p:nvPr/>
        </p:nvSpPr>
        <p:spPr>
          <a:xfrm>
            <a:off x="7351774" y="1744517"/>
            <a:ext cx="4425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对机器人硬件、用户业务进行黑盒测试，共</a:t>
            </a:r>
            <a:r>
              <a:rPr lang="en-US" altLang="zh-CN" sz="1600" dirty="0"/>
              <a:t>54</a:t>
            </a:r>
            <a:r>
              <a:rPr lang="zh-CN" altLang="en-US" sz="1600" dirty="0"/>
              <a:t>个测试用例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7BC0D-1D41-DC37-2BF5-AD76DCAA2212}"/>
              </a:ext>
            </a:extLst>
          </p:cNvPr>
          <p:cNvSpPr txBox="1"/>
          <p:nvPr/>
        </p:nvSpPr>
        <p:spPr>
          <a:xfrm>
            <a:off x="7351774" y="2317021"/>
            <a:ext cx="4228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对导航等集成功能进行灰盒测试，共</a:t>
            </a:r>
            <a:r>
              <a:rPr lang="en-US" altLang="zh-CN" sz="1600" dirty="0"/>
              <a:t>17</a:t>
            </a:r>
            <a:r>
              <a:rPr lang="zh-CN" altLang="en-US" sz="1600" dirty="0"/>
              <a:t>个测试用例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B2CAC4-4A0D-B96D-1B03-ECBD7207067C}"/>
              </a:ext>
            </a:extLst>
          </p:cNvPr>
          <p:cNvSpPr txBox="1"/>
          <p:nvPr/>
        </p:nvSpPr>
        <p:spPr>
          <a:xfrm>
            <a:off x="7355430" y="2977831"/>
            <a:ext cx="3550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测试机器人对用户命令的相应时间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F027C0-D827-87CB-E41E-FA21BCAC8A5A}"/>
              </a:ext>
            </a:extLst>
          </p:cNvPr>
          <p:cNvSpPr txBox="1"/>
          <p:nvPr/>
        </p:nvSpPr>
        <p:spPr>
          <a:xfrm>
            <a:off x="7351774" y="3519105"/>
            <a:ext cx="3550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测试码垛任务整体完成时间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66A482-8182-9908-C1B4-0361AE1A3E0B}"/>
              </a:ext>
            </a:extLst>
          </p:cNvPr>
          <p:cNvSpPr txBox="1"/>
          <p:nvPr/>
        </p:nvSpPr>
        <p:spPr>
          <a:xfrm>
            <a:off x="7351774" y="4028267"/>
            <a:ext cx="3672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测试机器人任务过程耗电量等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7BA09E-CFD2-2D0F-634D-0E1A4101A8A6}"/>
              </a:ext>
            </a:extLst>
          </p:cNvPr>
          <p:cNvSpPr txBox="1"/>
          <p:nvPr/>
        </p:nvSpPr>
        <p:spPr>
          <a:xfrm>
            <a:off x="7351774" y="4965590"/>
            <a:ext cx="4374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测试机器人在面对不同异常时是否能通告用户、记录异常并进行异常处理</a:t>
            </a:r>
          </a:p>
        </p:txBody>
      </p:sp>
    </p:spTree>
    <p:extLst>
      <p:ext uri="{BB962C8B-B14F-4D97-AF65-F5344CB8AC3E}">
        <p14:creationId xmlns:p14="http://schemas.microsoft.com/office/powerpoint/2010/main" val="215317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98990C1-C275-5776-967B-AC0F38BB0F22}"/>
              </a:ext>
            </a:extLst>
          </p:cNvPr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2724903-9380-302B-9A12-004D738C5DA6}"/>
              </a:ext>
            </a:extLst>
          </p:cNvPr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F8AC5880-0199-5373-3D79-9E6D6FA5AD74}"/>
              </a:ext>
            </a:extLst>
          </p:cNvPr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13D6C2-52C2-1B16-80A7-7706EFBA549F}"/>
              </a:ext>
            </a:extLst>
          </p:cNvPr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CED0B-ACDE-8937-52DB-E8B6DF1062CF}"/>
              </a:ext>
            </a:extLst>
          </p:cNvPr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37E2B-EEE1-91CE-D6A6-16FE7C7CC28A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测试用例分析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A4D67-593E-5779-8BBA-6EFE31DF6744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6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测试用例概述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AFDC4A-4DCC-61B4-A768-D1002D4E08AF}"/>
              </a:ext>
            </a:extLst>
          </p:cNvPr>
          <p:cNvSpPr txBox="1"/>
          <p:nvPr/>
        </p:nvSpPr>
        <p:spPr>
          <a:xfrm>
            <a:off x="609600" y="70479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测试用例分类</a:t>
            </a:r>
          </a:p>
        </p:txBody>
      </p:sp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737E67E5-8EE6-ADD0-C60E-33EA8C4EE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8574797"/>
              </p:ext>
            </p:extLst>
          </p:nvPr>
        </p:nvGraphicFramePr>
        <p:xfrm>
          <a:off x="1140772" y="1588347"/>
          <a:ext cx="8829846" cy="4351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单元测试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22E4FB-2D29-92CD-B49E-203139B797B8}"/>
              </a:ext>
            </a:extLst>
          </p:cNvPr>
          <p:cNvSpPr txBox="1"/>
          <p:nvPr/>
        </p:nvSpPr>
        <p:spPr>
          <a:xfrm>
            <a:off x="609599" y="704790"/>
            <a:ext cx="1778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机器人硬件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D2A0A44-C3D0-5ED6-295D-908B7C30FF4E}"/>
              </a:ext>
            </a:extLst>
          </p:cNvPr>
          <p:cNvSpPr/>
          <p:nvPr/>
        </p:nvSpPr>
        <p:spPr bwMode="auto">
          <a:xfrm>
            <a:off x="2206304" y="1510635"/>
            <a:ext cx="7467818" cy="3140574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AB16DD4-2498-10B7-1907-B2F24BAD9BC1}"/>
              </a:ext>
            </a:extLst>
          </p:cNvPr>
          <p:cNvSpPr/>
          <p:nvPr/>
        </p:nvSpPr>
        <p:spPr bwMode="auto">
          <a:xfrm>
            <a:off x="4016587" y="1277948"/>
            <a:ext cx="3847253" cy="394259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</a:rPr>
              <a:t>SNAKEBITE-MV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6C7178F-FD00-8C01-0A78-246CF3CD7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396967"/>
              </p:ext>
            </p:extLst>
          </p:nvPr>
        </p:nvGraphicFramePr>
        <p:xfrm>
          <a:off x="3281679" y="1921742"/>
          <a:ext cx="5357571" cy="2401542"/>
        </p:xfrm>
        <a:graphic>
          <a:graphicData uri="http://schemas.openxmlformats.org/drawingml/2006/table">
            <a:tbl>
              <a:tblPr/>
              <a:tblGrid>
                <a:gridCol w="2335153">
                  <a:extLst>
                    <a:ext uri="{9D8B030D-6E8A-4147-A177-3AD203B41FA5}">
                      <a16:colId xmlns:a16="http://schemas.microsoft.com/office/drawing/2014/main" val="3819879704"/>
                    </a:ext>
                  </a:extLst>
                </a:gridCol>
                <a:gridCol w="3022418">
                  <a:extLst>
                    <a:ext uri="{9D8B030D-6E8A-4147-A177-3AD203B41FA5}">
                      <a16:colId xmlns:a16="http://schemas.microsoft.com/office/drawing/2014/main" val="3042190095"/>
                    </a:ext>
                  </a:extLst>
                </a:gridCol>
              </a:tblGrid>
              <a:tr h="3155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测试用例项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310121"/>
                  </a:ext>
                </a:extLst>
              </a:tr>
              <a:tr h="316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测试项目标识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SNAKEBITE-MV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132537"/>
                  </a:ext>
                </a:extLst>
              </a:tr>
              <a:tr h="3155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相关需求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所有业务需求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419732"/>
                  </a:ext>
                </a:extLst>
              </a:tr>
              <a:tr h="3155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测试涉及对象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机器人移动硬件、速度控制模块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963782"/>
                  </a:ext>
                </a:extLst>
              </a:tr>
              <a:tr h="11378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前置条件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：机器人电源开启，并且机器人状态无异常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2757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D76E629-E7F0-882F-C65D-2011E125ABA8}"/>
              </a:ext>
            </a:extLst>
          </p:cNvPr>
          <p:cNvSpPr txBox="1"/>
          <p:nvPr/>
        </p:nvSpPr>
        <p:spPr>
          <a:xfrm>
            <a:off x="2260397" y="5025542"/>
            <a:ext cx="741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移动模块单元测试用例总说明表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96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8C96E247-0D8F-8CC7-201E-6CBAC9744F9F}"/>
              </a:ext>
            </a:extLst>
          </p:cNvPr>
          <p:cNvSpPr/>
          <p:nvPr/>
        </p:nvSpPr>
        <p:spPr bwMode="auto">
          <a:xfrm>
            <a:off x="1207187" y="1513931"/>
            <a:ext cx="9752914" cy="4639279"/>
          </a:xfrm>
          <a:prstGeom prst="roundRect">
            <a:avLst>
              <a:gd name="adj" fmla="val 4537"/>
            </a:avLst>
          </a:prstGeom>
          <a:solidFill>
            <a:srgbClr val="99FF33">
              <a:alpha val="10196"/>
            </a:srgbClr>
          </a:solidFill>
          <a:ln w="9525" cap="flat" cmpd="sng" algn="ctr">
            <a:solidFill>
              <a:srgbClr val="99FF33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单元测试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22E4FB-2D29-92CD-B49E-203139B797B8}"/>
              </a:ext>
            </a:extLst>
          </p:cNvPr>
          <p:cNvSpPr txBox="1"/>
          <p:nvPr/>
        </p:nvSpPr>
        <p:spPr>
          <a:xfrm>
            <a:off x="609600" y="70479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前端交互界面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54131DD-338D-30C1-B6CB-8C8584C27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42991"/>
              </p:ext>
            </p:extLst>
          </p:nvPr>
        </p:nvGraphicFramePr>
        <p:xfrm>
          <a:off x="1829539" y="1908190"/>
          <a:ext cx="8532922" cy="3407466"/>
        </p:xfrm>
        <a:graphic>
          <a:graphicData uri="http://schemas.openxmlformats.org/drawingml/2006/table">
            <a:tbl>
              <a:tblPr/>
              <a:tblGrid>
                <a:gridCol w="3275122">
                  <a:extLst>
                    <a:ext uri="{9D8B030D-6E8A-4147-A177-3AD203B41FA5}">
                      <a16:colId xmlns:a16="http://schemas.microsoft.com/office/drawing/2014/main" val="34308321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34848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测试用例项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测试项目标识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SNAKEBITE-FRONTEND-APPBAR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17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相关需求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模式切换功能、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UI 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模块导航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63245"/>
                  </a:ext>
                </a:extLst>
              </a:tr>
              <a:tr h="3770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测试涉及对象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前端、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ROS 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端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566313"/>
                  </a:ext>
                </a:extLst>
              </a:tr>
              <a:tr h="2292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前置条件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1.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前端服务器工作正常；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2.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开启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 debug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模式，使用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sz="1200" kern="0" dirty="0" err="1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devtool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进行调试；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3.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关闭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 debug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模式，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ROS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端开启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25959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DADDF0-8F25-9E6E-2AE3-CB24D41B9955}"/>
              </a:ext>
            </a:extLst>
          </p:cNvPr>
          <p:cNvSpPr/>
          <p:nvPr/>
        </p:nvSpPr>
        <p:spPr bwMode="auto">
          <a:xfrm>
            <a:off x="4016587" y="1277948"/>
            <a:ext cx="3847253" cy="394259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altLang="zh-CN" sz="1600" b="1" kern="1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</a:rPr>
              <a:t>SNAKEBITE-FRONTEND-APPBAR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706FAC-4870-D427-16DD-2871959B8B5B}"/>
              </a:ext>
            </a:extLst>
          </p:cNvPr>
          <p:cNvSpPr txBox="1"/>
          <p:nvPr/>
        </p:nvSpPr>
        <p:spPr>
          <a:xfrm>
            <a:off x="1280160" y="6386170"/>
            <a:ext cx="96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顶栏功能单元测试用例总说明表</a:t>
            </a:r>
          </a:p>
        </p:txBody>
      </p:sp>
    </p:spTree>
    <p:extLst>
      <p:ext uri="{BB962C8B-B14F-4D97-AF65-F5344CB8AC3E}">
        <p14:creationId xmlns:p14="http://schemas.microsoft.com/office/powerpoint/2010/main" val="2708362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单元测试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22E4FB-2D29-92CD-B49E-203139B797B8}"/>
              </a:ext>
            </a:extLst>
          </p:cNvPr>
          <p:cNvSpPr txBox="1"/>
          <p:nvPr/>
        </p:nvSpPr>
        <p:spPr>
          <a:xfrm>
            <a:off x="609599" y="704790"/>
            <a:ext cx="1778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ROS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端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D2A0A44-C3D0-5ED6-295D-908B7C30FF4E}"/>
              </a:ext>
            </a:extLst>
          </p:cNvPr>
          <p:cNvSpPr/>
          <p:nvPr/>
        </p:nvSpPr>
        <p:spPr bwMode="auto">
          <a:xfrm>
            <a:off x="2206304" y="1510635"/>
            <a:ext cx="7467818" cy="3140574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AB16DD4-2498-10B7-1907-B2F24BAD9BC1}"/>
              </a:ext>
            </a:extLst>
          </p:cNvPr>
          <p:cNvSpPr/>
          <p:nvPr/>
        </p:nvSpPr>
        <p:spPr bwMode="auto">
          <a:xfrm>
            <a:off x="4016587" y="1277948"/>
            <a:ext cx="3847253" cy="394259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</a:rPr>
              <a:t>SNAKEBITE-ROS-CTRL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6C7178F-FD00-8C01-0A78-246CF3CD7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117376"/>
              </p:ext>
            </p:extLst>
          </p:nvPr>
        </p:nvGraphicFramePr>
        <p:xfrm>
          <a:off x="3281680" y="1921742"/>
          <a:ext cx="5317066" cy="1852596"/>
        </p:xfrm>
        <a:graphic>
          <a:graphicData uri="http://schemas.openxmlformats.org/drawingml/2006/table">
            <a:tbl>
              <a:tblPr/>
              <a:tblGrid>
                <a:gridCol w="2317498">
                  <a:extLst>
                    <a:ext uri="{9D8B030D-6E8A-4147-A177-3AD203B41FA5}">
                      <a16:colId xmlns:a16="http://schemas.microsoft.com/office/drawing/2014/main" val="3819879704"/>
                    </a:ext>
                  </a:extLst>
                </a:gridCol>
                <a:gridCol w="2999568">
                  <a:extLst>
                    <a:ext uri="{9D8B030D-6E8A-4147-A177-3AD203B41FA5}">
                      <a16:colId xmlns:a16="http://schemas.microsoft.com/office/drawing/2014/main" val="3042190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测试用例项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310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测试项目标识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SNAKEBITE-ROS-CTRL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132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相关需求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全局状态机、模式切换、急停管理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41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测试涉及对象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core.py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pending.py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palletizing.py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auto_map.py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manual_map.py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963782"/>
                  </a:ext>
                </a:extLst>
              </a:tr>
              <a:tr h="594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前置条件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ROS Master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正常运行；条件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：各模式节点正常启动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275725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6EC8F85-E0C1-9261-B43B-AD5409BD86F7}"/>
              </a:ext>
            </a:extLst>
          </p:cNvPr>
          <p:cNvSpPr txBox="1"/>
          <p:nvPr/>
        </p:nvSpPr>
        <p:spPr>
          <a:xfrm>
            <a:off x="2206304" y="4981651"/>
            <a:ext cx="7413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controller </a:t>
            </a:r>
            <a:r>
              <a:rPr lang="zh-CN" altLang="zh-CN" dirty="0"/>
              <a:t>包单元测试用例总说明表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170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8C96E247-0D8F-8CC7-201E-6CBAC9744F9F}"/>
              </a:ext>
            </a:extLst>
          </p:cNvPr>
          <p:cNvSpPr/>
          <p:nvPr/>
        </p:nvSpPr>
        <p:spPr bwMode="auto">
          <a:xfrm>
            <a:off x="1219543" y="1513931"/>
            <a:ext cx="9716681" cy="4155349"/>
          </a:xfrm>
          <a:prstGeom prst="roundRect">
            <a:avLst>
              <a:gd name="adj" fmla="val 4537"/>
            </a:avLst>
          </a:prstGeom>
          <a:solidFill>
            <a:srgbClr val="99FF33">
              <a:alpha val="10196"/>
            </a:srgbClr>
          </a:solidFill>
          <a:ln w="9525" cap="flat" cmpd="sng" algn="ctr">
            <a:solidFill>
              <a:srgbClr val="99FF33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集成测试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54131DD-338D-30C1-B6CB-8C8584C27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676"/>
              </p:ext>
            </p:extLst>
          </p:nvPr>
        </p:nvGraphicFramePr>
        <p:xfrm>
          <a:off x="1829538" y="1908190"/>
          <a:ext cx="8579992" cy="3351440"/>
        </p:xfrm>
        <a:graphic>
          <a:graphicData uri="http://schemas.openxmlformats.org/drawingml/2006/table">
            <a:tbl>
              <a:tblPr/>
              <a:tblGrid>
                <a:gridCol w="3293189">
                  <a:extLst>
                    <a:ext uri="{9D8B030D-6E8A-4147-A177-3AD203B41FA5}">
                      <a16:colId xmlns:a16="http://schemas.microsoft.com/office/drawing/2014/main" val="3430832144"/>
                    </a:ext>
                  </a:extLst>
                </a:gridCol>
                <a:gridCol w="5286803">
                  <a:extLst>
                    <a:ext uri="{9D8B030D-6E8A-4147-A177-3AD203B41FA5}">
                      <a16:colId xmlns:a16="http://schemas.microsoft.com/office/drawing/2014/main" val="3734848972"/>
                    </a:ext>
                  </a:extLst>
                </a:gridCol>
              </a:tblGrid>
              <a:tr h="6679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测试用例项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363"/>
                  </a:ext>
                </a:extLst>
              </a:tr>
              <a:tr h="6708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测试项目标识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SNAKEBITE-INT-MAP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17510"/>
                  </a:ext>
                </a:extLst>
              </a:tr>
              <a:tr h="6708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相关需求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SLAM 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建图需求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63245"/>
                  </a:ext>
                </a:extLst>
              </a:tr>
              <a:tr h="6708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测试涉及对象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map_provider 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包、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gmapping/hector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、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AMCL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、手柄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键盘控制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566313"/>
                  </a:ext>
                </a:extLst>
              </a:tr>
              <a:tr h="6708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前置条件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Gazebo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仿真正常启动；条件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：机器人传感器正常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25959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DADDF0-8F25-9E6E-2AE3-CB24D41B9955}"/>
              </a:ext>
            </a:extLst>
          </p:cNvPr>
          <p:cNvSpPr/>
          <p:nvPr/>
        </p:nvSpPr>
        <p:spPr bwMode="auto">
          <a:xfrm>
            <a:off x="4016587" y="1277948"/>
            <a:ext cx="3847253" cy="394259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</a:rPr>
              <a:t>SNAKEBITE-INT-MAP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BDBE7F-772C-5E9A-D9C5-475DAA23FE7A}"/>
              </a:ext>
            </a:extLst>
          </p:cNvPr>
          <p:cNvSpPr txBox="1"/>
          <p:nvPr/>
        </p:nvSpPr>
        <p:spPr>
          <a:xfrm>
            <a:off x="1219543" y="5991149"/>
            <a:ext cx="971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建图集成测试用例总说明表</a:t>
            </a:r>
          </a:p>
        </p:txBody>
      </p:sp>
    </p:spTree>
    <p:extLst>
      <p:ext uri="{BB962C8B-B14F-4D97-AF65-F5344CB8AC3E}">
        <p14:creationId xmlns:p14="http://schemas.microsoft.com/office/powerpoint/2010/main" val="3576393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0D04990-F238-E43C-1183-96A7BA9F41FA}"/>
              </a:ext>
            </a:extLst>
          </p:cNvPr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0C1B9-9D63-414A-3AEB-612B9C390006}"/>
              </a:ext>
            </a:extLst>
          </p:cNvPr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系统测试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388240F-1ACB-1CB0-BDE3-C8AFA681AA94}"/>
              </a:ext>
            </a:extLst>
          </p:cNvPr>
          <p:cNvSpPr/>
          <p:nvPr/>
        </p:nvSpPr>
        <p:spPr bwMode="auto">
          <a:xfrm>
            <a:off x="2362091" y="2303296"/>
            <a:ext cx="7447592" cy="3622015"/>
          </a:xfrm>
          <a:prstGeom prst="roundRect">
            <a:avLst>
              <a:gd name="adj" fmla="val 7842"/>
            </a:avLst>
          </a:prstGeom>
          <a:solidFill>
            <a:srgbClr val="006BBC">
              <a:alpha val="10196"/>
            </a:srgbClr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AF74459-C5C0-3058-22B2-C366BD0A063E}"/>
              </a:ext>
            </a:extLst>
          </p:cNvPr>
          <p:cNvSpPr/>
          <p:nvPr/>
        </p:nvSpPr>
        <p:spPr bwMode="auto">
          <a:xfrm>
            <a:off x="4306653" y="2098471"/>
            <a:ext cx="3680293" cy="394259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</a:rPr>
              <a:t>SNAKEBITE-SYS-PALLET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AEBBAD9-7FE3-A2D0-347B-71756F9EA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926090"/>
              </p:ext>
            </p:extLst>
          </p:nvPr>
        </p:nvGraphicFramePr>
        <p:xfrm>
          <a:off x="2656498" y="2697556"/>
          <a:ext cx="6845948" cy="2818105"/>
        </p:xfrm>
        <a:graphic>
          <a:graphicData uri="http://schemas.openxmlformats.org/drawingml/2006/table">
            <a:tbl>
              <a:tblPr/>
              <a:tblGrid>
                <a:gridCol w="1926245">
                  <a:extLst>
                    <a:ext uri="{9D8B030D-6E8A-4147-A177-3AD203B41FA5}">
                      <a16:colId xmlns:a16="http://schemas.microsoft.com/office/drawing/2014/main" val="2284641518"/>
                    </a:ext>
                  </a:extLst>
                </a:gridCol>
                <a:gridCol w="4919703">
                  <a:extLst>
                    <a:ext uri="{9D8B030D-6E8A-4147-A177-3AD203B41FA5}">
                      <a16:colId xmlns:a16="http://schemas.microsoft.com/office/drawing/2014/main" val="3442921371"/>
                    </a:ext>
                  </a:extLst>
                </a:gridCol>
              </a:tblGrid>
              <a:tr h="3388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测试用例项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b="1" kern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描述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327407"/>
                  </a:ext>
                </a:extLst>
              </a:tr>
              <a:tr h="3467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测试项目标识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SNAKEBITE-SYS-PALLET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954694"/>
                  </a:ext>
                </a:extLst>
              </a:tr>
              <a:tr h="3467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相关需求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码垛核心业务：检测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→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抓取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→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放置</a:t>
                      </a:r>
                      <a:r>
                        <a:rPr lang="en-US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→</a:t>
                      </a: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堆叠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925700"/>
                  </a:ext>
                </a:extLst>
              </a:tr>
              <a:tr h="8928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测试涉及对象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全系统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41749"/>
                  </a:ext>
                </a:extLst>
              </a:tr>
              <a:tr h="8928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前置条件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：系统全部启动；条件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：源桌有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 6 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个待码垛物体；条件</a:t>
                      </a:r>
                      <a:r>
                        <a:rPr lang="en-US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sz="1200" kern="0" dirty="0">
                          <a:effectLst/>
                          <a:latin typeface="Aptos" panose="020B0004020202020204" pitchFamily="34" charset="0"/>
                          <a:ea typeface="等线" panose="02010600030101010101" pitchFamily="2" charset="-122"/>
                        </a:rPr>
                        <a:t>：目标桌清空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0725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92EE3B7-756B-0304-770A-0168A05D8A61}"/>
              </a:ext>
            </a:extLst>
          </p:cNvPr>
          <p:cNvSpPr txBox="1"/>
          <p:nvPr/>
        </p:nvSpPr>
        <p:spPr>
          <a:xfrm>
            <a:off x="2362091" y="6225235"/>
            <a:ext cx="744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dirty="0"/>
              <a:t> 码垛任务系统测试总说明表</a:t>
            </a:r>
          </a:p>
        </p:txBody>
      </p:sp>
    </p:spTree>
    <p:extLst>
      <p:ext uri="{BB962C8B-B14F-4D97-AF65-F5344CB8AC3E}">
        <p14:creationId xmlns:p14="http://schemas.microsoft.com/office/powerpoint/2010/main" val="3755797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98990C1-C275-5776-967B-AC0F38BB0F22}"/>
              </a:ext>
            </a:extLst>
          </p:cNvPr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2724903-9380-302B-9A12-004D738C5DA6}"/>
              </a:ext>
            </a:extLst>
          </p:cNvPr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F8AC5880-0199-5373-3D79-9E6D6FA5AD74}"/>
              </a:ext>
            </a:extLst>
          </p:cNvPr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13D6C2-52C2-1B16-80A7-7706EFBA549F}"/>
              </a:ext>
            </a:extLst>
          </p:cNvPr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CED0B-ACDE-8937-52DB-E8B6DF1062CF}"/>
              </a:ext>
            </a:extLst>
          </p:cNvPr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37E2B-EEE1-91CE-D6A6-16FE7C7CC28A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需求对应测试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A4D67-593E-5779-8BBA-6EFE31DF6744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76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需求对应的测试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8119E3-55B5-F27C-2143-AB3D889D7684}"/>
              </a:ext>
            </a:extLst>
          </p:cNvPr>
          <p:cNvSpPr txBox="1"/>
          <p:nvPr/>
        </p:nvSpPr>
        <p:spPr>
          <a:xfrm>
            <a:off x="609599" y="704791"/>
            <a:ext cx="413252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部分需求与对应的部分测试用例展示</a:t>
            </a:r>
          </a:p>
          <a:p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8B808A-8E57-A611-4677-5829A2B4C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750" y="0"/>
            <a:ext cx="4498519" cy="6688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D98990C1-C275-5776-967B-AC0F38BB0F22}"/>
              </a:ext>
            </a:extLst>
          </p:cNvPr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02724903-9380-302B-9A12-004D738C5DA6}"/>
              </a:ext>
            </a:extLst>
          </p:cNvPr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F8AC5880-0199-5373-3D79-9E6D6FA5AD74}"/>
              </a:ext>
            </a:extLst>
          </p:cNvPr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713D6C2-52C2-1B16-80A7-7706EFBA549F}"/>
              </a:ext>
            </a:extLst>
          </p:cNvPr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CED0B-ACDE-8937-52DB-E8B6DF1062CF}"/>
              </a:ext>
            </a:extLst>
          </p:cNvPr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37E2B-EEE1-91CE-D6A6-16FE7C7CC28A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Gitlab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过程管理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A4D67-593E-5779-8BBA-6EFE31DF6744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311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0FF3-A8BD-0E05-37F0-FF04BF90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DB4B0C5-B1B2-C9B9-DE54-83375EE0E21E}"/>
              </a:ext>
            </a:extLst>
          </p:cNvPr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Gitlab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过程管理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348D28-0B78-990A-A608-4061108664CF}"/>
              </a:ext>
            </a:extLst>
          </p:cNvPr>
          <p:cNvCxnSpPr>
            <a:cxnSpLocks/>
          </p:cNvCxnSpPr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2F9FB978-160E-CD14-F742-92C6ABBDF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97"/>
            <a:ext cx="12192000" cy="562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92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A5CDEA2-4A05-43B0-9383-9F89F9650B74}"/>
              </a:ext>
            </a:extLst>
          </p:cNvPr>
          <p:cNvSpPr/>
          <p:nvPr/>
        </p:nvSpPr>
        <p:spPr>
          <a:xfrm>
            <a:off x="-14605" y="0"/>
            <a:ext cx="12205970" cy="6858000"/>
          </a:xfrm>
          <a:prstGeom prst="rect">
            <a:avLst/>
          </a:prstGeom>
          <a:gradFill>
            <a:gsLst>
              <a:gs pos="0">
                <a:srgbClr val="0E60A8">
                  <a:alpha val="36000"/>
                </a:srgbClr>
              </a:gs>
              <a:gs pos="86000">
                <a:srgbClr val="0E60A8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002CB546-7EFB-98C9-D690-F62881CFA171}"/>
              </a:ext>
            </a:extLst>
          </p:cNvPr>
          <p:cNvSpPr/>
          <p:nvPr/>
        </p:nvSpPr>
        <p:spPr>
          <a:xfrm>
            <a:off x="1629221" y="2614921"/>
            <a:ext cx="8729879" cy="2141291"/>
          </a:xfrm>
          <a:prstGeom prst="parallelogram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6E3657-51BB-4ACD-5735-53A44F55941D}"/>
              </a:ext>
            </a:extLst>
          </p:cNvPr>
          <p:cNvSpPr/>
          <p:nvPr/>
        </p:nvSpPr>
        <p:spPr>
          <a:xfrm>
            <a:off x="4041169" y="3052561"/>
            <a:ext cx="4524346" cy="11079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 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E8C0463E-E61D-15D6-53BE-537CA314F28D}"/>
              </a:ext>
            </a:extLst>
          </p:cNvPr>
          <p:cNvSpPr/>
          <p:nvPr/>
        </p:nvSpPr>
        <p:spPr>
          <a:xfrm>
            <a:off x="8571865" y="4060825"/>
            <a:ext cx="1913890" cy="885825"/>
          </a:xfrm>
          <a:prstGeom prst="parallelogram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96385B8-94B2-F095-328A-FCF4BAB870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 cstate="email">
            <a:duotone>
              <a:prstClr val="black"/>
              <a:srgbClr val="3BFB7B">
                <a:tint val="45000"/>
                <a:satMod val="400000"/>
              </a:srgbClr>
            </a:duotone>
            <a:grayscl/>
          </a:blip>
          <a:srcRect b="49558"/>
          <a:stretch>
            <a:fillRect/>
          </a:stretch>
        </p:blipFill>
        <p:spPr>
          <a:xfrm>
            <a:off x="3019441" y="482148"/>
            <a:ext cx="6018748" cy="2510987"/>
          </a:xfrm>
          <a:prstGeom prst="rect">
            <a:avLst/>
          </a:prstGeom>
          <a:noFill/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FC5A48-05A4-1518-0923-D934965E6C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4" cstate="email">
            <a:duotone>
              <a:prstClr val="black"/>
              <a:srgbClr val="3BFB7B">
                <a:tint val="45000"/>
                <a:satMod val="400000"/>
              </a:srgbClr>
            </a:duotone>
            <a:grayscl/>
          </a:blip>
          <a:srcRect t="72787"/>
          <a:stretch>
            <a:fillRect/>
          </a:stretch>
        </p:blipFill>
        <p:spPr>
          <a:xfrm>
            <a:off x="2984979" y="4060997"/>
            <a:ext cx="6018748" cy="1354655"/>
          </a:xfrm>
          <a:prstGeom prst="rect">
            <a:avLst/>
          </a:prstGeom>
        </p:spPr>
      </p:pic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82610169-0B81-85DF-7A5D-A1A014828313}"/>
              </a:ext>
            </a:extLst>
          </p:cNvPr>
          <p:cNvSpPr/>
          <p:nvPr/>
        </p:nvSpPr>
        <p:spPr>
          <a:xfrm>
            <a:off x="1715770" y="2500630"/>
            <a:ext cx="1913890" cy="885825"/>
          </a:xfrm>
          <a:prstGeom prst="parallelogram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9002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900"/>
  <p:tag name="OP_SCP_COMPONENT_INFO" val="{&quot;title&quot;:&quot;渐变风流程箭头元素_4项&quot;,&quot;description&quot;:&quot;蓝色,4项&quot;,&quot;keywords&quot;:[&quot;蓝色&quot;,&quot;4项&quot;],&quot;labels&quot;:[]}"/>
  <p:tag name="OP_SCP_GROUP_ID" val="d72afae6-8bfa-95e4-3851-7b9ecd201ae0"/>
  <p:tag name="OP_SCP_ITEM_COUNT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&#10;单击此处添加文本&#10;单击此处添加文本&#10;单击此处添加文本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&#10;单击此处添加文本&#10;单击此处添加文本&#10;单击此处添加文本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&#10;单击此处添加文本&#10;单击此处添加文本&#10;单击此处添加文本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0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&#10;单击此处添加文本&#10;单击此处添加文本&#10;单击此处添加文本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54.3102362204722,&quot;width&quot;:9478.34330708661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133.314960629921,&quot;width&quot;:9478.34330708661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961</Words>
  <Application>Microsoft Office PowerPoint</Application>
  <PresentationFormat>宽屏</PresentationFormat>
  <Paragraphs>215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等线</vt:lpstr>
      <vt:lpstr>等线 Light</vt:lpstr>
      <vt:lpstr>黑体</vt:lpstr>
      <vt:lpstr>微软雅黑</vt:lpstr>
      <vt:lpstr>微软雅黑</vt:lpstr>
      <vt:lpstr>Aptos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悦洋 唐</dc:creator>
  <cp:lastModifiedBy>永康 张</cp:lastModifiedBy>
  <cp:revision>12</cp:revision>
  <dcterms:created xsi:type="dcterms:W3CDTF">2026-05-25T05:08:19Z</dcterms:created>
  <dcterms:modified xsi:type="dcterms:W3CDTF">2026-05-25T08:06:15Z</dcterms:modified>
</cp:coreProperties>
</file>